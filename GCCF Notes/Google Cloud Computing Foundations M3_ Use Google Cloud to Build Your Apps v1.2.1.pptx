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5"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Lst>
  <p:sldSz cy="10287000" cx="18288000"/>
  <p:notesSz cx="6858000" cy="9144000"/>
  <p:embeddedFontLst>
    <p:embeddedFont>
      <p:font typeface="Roboto"/>
      <p:regular r:id="rId80"/>
      <p:bold r:id="rId81"/>
      <p:italic r:id="rId82"/>
      <p:boldItalic r:id="rId83"/>
    </p:embeddedFont>
    <p:embeddedFont>
      <p:font typeface="Google Sans"/>
      <p:regular r:id="rId84"/>
      <p:bold r:id="rId85"/>
      <p:italic r:id="rId86"/>
      <p:boldItalic r:id="rId87"/>
    </p:embeddedFont>
    <p:embeddedFont>
      <p:font typeface="Google Sans Medium"/>
      <p:regular r:id="rId88"/>
      <p:bold r:id="rId89"/>
      <p:italic r:id="rId90"/>
      <p:boldItalic r:id="rId91"/>
    </p:embeddedFont>
    <p:embeddedFont>
      <p:font typeface="Open Sans"/>
      <p:regular r:id="rId92"/>
      <p:bold r:id="rId93"/>
      <p:italic r:id="rId94"/>
      <p:boldItalic r:id="rId9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CBF6DF6-CC13-45ED-A288-C546B2E0E967}">
  <a:tblStyle styleId="{ECBF6DF6-CC13-45ED-A288-C546B2E0E967}"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84" Type="http://schemas.openxmlformats.org/officeDocument/2006/relationships/font" Target="fonts/GoogleSans-regular.fntdata"/><Relationship Id="rId83" Type="http://schemas.openxmlformats.org/officeDocument/2006/relationships/font" Target="fonts/Roboto-boldItalic.fntdata"/><Relationship Id="rId42" Type="http://schemas.openxmlformats.org/officeDocument/2006/relationships/slide" Target="slides/slide37.xml"/><Relationship Id="rId86" Type="http://schemas.openxmlformats.org/officeDocument/2006/relationships/font" Target="fonts/GoogleSans-italic.fntdata"/><Relationship Id="rId41" Type="http://schemas.openxmlformats.org/officeDocument/2006/relationships/slide" Target="slides/slide36.xml"/><Relationship Id="rId85" Type="http://schemas.openxmlformats.org/officeDocument/2006/relationships/font" Target="fonts/GoogleSans-bold.fntdata"/><Relationship Id="rId44" Type="http://schemas.openxmlformats.org/officeDocument/2006/relationships/slide" Target="slides/slide39.xml"/><Relationship Id="rId88" Type="http://schemas.openxmlformats.org/officeDocument/2006/relationships/font" Target="fonts/GoogleSansMedium-regular.fntdata"/><Relationship Id="rId43" Type="http://schemas.openxmlformats.org/officeDocument/2006/relationships/slide" Target="slides/slide38.xml"/><Relationship Id="rId87" Type="http://schemas.openxmlformats.org/officeDocument/2006/relationships/font" Target="fonts/GoogleSans-boldItalic.fntdata"/><Relationship Id="rId46" Type="http://schemas.openxmlformats.org/officeDocument/2006/relationships/slide" Target="slides/slide41.xml"/><Relationship Id="rId45" Type="http://schemas.openxmlformats.org/officeDocument/2006/relationships/slide" Target="slides/slide40.xml"/><Relationship Id="rId89" Type="http://schemas.openxmlformats.org/officeDocument/2006/relationships/font" Target="fonts/GoogleSansMedium-bold.fntdata"/><Relationship Id="rId80" Type="http://schemas.openxmlformats.org/officeDocument/2006/relationships/font" Target="fonts/Roboto-regular.fntdata"/><Relationship Id="rId82" Type="http://schemas.openxmlformats.org/officeDocument/2006/relationships/font" Target="fonts/Roboto-italic.fntdata"/><Relationship Id="rId81" Type="http://schemas.openxmlformats.org/officeDocument/2006/relationships/font" Target="fonts/Roboto-bold.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slide" Target="slides/slide68.xml"/><Relationship Id="rId72" Type="http://schemas.openxmlformats.org/officeDocument/2006/relationships/slide" Target="slides/slide67.xml"/><Relationship Id="rId31" Type="http://schemas.openxmlformats.org/officeDocument/2006/relationships/slide" Target="slides/slide26.xml"/><Relationship Id="rId75" Type="http://schemas.openxmlformats.org/officeDocument/2006/relationships/slide" Target="slides/slide70.xml"/><Relationship Id="rId30" Type="http://schemas.openxmlformats.org/officeDocument/2006/relationships/slide" Target="slides/slide25.xml"/><Relationship Id="rId74" Type="http://schemas.openxmlformats.org/officeDocument/2006/relationships/slide" Target="slides/slide69.xml"/><Relationship Id="rId33" Type="http://schemas.openxmlformats.org/officeDocument/2006/relationships/slide" Target="slides/slide28.xml"/><Relationship Id="rId77" Type="http://schemas.openxmlformats.org/officeDocument/2006/relationships/slide" Target="slides/slide72.xml"/><Relationship Id="rId32" Type="http://schemas.openxmlformats.org/officeDocument/2006/relationships/slide" Target="slides/slide27.xml"/><Relationship Id="rId76" Type="http://schemas.openxmlformats.org/officeDocument/2006/relationships/slide" Target="slides/slide71.xml"/><Relationship Id="rId35" Type="http://schemas.openxmlformats.org/officeDocument/2006/relationships/slide" Target="slides/slide30.xml"/><Relationship Id="rId79" Type="http://schemas.openxmlformats.org/officeDocument/2006/relationships/slide" Target="slides/slide74.xml"/><Relationship Id="rId34" Type="http://schemas.openxmlformats.org/officeDocument/2006/relationships/slide" Target="slides/slide29.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slide" Target="slides/slide61.xml"/><Relationship Id="rId21" Type="http://schemas.openxmlformats.org/officeDocument/2006/relationships/slide" Target="slides/slide16.xml"/><Relationship Id="rId65" Type="http://schemas.openxmlformats.org/officeDocument/2006/relationships/slide" Target="slides/slide60.xml"/><Relationship Id="rId24" Type="http://schemas.openxmlformats.org/officeDocument/2006/relationships/slide" Target="slides/slide19.xml"/><Relationship Id="rId68" Type="http://schemas.openxmlformats.org/officeDocument/2006/relationships/slide" Target="slides/slide63.xml"/><Relationship Id="rId23" Type="http://schemas.openxmlformats.org/officeDocument/2006/relationships/slide" Target="slides/slide18.xml"/><Relationship Id="rId67" Type="http://schemas.openxmlformats.org/officeDocument/2006/relationships/slide" Target="slides/slide62.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slide" Target="slides/slide64.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95" Type="http://schemas.openxmlformats.org/officeDocument/2006/relationships/font" Target="fonts/OpenSans-boldItalic.fntdata"/><Relationship Id="rId50" Type="http://schemas.openxmlformats.org/officeDocument/2006/relationships/slide" Target="slides/slide45.xml"/><Relationship Id="rId94" Type="http://schemas.openxmlformats.org/officeDocument/2006/relationships/font" Target="fonts/OpenSans-italic.fntdata"/><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91" Type="http://schemas.openxmlformats.org/officeDocument/2006/relationships/font" Target="fonts/GoogleSansMedium-boldItalic.fntdata"/><Relationship Id="rId90" Type="http://schemas.openxmlformats.org/officeDocument/2006/relationships/font" Target="fonts/GoogleSansMedium-italic.fntdata"/><Relationship Id="rId93" Type="http://schemas.openxmlformats.org/officeDocument/2006/relationships/font" Target="fonts/OpenSans-bold.fntdata"/><Relationship Id="rId92" Type="http://schemas.openxmlformats.org/officeDocument/2006/relationships/font" Target="fonts/OpenSans-regular.fntdata"/><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cloud.google.com/compute/docs/disks/performance#size_price_performance" TargetMode="Externa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cloud.google.com/products/calculator/" TargetMode="Externa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cloud.google.com/appengine/docs/the-appengine-environments#comparing_high-level_features" TargetMode="Externa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88aa77686f_0_4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88aa77686f_0_4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5241eb572e_0_16: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5241eb572e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Welcome to </a:t>
            </a:r>
            <a:r>
              <a:rPr b="1" lang="en">
                <a:solidFill>
                  <a:schemeClr val="dk1"/>
                </a:solidFill>
              </a:rPr>
              <a:t>Use </a:t>
            </a:r>
            <a:r>
              <a:rPr b="1" lang="en">
                <a:solidFill>
                  <a:schemeClr val="dk1"/>
                </a:solidFill>
              </a:rPr>
              <a:t>Google Cloud</a:t>
            </a:r>
            <a:r>
              <a:rPr b="1" lang="en">
                <a:solidFill>
                  <a:schemeClr val="dk1"/>
                </a:solidFill>
              </a:rPr>
              <a:t> to Build Your Apps</a:t>
            </a:r>
            <a:r>
              <a:rPr lang="en">
                <a:solidFill>
                  <a:schemeClr val="dk1"/>
                </a:solidFill>
              </a:rPr>
              <a:t>, I’m ______. </a:t>
            </a:r>
            <a:r>
              <a:rPr lang="en">
                <a:solidFill>
                  <a:schemeClr val="dk1"/>
                </a:solidFill>
              </a:rPr>
              <a:t>In this module we’ll focus on l</a:t>
            </a:r>
            <a:r>
              <a:rPr lang="en">
                <a:solidFill>
                  <a:schemeClr val="dk1"/>
                </a:solidFill>
              </a:rPr>
              <a:t>everaging </a:t>
            </a:r>
            <a:r>
              <a:rPr lang="en">
                <a:solidFill>
                  <a:schemeClr val="dk1"/>
                </a:solidFill>
              </a:rPr>
              <a:t>Google Cloud</a:t>
            </a:r>
            <a:r>
              <a:rPr lang="en">
                <a:solidFill>
                  <a:schemeClr val="dk1"/>
                </a:solidFill>
              </a:rPr>
              <a:t> resources and serverless managed services to build applications</a:t>
            </a:r>
            <a:endParaRPr>
              <a:solidFill>
                <a:schemeClr val="dk1"/>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5ded2878ce_0_54: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5ded2878ce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So far in this course, we’ve learned what </a:t>
            </a:r>
            <a:r>
              <a:rPr lang="en">
                <a:solidFill>
                  <a:schemeClr val="dk1"/>
                </a:solidFill>
              </a:rPr>
              <a:t>Google Cloud</a:t>
            </a:r>
            <a:r>
              <a:rPr lang="en">
                <a:solidFill>
                  <a:schemeClr val="dk1"/>
                </a:solidFill>
              </a:rPr>
              <a:t> is, and found out why we should have a solid platform before </a:t>
            </a:r>
            <a:r>
              <a:rPr lang="en">
                <a:solidFill>
                  <a:schemeClr val="dk1"/>
                </a:solidFill>
              </a:rPr>
              <a:t>beginning</a:t>
            </a:r>
            <a:r>
              <a:rPr lang="en">
                <a:solidFill>
                  <a:schemeClr val="dk1"/>
                </a:solidFill>
              </a:rPr>
              <a:t> a </a:t>
            </a:r>
            <a:r>
              <a:rPr lang="en">
                <a:solidFill>
                  <a:schemeClr val="dk1"/>
                </a:solidFill>
              </a:rPr>
              <a:t>Google Cloud</a:t>
            </a:r>
            <a:r>
              <a:rPr lang="en">
                <a:solidFill>
                  <a:schemeClr val="dk1"/>
                </a:solidFill>
              </a:rPr>
              <a:t> transfer. In this module, we’ll learn how to build apps directly in </a:t>
            </a:r>
            <a:r>
              <a:rPr lang="en">
                <a:solidFill>
                  <a:schemeClr val="dk1"/>
                </a:solidFill>
              </a:rPr>
              <a:t>Google Cloud</a:t>
            </a:r>
            <a:r>
              <a:rPr lang="en">
                <a:solidFill>
                  <a:schemeClr val="dk1"/>
                </a:solidFill>
              </a:rPr>
              <a:t>.</a:t>
            </a:r>
            <a:endParaRPr>
              <a:solidFill>
                <a:schemeClr val="dk1"/>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5ded2878ce_0_39: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5ded2878ce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The objective of this module is for you to be able to discover the different compute options in </a:t>
            </a:r>
            <a:r>
              <a:rPr lang="en">
                <a:solidFill>
                  <a:schemeClr val="dk1"/>
                </a:solidFill>
              </a:rPr>
              <a:t>Google Cloud</a:t>
            </a:r>
            <a:r>
              <a:rPr lang="en">
                <a:solidFill>
                  <a:schemeClr val="dk1"/>
                </a:solidFill>
              </a:rPr>
              <a: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The specific learning objectives to achieve this include you being able to discuss the role of compute options in the cloud, describe building and managing virtual machines, explain building elastic applications using autoscaling, and explore PaaS options by leveraging App Engine.</a:t>
            </a:r>
            <a:endParaRPr>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5ded28816f_0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5ded28816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You’ll also be able to </a:t>
            </a:r>
            <a:r>
              <a:rPr lang="en">
                <a:solidFill>
                  <a:schemeClr val="dk1"/>
                </a:solidFill>
              </a:rPr>
              <a:t>discuss building event-driven services utilizing Cloud Functions, as well as </a:t>
            </a:r>
            <a:r>
              <a:rPr lang="en">
                <a:solidFill>
                  <a:schemeClr val="dk1"/>
                </a:solidFill>
              </a:rPr>
              <a:t>explain containerizing and orchestrating applications with Google Kubernetes Engine, also referred to as GKE.</a:t>
            </a:r>
            <a:endParaRPr>
              <a:solidFill>
                <a:schemeClr val="dk1"/>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5ded287a7e_0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5ded287a7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This agenda shows the topics that make up the module. We’ll start by learning</a:t>
            </a:r>
            <a:r>
              <a:rPr lang="en">
                <a:solidFill>
                  <a:schemeClr val="dk1"/>
                </a:solidFill>
              </a:rPr>
              <a:t> about compute options in the cloud. We’ll then move on to finding out how to build and deploy apps using Compute Engine and how to create a Virtual Machine by completing a hands-on lab. We’ll then discover how to </a:t>
            </a:r>
            <a:r>
              <a:rPr lang="en">
                <a:solidFill>
                  <a:schemeClr val="dk1"/>
                </a:solidFill>
              </a:rPr>
              <a:t>configure</a:t>
            </a:r>
            <a:r>
              <a:rPr lang="en">
                <a:solidFill>
                  <a:schemeClr val="dk1"/>
                </a:solidFill>
              </a:rPr>
              <a:t> elastic apps with autoscaling, and explore </a:t>
            </a:r>
            <a:r>
              <a:rPr lang="en">
                <a:solidFill>
                  <a:schemeClr val="dk1"/>
                </a:solidFill>
              </a:rPr>
              <a:t>how App Engine can run your applications without having you manage the infrastructure</a:t>
            </a:r>
            <a:r>
              <a:rPr lang="en">
                <a:solidFill>
                  <a:schemeClr val="dk1"/>
                </a:solidFill>
              </a:rPr>
              <a:t>. The second lab of the module will see us </a:t>
            </a:r>
            <a:r>
              <a:rPr lang="en">
                <a:solidFill>
                  <a:schemeClr val="dk1"/>
                </a:solidFill>
              </a:rPr>
              <a:t>creating a small App Engine application that displays a short message.</a:t>
            </a:r>
            <a:endParaRPr>
              <a:solidFill>
                <a:schemeClr val="dk1"/>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5e8e6c49e8_0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51" name="Google Shape;251;g5e8e6c49e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We’ll then move on to finding out about event driven programs with Cloud Functions and complete a lab where we’ll create, deploy, and test a cloud function using the Cloud Shell command line. </a:t>
            </a:r>
            <a:r>
              <a:rPr lang="en">
                <a:solidFill>
                  <a:schemeClr val="dk1"/>
                </a:solidFill>
              </a:rPr>
              <a:t>We’ll finish the module learning about containerizing and orchestrating apps with Google Kubernetes Engine and get hands on practice with container creation and application deployment.</a:t>
            </a:r>
            <a:endParaRPr>
              <a:solidFill>
                <a:schemeClr val="dk1"/>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8bedbeb28e_0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58" name="Google Shape;258;g8bedbeb28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The final lab of the module will show you </a:t>
            </a:r>
            <a:r>
              <a:rPr lang="en">
                <a:solidFill>
                  <a:schemeClr val="dk1"/>
                </a:solidFill>
              </a:rPr>
              <a:t>the differences between a network load balancer and a HTTP load balancer, and how to set them up for your applications running on Google Compute Engine virtual machines.</a:t>
            </a:r>
            <a:endParaRPr>
              <a:solidFill>
                <a:schemeClr val="dk1"/>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5ebdde4ace_0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65" name="Google Shape;265;g5ebdde4ac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Let’s start with the first topic, compute options in the cloud.</a:t>
            </a:r>
            <a:endParaRPr>
              <a:solidFill>
                <a:schemeClr val="dk1"/>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5ebdde4ace_0_6: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72" name="Google Shape;272;g5ebdde4ace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For general workloads that require dedicated resources for your applications, Compute Engine is a good option. If you’re looking for a platform as a service, App Engine is a good option. Cloud Functions offers a serverless option for triggering code to run based on some kind of event. </a:t>
            </a:r>
            <a:r>
              <a:rPr lang="en">
                <a:solidFill>
                  <a:schemeClr val="dk1"/>
                </a:solidFill>
              </a:rPr>
              <a:t>To run containers on a managed Kubernetes platform, you can leverage GKE.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We’ll discuss each of these compute services during this module.</a:t>
            </a:r>
            <a:endParaRPr>
              <a:solidFill>
                <a:schemeClr val="dk1"/>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5e8e6c49e8_0_71: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99" name="Google Shape;299;g5e8e6c49e8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Next, we’ll discover how to build and deploy applications with Compute Engine.</a:t>
            </a:r>
            <a:endParaRPr>
              <a:solidFill>
                <a:schemeClr val="dk1"/>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5ebdde4ace_0_78: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06" name="Google Shape;306;g5ebdde4ace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Compute Engine delivers virtual machines running in Google's innovative data centers and worldwide fiber network.</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Compute Engine is ideal if you need complete control over the virtual-machine infrastructure, need to make changes to the kernel, such as providing your own network or graphics drivers to squeeze out the last drop of performance, or if you need to run a software package that can’t easily be containerized or have existing VM images to move to the cloud.</a:t>
            </a:r>
            <a:endParaRPr>
              <a:solidFill>
                <a:schemeClr val="dk1"/>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g5ded287a7e_0_24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34" name="Google Shape;334;g5ded287a7e_0_2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marR="190500" rtl="0" algn="l">
              <a:lnSpc>
                <a:spcPct val="100000"/>
              </a:lnSpc>
              <a:spcBef>
                <a:spcPts val="0"/>
              </a:spcBef>
              <a:spcAft>
                <a:spcPts val="0"/>
              </a:spcAft>
              <a:buNone/>
            </a:pPr>
            <a:r>
              <a:rPr lang="en">
                <a:solidFill>
                  <a:schemeClr val="dk1"/>
                </a:solidFill>
              </a:rPr>
              <a:t>Compute Engine is a type of </a:t>
            </a:r>
            <a:r>
              <a:rPr lang="en">
                <a:solidFill>
                  <a:schemeClr val="dk1"/>
                </a:solidFill>
              </a:rPr>
              <a:t>infrastructure as a service</a:t>
            </a:r>
            <a:r>
              <a:rPr lang="en">
                <a:solidFill>
                  <a:schemeClr val="dk1"/>
                </a:solidFill>
              </a:rPr>
              <a:t>, delivering scalable, high-performance virtual machines running on Google’s infrastructure. Compute Engine VMs boot quickly, come with persistent disk storage, and deliver consistent performance.</a:t>
            </a:r>
            <a:endParaRPr>
              <a:solidFill>
                <a:schemeClr val="dk1"/>
              </a:solidFill>
            </a:endParaRPr>
          </a:p>
          <a:p>
            <a:pPr indent="0" lvl="0" marL="0" marR="190500" rtl="0" algn="l">
              <a:lnSpc>
                <a:spcPct val="100000"/>
              </a:lnSpc>
              <a:spcBef>
                <a:spcPts val="0"/>
              </a:spcBef>
              <a:spcAft>
                <a:spcPts val="0"/>
              </a:spcAft>
              <a:buNone/>
            </a:pPr>
            <a:r>
              <a:t/>
            </a:r>
            <a:endParaRPr>
              <a:solidFill>
                <a:schemeClr val="dk1"/>
              </a:solidFill>
            </a:endParaRPr>
          </a:p>
          <a:p>
            <a:pPr indent="0" lvl="0" marL="0" marR="190500" rtl="0" algn="l">
              <a:lnSpc>
                <a:spcPct val="100000"/>
              </a:lnSpc>
              <a:spcBef>
                <a:spcPts val="0"/>
              </a:spcBef>
              <a:spcAft>
                <a:spcPts val="0"/>
              </a:spcAft>
              <a:buNone/>
            </a:pPr>
            <a:r>
              <a:rPr lang="en">
                <a:solidFill>
                  <a:schemeClr val="dk1"/>
                </a:solidFill>
              </a:rPr>
              <a:t>You can run any computing workload on Compute Engine, such as, web-server hosting, application hosting, and/or application backends.</a:t>
            </a:r>
            <a:endParaRPr>
              <a:solidFill>
                <a:schemeClr val="dk1"/>
              </a:solidFill>
            </a:endParaRPr>
          </a:p>
          <a:p>
            <a:pPr indent="0" lvl="0" marL="0" marR="190500" rtl="0" algn="l">
              <a:lnSpc>
                <a:spcPct val="100000"/>
              </a:lnSpc>
              <a:spcBef>
                <a:spcPts val="0"/>
              </a:spcBef>
              <a:spcAft>
                <a:spcPts val="0"/>
              </a:spcAft>
              <a:buNone/>
            </a:pPr>
            <a:r>
              <a:t/>
            </a:r>
            <a:endParaRPr>
              <a:solidFill>
                <a:schemeClr val="dk1"/>
              </a:solidFill>
            </a:endParaRPr>
          </a:p>
          <a:p>
            <a:pPr indent="0" lvl="0" marL="0" marR="190500" rtl="0" algn="l">
              <a:lnSpc>
                <a:spcPct val="100000"/>
              </a:lnSpc>
              <a:spcBef>
                <a:spcPts val="0"/>
              </a:spcBef>
              <a:spcAft>
                <a:spcPts val="0"/>
              </a:spcAft>
              <a:buNone/>
            </a:pPr>
            <a:r>
              <a:rPr lang="en">
                <a:solidFill>
                  <a:schemeClr val="dk1"/>
                </a:solidFill>
              </a:rPr>
              <a:t>Virtual servers are available in many configurations, including predefined sizes. Alternatively, there’s the option to create custom machine types optimized for specific needs. </a:t>
            </a:r>
            <a:endParaRPr>
              <a:solidFill>
                <a:schemeClr val="dk1"/>
              </a:solidFill>
            </a:endParaRPr>
          </a:p>
          <a:p>
            <a:pPr indent="0" lvl="0" marL="0" marR="190500" rtl="0" algn="l">
              <a:lnSpc>
                <a:spcPct val="100000"/>
              </a:lnSpc>
              <a:spcBef>
                <a:spcPts val="0"/>
              </a:spcBef>
              <a:spcAft>
                <a:spcPts val="0"/>
              </a:spcAft>
              <a:buNone/>
            </a:pPr>
            <a:r>
              <a:t/>
            </a:r>
            <a:endParaRPr>
              <a:solidFill>
                <a:schemeClr val="dk1"/>
              </a:solidFill>
            </a:endParaRPr>
          </a:p>
          <a:p>
            <a:pPr indent="0" lvl="0" marL="0" marR="190500" rtl="0" algn="l">
              <a:lnSpc>
                <a:spcPct val="100000"/>
              </a:lnSpc>
              <a:spcBef>
                <a:spcPts val="0"/>
              </a:spcBef>
              <a:spcAft>
                <a:spcPts val="0"/>
              </a:spcAft>
              <a:buNone/>
            </a:pPr>
            <a:r>
              <a:rPr lang="en">
                <a:solidFill>
                  <a:schemeClr val="dk1"/>
                </a:solidFill>
              </a:rPr>
              <a:t>Compute Engine also allows users to run their choice of operating system.</a:t>
            </a:r>
            <a:endParaRPr>
              <a:solidFill>
                <a:schemeClr val="dk1"/>
              </a:solidFill>
            </a:endParaRPr>
          </a:p>
          <a:p>
            <a:pPr indent="0" lvl="0" marL="0" marR="190500" rtl="0" algn="l">
              <a:lnSpc>
                <a:spcPct val="100000"/>
              </a:lnSpc>
              <a:spcBef>
                <a:spcPts val="0"/>
              </a:spcBef>
              <a:spcAft>
                <a:spcPts val="0"/>
              </a:spcAft>
              <a:buNone/>
            </a:pPr>
            <a:r>
              <a:t/>
            </a:r>
            <a:endParaRPr>
              <a:solidFill>
                <a:schemeClr val="dk1"/>
              </a:solidFill>
            </a:endParaRPr>
          </a:p>
          <a:p>
            <a:pPr indent="0" lvl="0" marL="0" marR="190500" rtl="0" algn="l">
              <a:lnSpc>
                <a:spcPct val="100000"/>
              </a:lnSpc>
              <a:spcBef>
                <a:spcPts val="0"/>
              </a:spcBef>
              <a:spcAft>
                <a:spcPts val="0"/>
              </a:spcAft>
              <a:buNone/>
            </a:pPr>
            <a:r>
              <a:rPr lang="en">
                <a:solidFill>
                  <a:schemeClr val="dk1"/>
                </a:solidFill>
              </a:rPr>
              <a:t>While Compute Engine allows users to run thousands of virtual CPUs on a system that has been designed to be fast and offer strong performance consistency, there’s no upfront investment required!</a:t>
            </a:r>
            <a:endParaRPr>
              <a:solidFill>
                <a:schemeClr val="dk1"/>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5e952984c6_1_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43" name="Google Shape;343;g5e952984c6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The purpose of custom virtual machines is to ensure you can create virtual services with just enough resources to work for your application.  For example, you want to run your application on a virtual machine, but none of the pre-defined versions will fit the resource footprint you require, or your application needs to run on a specific CPU architecture, or GPUs are required to run your application.  Custom virtual machines allow for creating a perfect fit for your applications.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To meet your workload requirements, there are different </a:t>
            </a:r>
            <a:r>
              <a:rPr lang="en">
                <a:solidFill>
                  <a:schemeClr val="dk1"/>
                </a:solidFill>
              </a:rPr>
              <a:t>machine type options that you can consider. A higher proportion of memory to CPU, a higher proportion of CPU to memory, or a blend of both through Google’s standard configuration.</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Compute Engine offers predefined machine types that you can use when you create an instance. A predefined machine type has a preset number of vCPUs and amount of memory, and are charged at a set price. </a:t>
            </a:r>
            <a:r>
              <a:rPr lang="en">
                <a:solidFill>
                  <a:schemeClr val="dk1"/>
                </a:solidFill>
              </a:rPr>
              <a:t>You can choose from general-purpose machine types, memory-optimized machine types, and compute-optimized machine types. Pr</a:t>
            </a:r>
            <a:r>
              <a:rPr lang="en">
                <a:solidFill>
                  <a:schemeClr val="dk1"/>
                </a:solidFill>
              </a:rPr>
              <a:t>edefined virtual machine configurations range from micro instances of 2 vCPU and 8 GB of memory to memory-optimized instances with up to 160 vCPUs and 3.75 TB of memory.</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Compute Engine also allows you to create virtual machines with the vCPU and memory that meet workload requirements. Besides the performance benefits of doing so, this also allows you to significantly reduce costs. </a:t>
            </a:r>
            <a:r>
              <a:rPr lang="en">
                <a:solidFill>
                  <a:schemeClr val="dk1"/>
                </a:solidFill>
              </a:rPr>
              <a:t>You can create a machine type with as little as 1 vCPU and up to 80 vCPUs, or any even number of vCPUs in between. You can configure up to 8 GB of memory per vCPU.</a:t>
            </a:r>
            <a:endParaRPr>
              <a:solidFill>
                <a:schemeClr val="dk1"/>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5e952984c6_1_101: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51" name="Google Shape;351;g5e952984c6_1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Network storage, up to 64 TB in size, can be attached to VMs as persistent disks. Persistent disks are the most common storage option due to their price, performance, and durability, and can be created in HDD or SSD formats. If a VM instance is terminated, its persistent disk retains data and can be attached to another instance. You can also take snapshots of your persistent disk and create new persistent disks from that snapshot.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Compute Engine offers always-encrypted local SSD block storage. Unlike standard persistent disks, local SSDs are physically attached to the server hosting the VM instance offering very high input/output operations per second and very low latency compared to persistent disks. Predefined local SSD sizes up to 3TB are available for any VM with at least 1 vCPU. By default, most Compute Engine-provided Linux images will automatically run an optimization script that configures the instance for peak local SSD performance.</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Standard persistent disk performance scales linearly up to the VM performance limits. A vCPU count of 4 or more for your instance doesn’t limit the performance of standard persistent disks. A vCPU count of less than 4 for an instance reduces the write limit for input/output operations per second, or IOPS, because network egress limits are proportional to the vCPU count. The write limit also depends on the size of I/Os, for example, 16 KB I/Os consume more bandwidth than 8 KB I/Os at the same IOPS level. Standard persistent disk IOPS and throughput performance increases linearly with the size of the disk until it reaches set per-instance limits.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The IOPS performance of SSD persistent disks depends on the number of vCPUs in the instance in addition to disk size. Lower core VMs have lower write IOPS and throughput limits due to network egress limitations on write throughput. SSD persistent disk performance scales linearly until it reaches either the limits of the volume or the limits of each Compute Engine instance. SSD read bandwidth and IOPS consistency near the maximum limits largely depends on network ingress utilization; some variability is to be expected, especially for 16 KB I/Os near the maximum IOPS limits.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Specific limits can be viewed at this source: </a:t>
            </a:r>
            <a:r>
              <a:rPr lang="en" u="sng">
                <a:solidFill>
                  <a:srgbClr val="185ABC"/>
                </a:solidFill>
                <a:hlinkClick r:id="rId2">
                  <a:extLst>
                    <a:ext uri="{A12FA001-AC4F-418D-AE19-62706E023703}">
                      <ahyp:hlinkClr val="tx"/>
                    </a:ext>
                  </a:extLst>
                </a:hlinkClick>
              </a:rPr>
              <a:t>https://cloud.google.com/compute/docs/disks/performance#size_price_performance</a:t>
            </a:r>
            <a:endParaRPr>
              <a:solidFill>
                <a:srgbClr val="185ABC"/>
              </a:solidFill>
              <a:highlight>
                <a:srgbClr val="FAFAFA"/>
              </a:highlight>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g5e952984c6_1_118: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61" name="Google Shape;361;g5e952984c6_1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Networks in the cloud have a lot of similarities with physical networks.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You can segment networks, use firewall rules to restrict access to instances, and create static routes to forward traffic to specific destinations.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You can scale applications on Compute Engine from zero to full throttle with Cloud Load Balancing. Distribute your load-balanced compute resources in single or multiple regions close to your users and to meet your high availability requirements.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Subnetworks segments your cloud network IP space into subnetworks. Subnetwork prefixes can be automatically allocated, or you can create a custom topology.</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When you build a Compute Engine instance, you use a virtual network adapter, that is part of the instance, to connect a virtual machine to a network, much in the same way you would connect a physical server to a network.  For Compute Engine, you can have up to 8 virtual adapters.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Subnetworks and </a:t>
            </a:r>
            <a:r>
              <a:rPr lang="en">
                <a:solidFill>
                  <a:schemeClr val="dk1"/>
                </a:solidFill>
              </a:rPr>
              <a:t>Cloud Load Balancing are both discussed in the module</a:t>
            </a:r>
            <a:r>
              <a:rPr lang="en"/>
              <a:t> </a:t>
            </a:r>
            <a:r>
              <a:rPr b="1" lang="en"/>
              <a:t>It Helps to Network</a:t>
            </a:r>
            <a:r>
              <a:rPr lang="en"/>
              <a:t>.</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g5e952984c6_1_14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69" name="Google Shape;369;g5e952984c6_1_1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rgbClr val="000000"/>
              </a:buClr>
              <a:buSzPts val="1400"/>
              <a:buFont typeface="Arial"/>
              <a:buNone/>
            </a:pPr>
            <a:r>
              <a:rPr lang="en">
                <a:solidFill>
                  <a:schemeClr val="dk1"/>
                </a:solidFill>
              </a:rPr>
              <a:t>All virtual machines are charged for 1 minute at boot time, which is the minimum charge for a VM. After that, per-second pricing begins, meaning that you only pay for the compute time used. Google also offer sustained use discounts, which automatically provide discounted prices for long-running workloads without the need for sign-up fees or any up-front commitment. Predefined machine types are discounted based on the percent of monthly use, while custom machine types are discounted on a percent of total use.</a:t>
            </a:r>
            <a:endParaRPr>
              <a:solidFill>
                <a:schemeClr val="dk1"/>
              </a:solidFill>
            </a:endParaRPr>
          </a:p>
          <a:p>
            <a:pPr indent="0" lvl="0" marL="0" rtl="0" algn="l">
              <a:spcBef>
                <a:spcPts val="0"/>
              </a:spcBef>
              <a:spcAft>
                <a:spcPts val="0"/>
              </a:spcAft>
              <a:buClr>
                <a:srgbClr val="000000"/>
              </a:buClr>
              <a:buSzPts val="1400"/>
              <a:buFont typeface="Arial"/>
              <a:buNone/>
            </a:pPr>
            <a:r>
              <a:t/>
            </a:r>
            <a:endParaRPr>
              <a:solidFill>
                <a:schemeClr val="dk1"/>
              </a:solidFill>
            </a:endParaRPr>
          </a:p>
          <a:p>
            <a:pPr indent="0" lvl="0" marL="0" rtl="0" algn="l">
              <a:spcBef>
                <a:spcPts val="0"/>
              </a:spcBef>
              <a:spcAft>
                <a:spcPts val="0"/>
              </a:spcAft>
              <a:buClr>
                <a:srgbClr val="000000"/>
              </a:buClr>
              <a:buSzPts val="1400"/>
              <a:buFont typeface="Arial"/>
              <a:buNone/>
            </a:pPr>
            <a:r>
              <a:rPr lang="en">
                <a:solidFill>
                  <a:schemeClr val="dk1"/>
                </a:solidFill>
              </a:rPr>
              <a:t>The </a:t>
            </a:r>
            <a:r>
              <a:rPr lang="en">
                <a:solidFill>
                  <a:schemeClr val="dk1"/>
                </a:solidFill>
              </a:rPr>
              <a:t>Google Cloud</a:t>
            </a:r>
            <a:r>
              <a:rPr lang="en">
                <a:solidFill>
                  <a:schemeClr val="dk1"/>
                </a:solidFill>
              </a:rPr>
              <a:t> Pricing Calculator is a great way to see pricing estimates based on the different </a:t>
            </a:r>
            <a:r>
              <a:rPr lang="en">
                <a:solidFill>
                  <a:schemeClr val="dk1"/>
                </a:solidFill>
              </a:rPr>
              <a:t>configuration</a:t>
            </a:r>
            <a:r>
              <a:rPr lang="en">
                <a:solidFill>
                  <a:schemeClr val="dk1"/>
                </a:solidFill>
              </a:rPr>
              <a:t> options that are available under instances, sole-tenant nodes, persistent disks, load </a:t>
            </a:r>
            <a:r>
              <a:rPr lang="en">
                <a:solidFill>
                  <a:schemeClr val="dk1"/>
                </a:solidFill>
              </a:rPr>
              <a:t>balancing</a:t>
            </a:r>
            <a:r>
              <a:rPr lang="en">
                <a:solidFill>
                  <a:schemeClr val="dk1"/>
                </a:solidFill>
              </a:rPr>
              <a:t>, and cloud TPUs.</a:t>
            </a:r>
            <a:endParaRPr>
              <a:solidFill>
                <a:schemeClr val="dk1"/>
              </a:solidFill>
            </a:endParaRPr>
          </a:p>
          <a:p>
            <a:pPr indent="0" lvl="0" marL="0" rtl="0" algn="l">
              <a:spcBef>
                <a:spcPts val="0"/>
              </a:spcBef>
              <a:spcAft>
                <a:spcPts val="0"/>
              </a:spcAft>
              <a:buClr>
                <a:srgbClr val="000000"/>
              </a:buClr>
              <a:buSzPts val="1400"/>
              <a:buFont typeface="Arial"/>
              <a:buNone/>
            </a:pPr>
            <a:r>
              <a:t/>
            </a:r>
            <a:endParaRPr>
              <a:solidFill>
                <a:schemeClr val="dk1"/>
              </a:solidFill>
            </a:endParaRPr>
          </a:p>
          <a:p>
            <a:pPr indent="0" lvl="0" marL="0" rtl="0" algn="l">
              <a:spcBef>
                <a:spcPts val="0"/>
              </a:spcBef>
              <a:spcAft>
                <a:spcPts val="0"/>
              </a:spcAft>
              <a:buClr>
                <a:srgbClr val="000000"/>
              </a:buClr>
              <a:buSzPts val="1400"/>
              <a:buFont typeface="Arial"/>
              <a:buNone/>
            </a:pPr>
            <a:r>
              <a:rPr lang="en">
                <a:solidFill>
                  <a:schemeClr val="dk1"/>
                </a:solidFill>
              </a:rPr>
              <a:t>-------------------------------</a:t>
            </a:r>
            <a:endParaRPr>
              <a:solidFill>
                <a:schemeClr val="dk1"/>
              </a:solidFill>
            </a:endParaRPr>
          </a:p>
          <a:p>
            <a:pPr indent="0" lvl="0" marL="0" rtl="0" algn="l">
              <a:spcBef>
                <a:spcPts val="0"/>
              </a:spcBef>
              <a:spcAft>
                <a:spcPts val="0"/>
              </a:spcAft>
              <a:buClr>
                <a:srgbClr val="000000"/>
              </a:buClr>
              <a:buSzPts val="1400"/>
              <a:buFont typeface="Arial"/>
              <a:buNone/>
            </a:pPr>
            <a:r>
              <a:t/>
            </a:r>
            <a:endParaRPr>
              <a:solidFill>
                <a:schemeClr val="dk1"/>
              </a:solidFill>
            </a:endParaRPr>
          </a:p>
          <a:p>
            <a:pPr indent="0" lvl="0" marL="0" rtl="0" algn="l">
              <a:spcBef>
                <a:spcPts val="0"/>
              </a:spcBef>
              <a:spcAft>
                <a:spcPts val="0"/>
              </a:spcAft>
              <a:buClr>
                <a:srgbClr val="000000"/>
              </a:buClr>
              <a:buSzPts val="1400"/>
              <a:buFont typeface="Arial"/>
              <a:buNone/>
            </a:pPr>
            <a:r>
              <a:rPr lang="en">
                <a:solidFill>
                  <a:schemeClr val="dk1"/>
                </a:solidFill>
              </a:rPr>
              <a:t>Source: Google Cloud Pricing Calculator</a:t>
            </a:r>
            <a:r>
              <a:rPr lang="en"/>
              <a:t>:</a:t>
            </a:r>
            <a:r>
              <a:rPr lang="en">
                <a:solidFill>
                  <a:srgbClr val="185ABC"/>
                </a:solidFill>
              </a:rPr>
              <a:t> </a:t>
            </a:r>
            <a:r>
              <a:rPr lang="en" u="sng">
                <a:solidFill>
                  <a:srgbClr val="185ABC"/>
                </a:solidFill>
                <a:hlinkClick r:id="rId2">
                  <a:extLst>
                    <a:ext uri="{A12FA001-AC4F-418D-AE19-62706E023703}">
                      <ahyp:hlinkClr val="tx"/>
                    </a:ext>
                  </a:extLst>
                </a:hlinkClick>
              </a:rPr>
              <a:t>https://cloud.google.com/products/calculator/</a:t>
            </a:r>
            <a:endParaRPr>
              <a:solidFill>
                <a:srgbClr val="185ABC"/>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g5e8e6c49e8_0_83: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77" name="Google Shape;377;g5e8e6c49e8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Next, we’ll create a virtual machine in the lab.</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g5e8e6c49e8_0_89: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84" name="Google Shape;384;g5e8e6c49e8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In this lab, we’ll create virtual machine instances of various machine types using the Cloud Console and the gcloud command line then connect an NGINX web server to your virtual machine.</a:t>
            </a:r>
            <a:endParaRPr>
              <a:solidFill>
                <a:schemeClr val="dk1"/>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g5e8e6c49e8_0_9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92" name="Google Shape;392;g5e8e6c49e8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By completing the lab, you’ll create a virtual machine with the Cloud Console, create a virtual machine using the gcloud command line, and deploy a web server and connect it to a virtual machine.</a:t>
            </a:r>
            <a:endParaRPr>
              <a:solidFill>
                <a:schemeClr val="dk1"/>
              </a:solidFil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g87e73852ab_0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00" name="Google Shape;400;g87e73852a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In this lab, we’ll launch a Windows Server instance in Compute Engine, and connect to it using the Remote Desktop Protocol.</a:t>
            </a:r>
            <a:endParaRPr>
              <a:solidFill>
                <a:schemeClr val="dk1"/>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g87e73852ab_0_6: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08" name="Google Shape;408;g87e73852ab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By completing the lab, you’ll create a virtual machine instance, test the status of Windows Startup, connect to your instance, remote desktop into the Windows server, and copy and paste with the remote desktop client.</a:t>
            </a:r>
            <a:endParaRPr>
              <a:solidFill>
                <a:schemeClr val="dk1"/>
              </a:solidFil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g5e8e6c49e8_0_10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16" name="Google Shape;416;g5e8e6c49e8_0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Our next topic looks at building elastic applications with autoscaling.</a:t>
            </a:r>
            <a:endParaRPr>
              <a:solidFill>
                <a:schemeClr val="dk1"/>
              </a:solidFil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g5fa610dfc5_0_1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23" name="Google Shape;423;g5fa610dfc5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rgbClr val="000000"/>
              </a:buClr>
              <a:buSzPts val="1400"/>
              <a:buFont typeface="Arial"/>
              <a:buNone/>
            </a:pPr>
            <a:r>
              <a:rPr lang="en">
                <a:solidFill>
                  <a:schemeClr val="dk1"/>
                </a:solidFill>
              </a:rPr>
              <a:t>Let’s look at how autoscaling works.</a:t>
            </a:r>
            <a:endParaRPr>
              <a:solidFill>
                <a:schemeClr val="dk1"/>
              </a:solidFill>
            </a:endParaRPr>
          </a:p>
          <a:p>
            <a:pPr indent="0" lvl="0" marL="0" rtl="0" algn="l">
              <a:spcBef>
                <a:spcPts val="0"/>
              </a:spcBef>
              <a:spcAft>
                <a:spcPts val="0"/>
              </a:spcAft>
              <a:buClr>
                <a:srgbClr val="000000"/>
              </a:buClr>
              <a:buSzPts val="1400"/>
              <a:buFont typeface="Arial"/>
              <a:buNone/>
            </a:pPr>
            <a:r>
              <a:t/>
            </a:r>
            <a:endParaRPr>
              <a:solidFill>
                <a:schemeClr val="dk1"/>
              </a:solidFill>
            </a:endParaRPr>
          </a:p>
          <a:p>
            <a:pPr indent="0" lvl="0" marL="0" rtl="0" algn="l">
              <a:spcBef>
                <a:spcPts val="0"/>
              </a:spcBef>
              <a:spcAft>
                <a:spcPts val="0"/>
              </a:spcAft>
              <a:buClr>
                <a:srgbClr val="000000"/>
              </a:buClr>
              <a:buSzPts val="1400"/>
              <a:buFont typeface="Arial"/>
              <a:buNone/>
            </a:pPr>
            <a:r>
              <a:rPr lang="en">
                <a:solidFill>
                  <a:schemeClr val="dk1"/>
                </a:solidFill>
              </a:rPr>
              <a:t>Autoscaler controls managed instance groups, adding and removing instances using policies. A policy includes the minimum and maximum number of replicas.</a:t>
            </a:r>
            <a:endParaRPr>
              <a:solidFill>
                <a:schemeClr val="dk1"/>
              </a:solidFill>
            </a:endParaRPr>
          </a:p>
          <a:p>
            <a:pPr indent="0" lvl="0" marL="0" rtl="0" algn="l">
              <a:spcBef>
                <a:spcPts val="0"/>
              </a:spcBef>
              <a:spcAft>
                <a:spcPts val="0"/>
              </a:spcAft>
              <a:buClr>
                <a:srgbClr val="000000"/>
              </a:buClr>
              <a:buSzPts val="1400"/>
              <a:buFont typeface="Arial"/>
              <a:buNone/>
            </a:pPr>
            <a:r>
              <a:t/>
            </a:r>
            <a:endParaRPr>
              <a:solidFill>
                <a:schemeClr val="dk1"/>
              </a:solidFill>
            </a:endParaRPr>
          </a:p>
          <a:p>
            <a:pPr indent="0" lvl="0" marL="0" rtl="0" algn="l">
              <a:spcBef>
                <a:spcPts val="0"/>
              </a:spcBef>
              <a:spcAft>
                <a:spcPts val="0"/>
              </a:spcAft>
              <a:buClr>
                <a:srgbClr val="000000"/>
              </a:buClr>
              <a:buSzPts val="1400"/>
              <a:buFont typeface="Arial"/>
              <a:buNone/>
            </a:pPr>
            <a:r>
              <a:rPr lang="en">
                <a:solidFill>
                  <a:schemeClr val="dk1"/>
                </a:solidFill>
              </a:rPr>
              <a:t>In this diagram, n is any number of instance replicas based on a template. The template requisitions resources from Compute Engine, identifies an OS image to boot, and starts new VMs. </a:t>
            </a:r>
            <a:endParaRPr>
              <a:solidFill>
                <a:schemeClr val="dk1"/>
              </a:solidFill>
            </a:endParaRPr>
          </a:p>
          <a:p>
            <a:pPr indent="0" lvl="0" marL="0" rtl="0" algn="l">
              <a:spcBef>
                <a:spcPts val="0"/>
              </a:spcBef>
              <a:spcAft>
                <a:spcPts val="0"/>
              </a:spcAft>
              <a:buClr>
                <a:srgbClr val="000000"/>
              </a:buClr>
              <a:buSzPts val="1400"/>
              <a:buFont typeface="Arial"/>
              <a:buNone/>
            </a:pPr>
            <a:r>
              <a:t/>
            </a:r>
            <a:endParaRPr>
              <a:solidFill>
                <a:schemeClr val="dk1"/>
              </a:solidFill>
            </a:endParaRPr>
          </a:p>
          <a:p>
            <a:pPr indent="0" lvl="0" marL="0" rtl="0" algn="l">
              <a:spcBef>
                <a:spcPts val="0"/>
              </a:spcBef>
              <a:spcAft>
                <a:spcPts val="0"/>
              </a:spcAft>
              <a:buClr>
                <a:srgbClr val="000000"/>
              </a:buClr>
              <a:buSzPts val="1400"/>
              <a:buFont typeface="Arial"/>
              <a:buNone/>
            </a:pPr>
            <a:r>
              <a:rPr lang="en">
                <a:solidFill>
                  <a:schemeClr val="dk1"/>
                </a:solidFill>
              </a:rPr>
              <a:t>Startup and shutdown scripts can be used for many purposes. However, in cases where speed of autoscaling is required, it is a common practice to "bake" customizations and software installation into the OS Image, and use scripts for graceful entry and exit. For example, a shutdown script can be used to notify a load balancer that the instance is going out of service, and not to send any more traffic.</a:t>
            </a:r>
            <a:endParaRPr>
              <a:solidFill>
                <a:schemeClr val="dk1"/>
              </a:solidFil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g5fa610dfc5_0_5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57" name="Google Shape;457;g5fa610dfc5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rgbClr val="000000"/>
              </a:buClr>
              <a:buSzPts val="1400"/>
              <a:buFont typeface="Arial"/>
              <a:buNone/>
            </a:pPr>
            <a:r>
              <a:rPr lang="en">
                <a:solidFill>
                  <a:schemeClr val="dk1"/>
                </a:solidFill>
              </a:rPr>
              <a:t>The percentage utilization that an additional VM contributes depends on the size of the group. The 4th VM added to a group offers 25% increase in capacity to the group. The 10th VM added to a group only offers 10% more capacity, even though the VMs are the same size.</a:t>
            </a:r>
            <a:endParaRPr>
              <a:solidFill>
                <a:schemeClr val="dk1"/>
              </a:solidFill>
            </a:endParaRPr>
          </a:p>
          <a:p>
            <a:pPr indent="0" lvl="0" marL="0" rtl="0" algn="l">
              <a:spcBef>
                <a:spcPts val="0"/>
              </a:spcBef>
              <a:spcAft>
                <a:spcPts val="0"/>
              </a:spcAft>
              <a:buClr>
                <a:srgbClr val="000000"/>
              </a:buClr>
              <a:buSzPts val="1400"/>
              <a:buFont typeface="Arial"/>
              <a:buNone/>
            </a:pPr>
            <a:r>
              <a:t/>
            </a:r>
            <a:endParaRPr>
              <a:solidFill>
                <a:schemeClr val="dk1"/>
              </a:solidFill>
            </a:endParaRPr>
          </a:p>
          <a:p>
            <a:pPr indent="0" lvl="0" marL="0" rtl="0" algn="l">
              <a:spcBef>
                <a:spcPts val="0"/>
              </a:spcBef>
              <a:spcAft>
                <a:spcPts val="0"/>
              </a:spcAft>
              <a:buClr>
                <a:srgbClr val="000000"/>
              </a:buClr>
              <a:buSzPts val="1400"/>
              <a:buFont typeface="Arial"/>
              <a:buNone/>
            </a:pPr>
            <a:r>
              <a:rPr lang="en">
                <a:solidFill>
                  <a:schemeClr val="dk1"/>
                </a:solidFill>
              </a:rPr>
              <a:t>In this case shown in the diagram Autoscaler is conservative and rounds up. In other words, it would prefer to start an extra VM that isn't really needed than to possibly run out of capacity,</a:t>
            </a:r>
            <a:endParaRPr>
              <a:solidFill>
                <a:schemeClr val="dk1"/>
              </a:solidFil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g5fa610dfc5_3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89" name="Google Shape;489;g5fa610dfc5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In this example, removing one VM doesn't get close enough to the target of 75%. Removing a second VM would exceed the target. Autoscaler behaves conservatively. So it will shut down one VM rather than two VMs. It would prefer underutilization over running out of resource when it is needed.</a:t>
            </a:r>
            <a:endParaRPr>
              <a:solidFill>
                <a:schemeClr val="dk1"/>
              </a:solidFil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3" name="Shape 523"/>
        <p:cNvGrpSpPr/>
        <p:nvPr/>
      </p:nvGrpSpPr>
      <p:grpSpPr>
        <a:xfrm>
          <a:off x="0" y="0"/>
          <a:ext cx="0" cy="0"/>
          <a:chOff x="0" y="0"/>
          <a:chExt cx="0" cy="0"/>
        </a:xfrm>
      </p:grpSpPr>
      <p:sp>
        <p:nvSpPr>
          <p:cNvPr id="524" name="Google Shape;524;g5e8e6c49e8_0_194: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25" name="Google Shape;525;g5e8e6c49e8_0_1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Next, we’ll explore how App Engine can run your applications without having you manage the infrastructure.</a:t>
            </a:r>
            <a:endParaRPr>
              <a:solidFill>
                <a:schemeClr val="dk1"/>
              </a:solidFil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 name="Shape 530"/>
        <p:cNvGrpSpPr/>
        <p:nvPr/>
      </p:nvGrpSpPr>
      <p:grpSpPr>
        <a:xfrm>
          <a:off x="0" y="0"/>
          <a:ext cx="0" cy="0"/>
          <a:chOff x="0" y="0"/>
          <a:chExt cx="0" cy="0"/>
        </a:xfrm>
      </p:grpSpPr>
      <p:sp>
        <p:nvSpPr>
          <p:cNvPr id="531" name="Google Shape;531;g5ded287a7e_0_281: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32" name="Google Shape;532;g5ded287a7e_0_2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chemeClr val="dk1"/>
                </a:solidFill>
              </a:rPr>
              <a:t>App Engine allows you to build highly scalable applications on a fully managed, serverless platform.</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App Engine is ideal if time-to-market is highly valuable to you and you want to be able to focus on writing code without ever having to touch a server, cluster, or infrastructure. It’s also ideal if you don’t want to worry about a pager going off or receiving 5xx errors! App Engine allows you to have high availability apps without a complex architecture.</a:t>
            </a:r>
            <a:endParaRPr>
              <a:solidFill>
                <a:schemeClr val="dk1"/>
              </a:solidFil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g5ebdde4ace_0_127: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61" name="Google Shape;561;g5ebdde4ace_0_1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marR="190500" rtl="0" algn="l">
              <a:lnSpc>
                <a:spcPct val="100000"/>
              </a:lnSpc>
              <a:spcBef>
                <a:spcPts val="0"/>
              </a:spcBef>
              <a:spcAft>
                <a:spcPts val="0"/>
              </a:spcAft>
              <a:buNone/>
            </a:pPr>
            <a:r>
              <a:rPr lang="en">
                <a:solidFill>
                  <a:schemeClr val="dk1"/>
                </a:solidFill>
              </a:rPr>
              <a:t>As a fully managed environment, </a:t>
            </a:r>
            <a:r>
              <a:rPr lang="en">
                <a:solidFill>
                  <a:schemeClr val="dk1"/>
                </a:solidFill>
              </a:rPr>
              <a:t>App Engine is the perfect example of a computing platform provided as a service.</a:t>
            </a:r>
            <a:endParaRPr>
              <a:solidFill>
                <a:schemeClr val="dk1"/>
              </a:solidFill>
            </a:endParaRPr>
          </a:p>
          <a:p>
            <a:pPr indent="0" lvl="0" marL="0" marR="190500" rtl="0" algn="l">
              <a:lnSpc>
                <a:spcPct val="100000"/>
              </a:lnSpc>
              <a:spcBef>
                <a:spcPts val="0"/>
              </a:spcBef>
              <a:spcAft>
                <a:spcPts val="0"/>
              </a:spcAft>
              <a:buNone/>
            </a:pPr>
            <a:r>
              <a:t/>
            </a:r>
            <a:endParaRPr>
              <a:solidFill>
                <a:schemeClr val="dk1"/>
              </a:solidFill>
            </a:endParaRPr>
          </a:p>
          <a:p>
            <a:pPr indent="0" lvl="0" marL="0" marR="190500" rtl="0" algn="l">
              <a:lnSpc>
                <a:spcPct val="100000"/>
              </a:lnSpc>
              <a:spcBef>
                <a:spcPts val="0"/>
              </a:spcBef>
              <a:spcAft>
                <a:spcPts val="0"/>
              </a:spcAft>
              <a:buNone/>
            </a:pPr>
            <a:r>
              <a:rPr lang="en">
                <a:solidFill>
                  <a:schemeClr val="dk1"/>
                </a:solidFill>
              </a:rPr>
              <a:t>App Engine can save organizations time and cost in software application development by eliminating the need to buy, build, and operate computing hardware and other infrastructure. This includes no server management and no need to configure deployments. </a:t>
            </a:r>
            <a:r>
              <a:rPr lang="en">
                <a:solidFill>
                  <a:schemeClr val="dk1"/>
                </a:solidFill>
              </a:rPr>
              <a:t>This allows </a:t>
            </a:r>
            <a:r>
              <a:rPr lang="en">
                <a:solidFill>
                  <a:schemeClr val="dk1"/>
                </a:solidFill>
              </a:rPr>
              <a:t>engineering teams to focus on creating high-value applications, instead of no-value operations work.</a:t>
            </a:r>
            <a:endParaRPr>
              <a:solidFill>
                <a:schemeClr val="dk1"/>
              </a:solidFill>
            </a:endParaRPr>
          </a:p>
          <a:p>
            <a:pPr indent="0" lvl="0" marL="0" marR="190500" rtl="0" algn="l">
              <a:lnSpc>
                <a:spcPct val="100000"/>
              </a:lnSpc>
              <a:spcBef>
                <a:spcPts val="0"/>
              </a:spcBef>
              <a:spcAft>
                <a:spcPts val="0"/>
              </a:spcAft>
              <a:buNone/>
            </a:pPr>
            <a:r>
              <a:t/>
            </a:r>
            <a:endParaRPr>
              <a:solidFill>
                <a:schemeClr val="dk1"/>
              </a:solidFill>
            </a:endParaRPr>
          </a:p>
          <a:p>
            <a:pPr indent="0" lvl="0" marL="0" marR="190500" rtl="0" algn="l">
              <a:lnSpc>
                <a:spcPct val="100000"/>
              </a:lnSpc>
              <a:spcBef>
                <a:spcPts val="0"/>
              </a:spcBef>
              <a:spcAft>
                <a:spcPts val="0"/>
              </a:spcAft>
              <a:buNone/>
            </a:pPr>
            <a:r>
              <a:rPr lang="en">
                <a:solidFill>
                  <a:schemeClr val="dk1"/>
                </a:solidFill>
              </a:rPr>
              <a:t>You can quickly build and deploy applications using a range of popular languages like Java, PHP, Node.js, Python, C#, .Net, Ruby and Go, or you can bring your own language runtimes and frameworks. App Engine allows you to manage resources from the command line, debug source code in production, and run API backends easily using industry leading tools such as the Cloud SDK, Cloud Source Repositories, IntelliJ IDEA, Visual Studio, and PowerShell.</a:t>
            </a:r>
            <a:endParaRPr>
              <a:solidFill>
                <a:schemeClr val="dk1"/>
              </a:solidFill>
            </a:endParaRPr>
          </a:p>
          <a:p>
            <a:pPr indent="0" lvl="0" marL="0" marR="190500" rtl="0" algn="l">
              <a:lnSpc>
                <a:spcPct val="100000"/>
              </a:lnSpc>
              <a:spcBef>
                <a:spcPts val="0"/>
              </a:spcBef>
              <a:spcAft>
                <a:spcPts val="0"/>
              </a:spcAft>
              <a:buNone/>
            </a:pPr>
            <a:r>
              <a:t/>
            </a:r>
            <a:endParaRPr>
              <a:solidFill>
                <a:schemeClr val="dk1"/>
              </a:solidFill>
            </a:endParaRPr>
          </a:p>
          <a:p>
            <a:pPr indent="0" lvl="0" marL="0" marR="190500" rtl="0" algn="l">
              <a:lnSpc>
                <a:spcPct val="100000"/>
              </a:lnSpc>
              <a:spcBef>
                <a:spcPts val="0"/>
              </a:spcBef>
              <a:spcAft>
                <a:spcPts val="0"/>
              </a:spcAft>
              <a:buNone/>
            </a:pPr>
            <a:r>
              <a:rPr lang="en">
                <a:solidFill>
                  <a:schemeClr val="dk1"/>
                </a:solidFill>
              </a:rPr>
              <a:t>App Engine automatically scales depending on the application traffic and consumes resources only when code is running. This allows costs to be kept to a minimum.</a:t>
            </a:r>
            <a:endParaRPr>
              <a:solidFill>
                <a:schemeClr val="dk1"/>
              </a:solidFil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1" name="Shape 581"/>
        <p:cNvGrpSpPr/>
        <p:nvPr/>
      </p:nvGrpSpPr>
      <p:grpSpPr>
        <a:xfrm>
          <a:off x="0" y="0"/>
          <a:ext cx="0" cy="0"/>
          <a:chOff x="0" y="0"/>
          <a:chExt cx="0" cy="0"/>
        </a:xfrm>
      </p:grpSpPr>
      <p:sp>
        <p:nvSpPr>
          <p:cNvPr id="582" name="Google Shape;582;g5e952984c6_1_234: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83" name="Google Shape;583;g5e952984c6_1_2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You can run your applications in App Engine using a standard or flexible environment. You can also choose to simultaneously use both environments and allow your services to take advantage of each environment's individual benefits.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Clr>
                <a:srgbClr val="000000"/>
              </a:buClr>
              <a:buSzPts val="1400"/>
              <a:buFont typeface="Arial"/>
              <a:buNone/>
            </a:pPr>
            <a:r>
              <a:rPr lang="en">
                <a:solidFill>
                  <a:schemeClr val="dk1"/>
                </a:solidFill>
              </a:rPr>
              <a:t>The s</a:t>
            </a:r>
            <a:r>
              <a:rPr lang="en">
                <a:solidFill>
                  <a:schemeClr val="dk1"/>
                </a:solidFill>
              </a:rPr>
              <a:t>tandard environment offers a fully managed infrastructure for your application that can scale down to zero if not in use. This means you stop paying to use the service. However, your applications must conform to the docked-down environment of App Engine Standard.  Only the specific version of a few runtimes is supported. You cannot log into the system to make changes, you cannot write to persistent disk, and the configuration of the environment is limited.</a:t>
            </a:r>
            <a:endParaRPr>
              <a:solidFill>
                <a:schemeClr val="dk1"/>
              </a:solidFill>
            </a:endParaRPr>
          </a:p>
          <a:p>
            <a:pPr indent="0" lvl="0" marL="0" rtl="0" algn="l">
              <a:spcBef>
                <a:spcPts val="0"/>
              </a:spcBef>
              <a:spcAft>
                <a:spcPts val="0"/>
              </a:spcAft>
              <a:buClr>
                <a:srgbClr val="000000"/>
              </a:buClr>
              <a:buSzPts val="1400"/>
              <a:buFont typeface="Arial"/>
              <a:buNone/>
            </a:pPr>
            <a:r>
              <a:t/>
            </a:r>
            <a:endParaRPr>
              <a:solidFill>
                <a:schemeClr val="dk1"/>
              </a:solidFill>
            </a:endParaRPr>
          </a:p>
          <a:p>
            <a:pPr indent="0" lvl="0" marL="0" rtl="0" algn="l">
              <a:spcBef>
                <a:spcPts val="0"/>
              </a:spcBef>
              <a:spcAft>
                <a:spcPts val="0"/>
              </a:spcAft>
              <a:buClr>
                <a:srgbClr val="000000"/>
              </a:buClr>
              <a:buSzPts val="1400"/>
              <a:buFont typeface="Arial"/>
              <a:buNone/>
            </a:pPr>
            <a:r>
              <a:rPr lang="en">
                <a:solidFill>
                  <a:schemeClr val="dk1"/>
                </a:solidFill>
              </a:rPr>
              <a:t>App Engine Flexible runs your application in a Docker container environment.  </a:t>
            </a:r>
            <a:r>
              <a:rPr lang="en">
                <a:solidFill>
                  <a:schemeClr val="dk1"/>
                </a:solidFill>
              </a:rPr>
              <a:t>You can use any HTTP-based runtime.  The virtual machines are exposed, allowing you to log into them and write to persistent disks. </a:t>
            </a:r>
            <a:r>
              <a:rPr lang="en">
                <a:solidFill>
                  <a:schemeClr val="dk1"/>
                </a:solidFill>
              </a:rPr>
              <a:t>However, the system will not scale to zero. You will still pay for the service even if users aren’t using your application. Because VM instances in the flexible environment are Compute Engine virtual machines, there are far more options for infrastructure customization. You are also able to take advantage of a wide array of CPU and memory configurations.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In summary, if you just need a high-performance, managed infrastructure and can conform to the strict runtime limitations, then App Engine Standard is a great option. If you need to use custom runtimes, or if you need a less rigid environment but still want to leverage a PaaS, then App Engine Flexible would be a more suitable option.</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Further information on comparing high-level features: </a:t>
            </a:r>
            <a:r>
              <a:rPr lang="en" u="sng">
                <a:solidFill>
                  <a:srgbClr val="185ABC"/>
                </a:solidFill>
                <a:hlinkClick r:id="rId2">
                  <a:extLst>
                    <a:ext uri="{A12FA001-AC4F-418D-AE19-62706E023703}">
                      <ahyp:hlinkClr val="tx"/>
                    </a:ext>
                  </a:extLst>
                </a:hlinkClick>
              </a:rPr>
              <a:t>https://cloud.google.com/appengine/docs/the-appengine-environments#comparing_high-level_features</a:t>
            </a:r>
            <a:endParaRPr>
              <a:solidFill>
                <a:srgbClr val="185ABC"/>
              </a:solidFil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1" name="Shape 591"/>
        <p:cNvGrpSpPr/>
        <p:nvPr/>
      </p:nvGrpSpPr>
      <p:grpSpPr>
        <a:xfrm>
          <a:off x="0" y="0"/>
          <a:ext cx="0" cy="0"/>
          <a:chOff x="0" y="0"/>
          <a:chExt cx="0" cy="0"/>
        </a:xfrm>
      </p:grpSpPr>
      <p:sp>
        <p:nvSpPr>
          <p:cNvPr id="592" name="Google Shape;592;g5fa610dfc5_0_127: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93" name="Google Shape;593;g5fa610dfc5_0_1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rgbClr val="000000"/>
              </a:buClr>
              <a:buSzPts val="1400"/>
              <a:buFont typeface="Arial"/>
              <a:buNone/>
            </a:pPr>
            <a:r>
              <a:rPr lang="en">
                <a:solidFill>
                  <a:schemeClr val="dk1"/>
                </a:solidFill>
              </a:rPr>
              <a:t>T</a:t>
            </a:r>
            <a:r>
              <a:rPr lang="en">
                <a:solidFill>
                  <a:schemeClr val="dk1"/>
                </a:solidFill>
              </a:rPr>
              <a:t>he front end is often critical to the user experience. To ensure consistent performance, the built in load balancer will distribute traffic to multiple front ends and scale the front end as necessary. The back end is for more intensive processing. This separation of function allows each part to scale as needed.</a:t>
            </a:r>
            <a:endParaRPr>
              <a:solidFill>
                <a:schemeClr val="dk1"/>
              </a:solidFill>
            </a:endParaRPr>
          </a:p>
          <a:p>
            <a:pPr indent="0" lvl="0" marL="0" rtl="0" algn="l">
              <a:spcBef>
                <a:spcPts val="0"/>
              </a:spcBef>
              <a:spcAft>
                <a:spcPts val="0"/>
              </a:spcAft>
              <a:buClr>
                <a:srgbClr val="000000"/>
              </a:buClr>
              <a:buSzPts val="1400"/>
              <a:buFont typeface="Arial"/>
              <a:buNone/>
            </a:pPr>
            <a:r>
              <a:t/>
            </a:r>
            <a:endParaRPr>
              <a:solidFill>
                <a:schemeClr val="dk1"/>
              </a:solidFill>
            </a:endParaRPr>
          </a:p>
          <a:p>
            <a:pPr indent="0" lvl="0" marL="0" rtl="0" algn="l">
              <a:spcBef>
                <a:spcPts val="0"/>
              </a:spcBef>
              <a:spcAft>
                <a:spcPts val="0"/>
              </a:spcAft>
              <a:buClr>
                <a:srgbClr val="000000"/>
              </a:buClr>
              <a:buSzPts val="1400"/>
              <a:buFont typeface="Arial"/>
              <a:buNone/>
            </a:pPr>
            <a:r>
              <a:rPr lang="en">
                <a:solidFill>
                  <a:schemeClr val="dk1"/>
                </a:solidFill>
              </a:rPr>
              <a:t>Note that the App Engine service is modular and this example shows a single service. More complex architectures are possible.</a:t>
            </a:r>
            <a:endParaRPr>
              <a:solidFill>
                <a:schemeClr val="dk1"/>
              </a:solidFil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5" name="Shape 665"/>
        <p:cNvGrpSpPr/>
        <p:nvPr/>
      </p:nvGrpSpPr>
      <p:grpSpPr>
        <a:xfrm>
          <a:off x="0" y="0"/>
          <a:ext cx="0" cy="0"/>
          <a:chOff x="0" y="0"/>
          <a:chExt cx="0" cy="0"/>
        </a:xfrm>
      </p:grpSpPr>
      <p:sp>
        <p:nvSpPr>
          <p:cNvPr id="666" name="Google Shape;666;g5fa610dfc5_0_222: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67" name="Google Shape;667;g5fa610dfc5_0_2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chemeClr val="dk1"/>
                </a:solidFill>
              </a:rPr>
              <a:t>When using </a:t>
            </a:r>
            <a:r>
              <a:rPr lang="en">
                <a:solidFill>
                  <a:schemeClr val="dk1"/>
                </a:solidFill>
              </a:rPr>
              <a:t>App Engine, you also have multiple options to store application data, including caching through App Engine memcache, Cloud Storage for any objects up to 5 TB in size, Datastore for persistent, low-latency memory for serving data to applications, Cloud SQL, which is a relational database that can be run on a persistent disk greater than 1 terabyte in size, and Cloud Bigtable, which is a NoSQL database for heavy read/writes and analysis.</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rPr lang="en">
                <a:solidFill>
                  <a:schemeClr val="dk1"/>
                </a:solidFill>
              </a:rPr>
              <a:t>The automatic scaling of App Engine allows you to meet any demand, and load balancing distributes load-balanced compute resources in single or multiple regions close to users to meet high availability requirements.</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rPr lang="en">
                <a:solidFill>
                  <a:schemeClr val="dk1"/>
                </a:solidFill>
              </a:rPr>
              <a:t>With App Engine you can e</a:t>
            </a:r>
            <a:r>
              <a:rPr lang="en">
                <a:solidFill>
                  <a:schemeClr val="dk1"/>
                </a:solidFill>
              </a:rPr>
              <a:t>asily host different versions of your app, which includes creating development, test, staging, and production environments.</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rPr lang="en">
                <a:solidFill>
                  <a:schemeClr val="dk1"/>
                </a:solidFill>
              </a:rPr>
              <a:t>Google Cloud’s operations suite gives you powerful application diagnostics to debug and monitor the health and performance of your app, and you can leverage robust security tools like Cloud Security Spanner.</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rPr lang="en">
                <a:solidFill>
                  <a:schemeClr val="dk1"/>
                </a:solidFill>
              </a:rPr>
              <a:t>All of this is provided with high availability and guaranteed redundancy.</a:t>
            </a:r>
            <a:endParaRPr>
              <a:solidFill>
                <a:schemeClr val="dk1"/>
              </a:solidFil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5" name="Shape 705"/>
        <p:cNvGrpSpPr/>
        <p:nvPr/>
      </p:nvGrpSpPr>
      <p:grpSpPr>
        <a:xfrm>
          <a:off x="0" y="0"/>
          <a:ext cx="0" cy="0"/>
          <a:chOff x="0" y="0"/>
          <a:chExt cx="0" cy="0"/>
        </a:xfrm>
      </p:grpSpPr>
      <p:sp>
        <p:nvSpPr>
          <p:cNvPr id="706" name="Google Shape;706;g5e8e6c49e8_0_24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07" name="Google Shape;707;g5e8e6c49e8_0_2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Now we’ll deploy an application using App Engine through a hands-on lab.</a:t>
            </a:r>
            <a:endParaRPr>
              <a:solidFill>
                <a:schemeClr val="dk1"/>
              </a:solidFil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2" name="Shape 712"/>
        <p:cNvGrpSpPr/>
        <p:nvPr/>
      </p:nvGrpSpPr>
      <p:grpSpPr>
        <a:xfrm>
          <a:off x="0" y="0"/>
          <a:ext cx="0" cy="0"/>
          <a:chOff x="0" y="0"/>
          <a:chExt cx="0" cy="0"/>
        </a:xfrm>
      </p:grpSpPr>
      <p:sp>
        <p:nvSpPr>
          <p:cNvPr id="713" name="Google Shape;713;g5e8e6c49e8_0_246: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14" name="Google Shape;714;g5e8e6c49e8_0_2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In this lab, we’ll create a small App Engine application that displays a short message.</a:t>
            </a:r>
            <a:endParaRPr>
              <a:solidFill>
                <a:schemeClr val="dk1"/>
              </a:solidFil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0" name="Shape 720"/>
        <p:cNvGrpSpPr/>
        <p:nvPr/>
      </p:nvGrpSpPr>
      <p:grpSpPr>
        <a:xfrm>
          <a:off x="0" y="0"/>
          <a:ext cx="0" cy="0"/>
          <a:chOff x="0" y="0"/>
          <a:chExt cx="0" cy="0"/>
        </a:xfrm>
      </p:grpSpPr>
      <p:sp>
        <p:nvSpPr>
          <p:cNvPr id="721" name="Google Shape;721;g5e8e6c49e8_0_252: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22" name="Google Shape;722;g5e8e6c49e8_0_2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By completing the lab, you’ll d</a:t>
            </a:r>
            <a:r>
              <a:rPr lang="en">
                <a:solidFill>
                  <a:schemeClr val="dk1"/>
                </a:solidFill>
              </a:rPr>
              <a:t>ownload an application, test the application, and deploy the application.</a:t>
            </a:r>
            <a:endParaRPr>
              <a:solidFill>
                <a:schemeClr val="dk1"/>
              </a:solidFil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8" name="Shape 728"/>
        <p:cNvGrpSpPr/>
        <p:nvPr/>
      </p:nvGrpSpPr>
      <p:grpSpPr>
        <a:xfrm>
          <a:off x="0" y="0"/>
          <a:ext cx="0" cy="0"/>
          <a:chOff x="0" y="0"/>
          <a:chExt cx="0" cy="0"/>
        </a:xfrm>
      </p:grpSpPr>
      <p:sp>
        <p:nvSpPr>
          <p:cNvPr id="729" name="Google Shape;729;g87e73852ab_0_11: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30" name="Google Shape;730;g87e73852ab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In this lab, we’ll </a:t>
            </a:r>
            <a:r>
              <a:rPr lang="en">
                <a:solidFill>
                  <a:schemeClr val="dk1"/>
                </a:solidFill>
              </a:rPr>
              <a:t>deploy a Python Flask web application to the App Engine Flexible environment</a:t>
            </a:r>
            <a:r>
              <a:rPr lang="en">
                <a:solidFill>
                  <a:schemeClr val="dk1"/>
                </a:solidFill>
              </a:rPr>
              <a:t>.</a:t>
            </a:r>
            <a:endParaRPr>
              <a:solidFill>
                <a:schemeClr val="dk1"/>
              </a:solidFil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6" name="Shape 736"/>
        <p:cNvGrpSpPr/>
        <p:nvPr/>
      </p:nvGrpSpPr>
      <p:grpSpPr>
        <a:xfrm>
          <a:off x="0" y="0"/>
          <a:ext cx="0" cy="0"/>
          <a:chOff x="0" y="0"/>
          <a:chExt cx="0" cy="0"/>
        </a:xfrm>
      </p:grpSpPr>
      <p:sp>
        <p:nvSpPr>
          <p:cNvPr id="737" name="Google Shape;737;g87e73852ab_0_17: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38" name="Google Shape;738;g87e73852ab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By completing the lab, you’ll </a:t>
            </a:r>
            <a:r>
              <a:rPr lang="en">
                <a:solidFill>
                  <a:schemeClr val="dk1"/>
                </a:solidFill>
              </a:rPr>
              <a:t>deploy a simple web application to the App Engine flexible environment, access the Google Cloud client libraries for Vision, Storage, and Datastore, and use the Cloud Shell.</a:t>
            </a:r>
            <a:endParaRPr>
              <a:solidFill>
                <a:schemeClr val="dk1"/>
              </a:solidFill>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4" name="Shape 744"/>
        <p:cNvGrpSpPr/>
        <p:nvPr/>
      </p:nvGrpSpPr>
      <p:grpSpPr>
        <a:xfrm>
          <a:off x="0" y="0"/>
          <a:ext cx="0" cy="0"/>
          <a:chOff x="0" y="0"/>
          <a:chExt cx="0" cy="0"/>
        </a:xfrm>
      </p:grpSpPr>
      <p:sp>
        <p:nvSpPr>
          <p:cNvPr id="745" name="Google Shape;745;g5e8e6c49e8_0_257: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46" name="Google Shape;746;g5e8e6c49e8_0_2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Cloud Functions is serverless code that allows you to run it based on certain events. We’ll learn how it works in this topic.</a:t>
            </a:r>
            <a:endParaRPr>
              <a:solidFill>
                <a:schemeClr val="dk1"/>
              </a:solidFill>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1" name="Shape 751"/>
        <p:cNvGrpSpPr/>
        <p:nvPr/>
      </p:nvGrpSpPr>
      <p:grpSpPr>
        <a:xfrm>
          <a:off x="0" y="0"/>
          <a:ext cx="0" cy="0"/>
          <a:chOff x="0" y="0"/>
          <a:chExt cx="0" cy="0"/>
        </a:xfrm>
      </p:grpSpPr>
      <p:sp>
        <p:nvSpPr>
          <p:cNvPr id="752" name="Google Shape;752;g5ebdde4ace_0_249: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53" name="Google Shape;753;g5ebdde4ace_0_2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Developer agility comes from building systems composed of small, independent units of functionality focused on doing one thing well. Cloud Functions lets users build and deploy services at the level of a single function, not at the level of entire applications, containers, or VMs.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Cloud Functions are ideal if you need to connect and extend cloud services and want to automate with event-driven functions that respond to cloud events. It’s also ideal if you want to use open and familiar </a:t>
            </a:r>
            <a:r>
              <a:rPr lang="en">
                <a:solidFill>
                  <a:schemeClr val="dk1"/>
                </a:solidFill>
              </a:rPr>
              <a:t>Node</a:t>
            </a:r>
            <a:r>
              <a:rPr lang="en">
                <a:solidFill>
                  <a:schemeClr val="dk1"/>
                </a:solidFill>
              </a:rPr>
              <a:t>.js, Python, or Go,  while never managing a server or runtime environment.</a:t>
            </a:r>
            <a:endParaRPr>
              <a:solidFill>
                <a:schemeClr val="dk1"/>
              </a:solidFill>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0" name="Shape 780"/>
        <p:cNvGrpSpPr/>
        <p:nvPr/>
      </p:nvGrpSpPr>
      <p:grpSpPr>
        <a:xfrm>
          <a:off x="0" y="0"/>
          <a:ext cx="0" cy="0"/>
          <a:chOff x="0" y="0"/>
          <a:chExt cx="0" cy="0"/>
        </a:xfrm>
      </p:grpSpPr>
      <p:sp>
        <p:nvSpPr>
          <p:cNvPr id="781" name="Google Shape;781;g5ded287a7e_0_297: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82" name="Google Shape;782;g5ded287a7e_0_2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Cloud Functions provides a connective layer of logic that lets users write code to connect and extend cloud services. Users can listen and respond to a file upload to Cloud Storage, a log change, or an incoming message on a Pub/Sub topic. Cloud Functions have access to the Google Service Account credential and are therefore seamlessly authenticated with the majority of the </a:t>
            </a:r>
            <a:r>
              <a:rPr lang="en">
                <a:solidFill>
                  <a:schemeClr val="dk1"/>
                </a:solidFill>
              </a:rPr>
              <a:t>Google Cloud</a:t>
            </a:r>
            <a:r>
              <a:rPr lang="en">
                <a:solidFill>
                  <a:schemeClr val="dk1"/>
                </a:solidFill>
              </a:rPr>
              <a:t> services, such as Datastore, Cloud Spanner, Cloud Translation API, and Vision API.</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rPr lang="en">
                <a:solidFill>
                  <a:schemeClr val="dk1"/>
                </a:solidFill>
              </a:rPr>
              <a:t>Cloud events are things that happen in the cloud environment. These might be things like changes to data in a database, files added to a storage system, or a new virtual machine instance being created. Events occur whether or not users choose to respond to them. Users can create a response to an event with a trigger. A trigger is a declaration that they are interested in a certain event or set of events. Binding a function to a trigger allows them to capture and act on events.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Cloud Functions removes the work of managing servers, configuring software, updating frameworks, and patching operating systems. The software and infrastructure are fully managed by Google so that users just add code. Furthermore, provisioning of resources happens automatically in response to events. This means that a function can scale from a few invocations a day to many millions of invocations without any additional work for users.</a:t>
            </a:r>
            <a:endParaRPr>
              <a:solidFill>
                <a:schemeClr val="dk1"/>
              </a:solidFill>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7" name="Shape 797"/>
        <p:cNvGrpSpPr/>
        <p:nvPr/>
      </p:nvGrpSpPr>
      <p:grpSpPr>
        <a:xfrm>
          <a:off x="0" y="0"/>
          <a:ext cx="0" cy="0"/>
          <a:chOff x="0" y="0"/>
          <a:chExt cx="0" cy="0"/>
        </a:xfrm>
      </p:grpSpPr>
      <p:sp>
        <p:nvSpPr>
          <p:cNvPr id="798" name="Google Shape;798;g5face7299d_4_23: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99" name="Google Shape;799;g5face7299d_4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Events happen all the time within a system, like file uploads to Cloud Storage, changes to database records, requests to HTTP endpoints, and so on. By writing code that runs in response to those events, Cloud Functions runs it while automatically managing any underlying infrastructure. Cloud Functions connects and extends cloud services with code so you can treat them as building blocks and adjust them as your needs change. You can also extend your application using a broad ecosystem of third-party services and APIs.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A cloud service emits some kind of event. This can be a Pub/Sub message, a change to a cloud storage object, or a webhook for example. The event kicks off a Cloud Function. The function can be written in Node, Python, or Go. The function can invoke other services, and write back the results. Building infrastructure is not required when leveraging Cloud Functions.</a:t>
            </a:r>
            <a:endParaRPr>
              <a:solidFill>
                <a:schemeClr val="dk1"/>
              </a:solidFill>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3" name="Shape 823"/>
        <p:cNvGrpSpPr/>
        <p:nvPr/>
      </p:nvGrpSpPr>
      <p:grpSpPr>
        <a:xfrm>
          <a:off x="0" y="0"/>
          <a:ext cx="0" cy="0"/>
          <a:chOff x="0" y="0"/>
          <a:chExt cx="0" cy="0"/>
        </a:xfrm>
      </p:grpSpPr>
      <p:sp>
        <p:nvSpPr>
          <p:cNvPr id="824" name="Google Shape;824;g5e8e6c49e8_0_333: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25" name="Google Shape;825;g5e8e6c49e8_0_3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Now we’ll create a cloud function by completing another hands-on lab.</a:t>
            </a:r>
            <a:endParaRPr>
              <a:solidFill>
                <a:schemeClr val="dk1"/>
              </a:solidFill>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0" name="Shape 830"/>
        <p:cNvGrpSpPr/>
        <p:nvPr/>
      </p:nvGrpSpPr>
      <p:grpSpPr>
        <a:xfrm>
          <a:off x="0" y="0"/>
          <a:ext cx="0" cy="0"/>
          <a:chOff x="0" y="0"/>
          <a:chExt cx="0" cy="0"/>
        </a:xfrm>
      </p:grpSpPr>
      <p:sp>
        <p:nvSpPr>
          <p:cNvPr id="831" name="Google Shape;831;g5e8e6c49e8_0_34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32" name="Google Shape;832;g5e8e6c49e8_0_3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In this lab, we’ll create, deploy, and test a cloud function using the Cloud Shell command line.</a:t>
            </a:r>
            <a:endParaRPr>
              <a:solidFill>
                <a:schemeClr val="dk1"/>
              </a:solidFill>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8" name="Shape 838"/>
        <p:cNvGrpSpPr/>
        <p:nvPr/>
      </p:nvGrpSpPr>
      <p:grpSpPr>
        <a:xfrm>
          <a:off x="0" y="0"/>
          <a:ext cx="0" cy="0"/>
          <a:chOff x="0" y="0"/>
          <a:chExt cx="0" cy="0"/>
        </a:xfrm>
      </p:grpSpPr>
      <p:sp>
        <p:nvSpPr>
          <p:cNvPr id="839" name="Google Shape;839;g5e8e6c49e8_0_351: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40" name="Google Shape;840;g5e8e6c49e8_0_3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By completing the lab, you’ll c</a:t>
            </a:r>
            <a:r>
              <a:rPr lang="en">
                <a:solidFill>
                  <a:schemeClr val="dk1"/>
                </a:solidFill>
              </a:rPr>
              <a:t>reate a simple cloud function, deploy and test the function, and view logs.</a:t>
            </a:r>
            <a:endParaRPr>
              <a:solidFill>
                <a:schemeClr val="dk1"/>
              </a:solidFill>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6" name="Shape 846"/>
        <p:cNvGrpSpPr/>
        <p:nvPr/>
      </p:nvGrpSpPr>
      <p:grpSpPr>
        <a:xfrm>
          <a:off x="0" y="0"/>
          <a:ext cx="0" cy="0"/>
          <a:chOff x="0" y="0"/>
          <a:chExt cx="0" cy="0"/>
        </a:xfrm>
      </p:grpSpPr>
      <p:sp>
        <p:nvSpPr>
          <p:cNvPr id="847" name="Google Shape;847;g87e73852ab_0_23: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48" name="Google Shape;848;g87e73852ab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 this lab, we’ll create, deploy, and test a cloud function using the Cloud Console.</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4" name="Shape 854"/>
        <p:cNvGrpSpPr/>
        <p:nvPr/>
      </p:nvGrpSpPr>
      <p:grpSpPr>
        <a:xfrm>
          <a:off x="0" y="0"/>
          <a:ext cx="0" cy="0"/>
          <a:chOff x="0" y="0"/>
          <a:chExt cx="0" cy="0"/>
        </a:xfrm>
      </p:grpSpPr>
      <p:sp>
        <p:nvSpPr>
          <p:cNvPr id="855" name="Google Shape;855;g87e73852ab_0_29: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56" name="Google Shape;856;g87e73852ab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By completing the lab, you’ll create a cloud function, deploy and test the function, and view logs.</a:t>
            </a:r>
            <a:endParaRPr>
              <a:solidFill>
                <a:schemeClr val="dk1"/>
              </a:solidFill>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2" name="Shape 862"/>
        <p:cNvGrpSpPr/>
        <p:nvPr/>
      </p:nvGrpSpPr>
      <p:grpSpPr>
        <a:xfrm>
          <a:off x="0" y="0"/>
          <a:ext cx="0" cy="0"/>
          <a:chOff x="0" y="0"/>
          <a:chExt cx="0" cy="0"/>
        </a:xfrm>
      </p:grpSpPr>
      <p:sp>
        <p:nvSpPr>
          <p:cNvPr id="863" name="Google Shape;863;g5e8e6c49e8_0_339: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64" name="Google Shape;864;g5e8e6c49e8_0_3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In this final topic, we’ll learn how to leverage Google Kubernetes Engine.</a:t>
            </a:r>
            <a:endParaRPr>
              <a:solidFill>
                <a:schemeClr val="dk1"/>
              </a:solidFill>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9" name="Shape 869"/>
        <p:cNvGrpSpPr/>
        <p:nvPr/>
      </p:nvGrpSpPr>
      <p:grpSpPr>
        <a:xfrm>
          <a:off x="0" y="0"/>
          <a:ext cx="0" cy="0"/>
          <a:chOff x="0" y="0"/>
          <a:chExt cx="0" cy="0"/>
        </a:xfrm>
      </p:grpSpPr>
      <p:sp>
        <p:nvSpPr>
          <p:cNvPr id="870" name="Google Shape;870;g5face7299d_4_52: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71" name="Google Shape;871;g5face7299d_4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chemeClr val="dk1"/>
                </a:solidFill>
              </a:rPr>
              <a:t>We’ve already discussed the spectrum between infrastructure as a service and platform as a service. And we've already discussed Compute Engine, which is the IaaS offering of </a:t>
            </a:r>
            <a:r>
              <a:rPr lang="en">
                <a:solidFill>
                  <a:schemeClr val="dk1"/>
                </a:solidFill>
              </a:rPr>
              <a:t>Google Cloud</a:t>
            </a:r>
            <a:r>
              <a:rPr lang="en">
                <a:solidFill>
                  <a:schemeClr val="dk1"/>
                </a:solidFill>
              </a:rPr>
              <a:t>, with access to servers, file systems, and networking.</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rPr lang="en">
                <a:solidFill>
                  <a:schemeClr val="dk1"/>
                </a:solidFill>
              </a:rPr>
              <a:t>Now we'll introduce you to c</a:t>
            </a:r>
            <a:r>
              <a:rPr lang="en">
                <a:solidFill>
                  <a:schemeClr val="dk1"/>
                </a:solidFill>
              </a:rPr>
              <a:t>ontainers and </a:t>
            </a:r>
            <a:r>
              <a:rPr lang="en">
                <a:solidFill>
                  <a:schemeClr val="dk1"/>
                </a:solidFill>
              </a:rPr>
              <a:t>GKE, which is a hybrid that conceptually sits between the two, offering the managed infrastructure of an IaaS, with the developer orientation of a PaaS offering.</a:t>
            </a:r>
            <a:endParaRPr>
              <a:solidFill>
                <a:schemeClr val="dk1"/>
              </a:solidFill>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8" name="Shape 888"/>
        <p:cNvGrpSpPr/>
        <p:nvPr/>
      </p:nvGrpSpPr>
      <p:grpSpPr>
        <a:xfrm>
          <a:off x="0" y="0"/>
          <a:ext cx="0" cy="0"/>
          <a:chOff x="0" y="0"/>
          <a:chExt cx="0" cy="0"/>
        </a:xfrm>
      </p:grpSpPr>
      <p:sp>
        <p:nvSpPr>
          <p:cNvPr id="889" name="Google Shape;889;g5ebdde4ace_0_223: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90" name="Google Shape;890;g5ebdde4ace_0_2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GKE is ideal for those that have been challenged when deploying or maintaining a fleet of VMs, and it’s been determined that containers are the solution. It’s also ideal when organizations have containerized the workloads and need a system on which to run and manage them, and d</a:t>
            </a:r>
            <a:r>
              <a:rPr lang="en">
                <a:solidFill>
                  <a:schemeClr val="dk1"/>
                </a:solidFill>
              </a:rPr>
              <a:t>on’t have dependencies on kernel changes or on a specific (non-Linux) operating system. W</a:t>
            </a:r>
            <a:r>
              <a:rPr lang="en">
                <a:solidFill>
                  <a:schemeClr val="dk1"/>
                </a:solidFill>
              </a:rPr>
              <a:t>ith GKE, there’s no need to ever touch a server or infrastructure.</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So how does containerization work?</a:t>
            </a:r>
            <a:endParaRPr>
              <a:solidFill>
                <a:schemeClr val="dk1"/>
              </a:solidFill>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6" name="Shape 916"/>
        <p:cNvGrpSpPr/>
        <p:nvPr/>
      </p:nvGrpSpPr>
      <p:grpSpPr>
        <a:xfrm>
          <a:off x="0" y="0"/>
          <a:ext cx="0" cy="0"/>
          <a:chOff x="0" y="0"/>
          <a:chExt cx="0" cy="0"/>
        </a:xfrm>
      </p:grpSpPr>
      <p:sp>
        <p:nvSpPr>
          <p:cNvPr id="917" name="Google Shape;917;g5ea0599868_0_11: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18" name="Google Shape;918;g5ea0599868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a:t>
            </a:r>
            <a:r>
              <a:rPr lang="en">
                <a:solidFill>
                  <a:schemeClr val="dk1"/>
                </a:solidFill>
              </a:rPr>
              <a:t>nfrastructure as a service allows you to share compute resources with other developers by virtualizing the hardware using virtual machines. Each developer can deploy their own operating system, access the hardware, and build their applications in a self-contained environment with access to their own runtimes and libraries as well as their own partitions of RAM, file systems, networking interfaces, and so on.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You have your tools of choice on your own configurable system. So you can install your favorite runtime, web server, database, or middleware, configure the underlying system resources, such as disk space, disk I/O, or networking and build as you like.</a:t>
            </a:r>
            <a:endParaRPr>
              <a:solidFill>
                <a:schemeClr val="dk1"/>
              </a:solidFill>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8" name="Shape 938"/>
        <p:cNvGrpSpPr/>
        <p:nvPr/>
      </p:nvGrpSpPr>
      <p:grpSpPr>
        <a:xfrm>
          <a:off x="0" y="0"/>
          <a:ext cx="0" cy="0"/>
          <a:chOff x="0" y="0"/>
          <a:chExt cx="0" cy="0"/>
        </a:xfrm>
      </p:grpSpPr>
      <p:sp>
        <p:nvSpPr>
          <p:cNvPr id="939" name="Google Shape;939;g5ea0599868_0_1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40" name="Google Shape;940;g5ea0599868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But flexibility comes with a cost. The smallest unit of compute is an app with its VM. The guest OS may be large, even gigabytes in size, and takes minutes to boot. </a:t>
            </a:r>
            <a:endParaRPr>
              <a:solidFill>
                <a:schemeClr val="dk1"/>
              </a:solidFill>
            </a:endParaRPr>
          </a:p>
          <a:p>
            <a:pPr indent="0" lvl="0" marL="0" rtl="0" algn="l">
              <a:spcBef>
                <a:spcPts val="0"/>
              </a:spcBef>
              <a:spcAft>
                <a:spcPts val="0"/>
              </a:spcAft>
              <a:buClr>
                <a:srgbClr val="4285F4"/>
              </a:buClr>
              <a:buSzPts val="1100"/>
              <a:buFont typeface="Arial"/>
              <a:buNone/>
            </a:pPr>
            <a:r>
              <a:t/>
            </a:r>
            <a:endParaRPr>
              <a:solidFill>
                <a:schemeClr val="dk1"/>
              </a:solidFill>
            </a:endParaRPr>
          </a:p>
          <a:p>
            <a:pPr indent="0" lvl="0" marL="0" rtl="0" algn="l">
              <a:spcBef>
                <a:spcPts val="0"/>
              </a:spcBef>
              <a:spcAft>
                <a:spcPts val="0"/>
              </a:spcAft>
              <a:buClr>
                <a:srgbClr val="4285F4"/>
              </a:buClr>
              <a:buSzPts val="1100"/>
              <a:buFont typeface="Arial"/>
              <a:buNone/>
            </a:pPr>
            <a:r>
              <a:rPr lang="en">
                <a:solidFill>
                  <a:schemeClr val="dk1"/>
                </a:solidFill>
              </a:rPr>
              <a:t>As demand for your application increases, you have to copy an entire VM and boot the guest OS for each instance of your app, which can be slow and costly.</a:t>
            </a:r>
            <a:endParaRPr>
              <a:solidFill>
                <a:schemeClr val="dk1"/>
              </a:solidFill>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9" name="Shape 969"/>
        <p:cNvGrpSpPr/>
        <p:nvPr/>
      </p:nvGrpSpPr>
      <p:grpSpPr>
        <a:xfrm>
          <a:off x="0" y="0"/>
          <a:ext cx="0" cy="0"/>
          <a:chOff x="0" y="0"/>
          <a:chExt cx="0" cy="0"/>
        </a:xfrm>
      </p:grpSpPr>
      <p:sp>
        <p:nvSpPr>
          <p:cNvPr id="970" name="Google Shape;970;g5ea0599868_0_74: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71" name="Google Shape;971;g5ea0599868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chemeClr val="dk1"/>
                </a:solidFill>
              </a:rPr>
              <a:t>With platform as a service, you get access to hosted programming services. </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rPr lang="en">
                <a:solidFill>
                  <a:schemeClr val="dk1"/>
                </a:solidFill>
              </a:rPr>
              <a:t>All you do is write your code in self-contained workloads that use these services and include any dependent libraries. </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rPr lang="en">
                <a:solidFill>
                  <a:schemeClr val="dk1"/>
                </a:solidFill>
              </a:rPr>
              <a:t>Workloads do not need to represent entire applications. They're easier to decouple because they're not tied to the underlying hardware, OS, or a lot of the software stacks that you used to manage.</a:t>
            </a:r>
            <a:endParaRPr>
              <a:solidFill>
                <a:schemeClr val="dk1"/>
              </a:solidFill>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7" name="Shape 997"/>
        <p:cNvGrpSpPr/>
        <p:nvPr/>
      </p:nvGrpSpPr>
      <p:grpSpPr>
        <a:xfrm>
          <a:off x="0" y="0"/>
          <a:ext cx="0" cy="0"/>
          <a:chOff x="0" y="0"/>
          <a:chExt cx="0" cy="0"/>
        </a:xfrm>
      </p:grpSpPr>
      <p:sp>
        <p:nvSpPr>
          <p:cNvPr id="998" name="Google Shape;998;g5ea0599868_0_78: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99" name="Google Shape;999;g5ea0599868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chemeClr val="dk1"/>
                </a:solidFill>
              </a:rPr>
              <a:t>As demand for your app increases, the platform scales your app seamlessly and independently by workload and infrastructure.</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rPr lang="en">
                <a:solidFill>
                  <a:schemeClr val="dk1"/>
                </a:solidFill>
              </a:rPr>
              <a:t>This scales rapidly and encourages you to build your applications as decoupled microservices that run more efficiently, but you won't be able to fine-tune the underlying architecture to save cost.</a:t>
            </a:r>
            <a:endParaRPr>
              <a:solidFill>
                <a:schemeClr val="dk1"/>
              </a:solidFill>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8" name="Shape 1038"/>
        <p:cNvGrpSpPr/>
        <p:nvPr/>
      </p:nvGrpSpPr>
      <p:grpSpPr>
        <a:xfrm>
          <a:off x="0" y="0"/>
          <a:ext cx="0" cy="0"/>
          <a:chOff x="0" y="0"/>
          <a:chExt cx="0" cy="0"/>
        </a:xfrm>
      </p:grpSpPr>
      <p:sp>
        <p:nvSpPr>
          <p:cNvPr id="1039" name="Google Shape;1039;g5ea0599868_0_82: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40" name="Google Shape;1040;g5ea0599868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a:solidFill>
                  <a:schemeClr val="dk1"/>
                </a:solidFill>
              </a:rPr>
              <a:t>That's where containers come in. The idea of a container is to give you the independent scalability of workloads in PaaS and an abstraction layer of the OS and hardware in IaaS.  </a:t>
            </a:r>
            <a:endParaRPr>
              <a:solidFill>
                <a:schemeClr val="dk1"/>
              </a:solidFill>
            </a:endParaRPr>
          </a:p>
          <a:p>
            <a:pPr indent="0" lvl="0" marL="0" rtl="0" algn="l">
              <a:lnSpc>
                <a:spcPct val="100000"/>
              </a:lnSpc>
              <a:spcBef>
                <a:spcPts val="0"/>
              </a:spcBef>
              <a:spcAft>
                <a:spcPts val="0"/>
              </a:spcAft>
              <a:buNone/>
            </a:pPr>
            <a:r>
              <a:t/>
            </a:r>
            <a:endParaRPr>
              <a:solidFill>
                <a:schemeClr val="dk1"/>
              </a:solidFill>
            </a:endParaRPr>
          </a:p>
          <a:p>
            <a:pPr indent="0" lvl="0" marL="0" rtl="0" algn="l">
              <a:lnSpc>
                <a:spcPct val="100000"/>
              </a:lnSpc>
              <a:spcBef>
                <a:spcPts val="0"/>
              </a:spcBef>
              <a:spcAft>
                <a:spcPts val="0"/>
              </a:spcAft>
              <a:buNone/>
            </a:pPr>
            <a:r>
              <a:rPr lang="en">
                <a:solidFill>
                  <a:schemeClr val="dk1"/>
                </a:solidFill>
              </a:rPr>
              <a:t>I</a:t>
            </a:r>
            <a:r>
              <a:rPr lang="en">
                <a:solidFill>
                  <a:schemeClr val="dk1"/>
                </a:solidFill>
              </a:rPr>
              <a:t>t only requires a few system calls to create and it starts as quickly as a process. All you need on each host is an OS kernel that supports containers and a container runtime. In essence, you are virtualizing the OS. It scales like PaaS, but gives you nearly the same flexibility as IaaS.</a:t>
            </a:r>
            <a:endParaRPr>
              <a:solidFill>
                <a:schemeClr val="dk1"/>
              </a:solidFill>
            </a:endParaRPr>
          </a:p>
          <a:p>
            <a:pPr indent="0" lvl="0" marL="0" rtl="0" algn="l">
              <a:lnSpc>
                <a:spcPct val="100000"/>
              </a:lnSpc>
              <a:spcBef>
                <a:spcPts val="0"/>
              </a:spcBef>
              <a:spcAft>
                <a:spcPts val="0"/>
              </a:spcAft>
              <a:buNone/>
            </a:pPr>
            <a:r>
              <a:t/>
            </a:r>
            <a:endParaRPr>
              <a:solidFill>
                <a:schemeClr val="dk1"/>
              </a:solidFill>
            </a:endParaRPr>
          </a:p>
          <a:p>
            <a:pPr indent="0" lvl="0" marL="0" rtl="0" algn="l">
              <a:lnSpc>
                <a:spcPct val="100000"/>
              </a:lnSpc>
              <a:spcBef>
                <a:spcPts val="0"/>
              </a:spcBef>
              <a:spcAft>
                <a:spcPts val="0"/>
              </a:spcAft>
              <a:buClr>
                <a:srgbClr val="000000"/>
              </a:buClr>
              <a:buSzPts val="3200"/>
              <a:buFont typeface="Arial"/>
              <a:buNone/>
            </a:pPr>
            <a:r>
              <a:rPr lang="en">
                <a:solidFill>
                  <a:schemeClr val="dk1"/>
                </a:solidFill>
              </a:rPr>
              <a:t>Containers provide an abstraction layer of the hardware and OS, an invisible box with configurable access to isolated partitions of file system, RAM, and networking, as well as fast startup with only a few system calls.</a:t>
            </a:r>
            <a:endParaRPr>
              <a:solidFill>
                <a:schemeClr val="dk1"/>
              </a:solidFill>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8" name="Shape 1058"/>
        <p:cNvGrpSpPr/>
        <p:nvPr/>
      </p:nvGrpSpPr>
      <p:grpSpPr>
        <a:xfrm>
          <a:off x="0" y="0"/>
          <a:ext cx="0" cy="0"/>
          <a:chOff x="0" y="0"/>
          <a:chExt cx="0" cy="0"/>
        </a:xfrm>
      </p:grpSpPr>
      <p:sp>
        <p:nvSpPr>
          <p:cNvPr id="1059" name="Google Shape;1059;g5ea0599868_0_86: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60" name="Google Shape;1060;g5ea0599868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a:solidFill>
                  <a:schemeClr val="dk1"/>
                </a:solidFill>
              </a:rPr>
              <a:t>If you want to scale, for example, a web server, you can do so in seconds and deploy any number of containers, depending on the size of your workload, on a single host or group of hosts.</a:t>
            </a:r>
            <a:endParaRPr>
              <a:solidFill>
                <a:schemeClr val="dk1"/>
              </a:solidFill>
            </a:endParaRPr>
          </a:p>
          <a:p>
            <a:pPr indent="0" lvl="0" marL="0" rtl="0" algn="l">
              <a:lnSpc>
                <a:spcPct val="100000"/>
              </a:lnSpc>
              <a:spcBef>
                <a:spcPts val="0"/>
              </a:spcBef>
              <a:spcAft>
                <a:spcPts val="0"/>
              </a:spcAft>
              <a:buNone/>
            </a:pPr>
            <a:r>
              <a:t/>
            </a:r>
            <a:endParaRPr>
              <a:solidFill>
                <a:schemeClr val="dk1"/>
              </a:solidFill>
            </a:endParaRPr>
          </a:p>
          <a:p>
            <a:pPr indent="0" lvl="0" marL="0" rtl="0" algn="l">
              <a:lnSpc>
                <a:spcPct val="100000"/>
              </a:lnSpc>
              <a:spcBef>
                <a:spcPts val="0"/>
              </a:spcBef>
              <a:spcAft>
                <a:spcPts val="0"/>
              </a:spcAft>
              <a:buNone/>
            </a:pPr>
            <a:r>
              <a:rPr lang="en">
                <a:solidFill>
                  <a:schemeClr val="dk1"/>
                </a:solidFill>
              </a:rPr>
              <a:t>You'll likely want to build your applications using lots of containers, each performing their own function like microservices.</a:t>
            </a:r>
            <a:endParaRPr>
              <a:solidFill>
                <a:schemeClr val="dk1"/>
              </a:solidFill>
            </a:endParaRPr>
          </a:p>
          <a:p>
            <a:pPr indent="0" lvl="0" marL="0" rtl="0" algn="l">
              <a:lnSpc>
                <a:spcPct val="100000"/>
              </a:lnSpc>
              <a:spcBef>
                <a:spcPts val="0"/>
              </a:spcBef>
              <a:spcAft>
                <a:spcPts val="0"/>
              </a:spcAft>
              <a:buNone/>
            </a:pPr>
            <a:r>
              <a:t/>
            </a:r>
            <a:endParaRPr>
              <a:solidFill>
                <a:schemeClr val="dk1"/>
              </a:solidFill>
            </a:endParaRPr>
          </a:p>
          <a:p>
            <a:pPr indent="0" lvl="0" marL="0" rtl="0" algn="l">
              <a:lnSpc>
                <a:spcPct val="100000"/>
              </a:lnSpc>
              <a:spcBef>
                <a:spcPts val="0"/>
              </a:spcBef>
              <a:spcAft>
                <a:spcPts val="0"/>
              </a:spcAft>
              <a:buNone/>
            </a:pPr>
            <a:r>
              <a:rPr lang="en">
                <a:solidFill>
                  <a:schemeClr val="dk1"/>
                </a:solidFill>
              </a:rPr>
              <a:t>If you build them this way, and connect them with network connections, you can make them modular, deploy them easily, and scale independently across a group of hosts.</a:t>
            </a:r>
            <a:endParaRPr>
              <a:solidFill>
                <a:schemeClr val="dk1"/>
              </a:solidFill>
            </a:endParaRPr>
          </a:p>
          <a:p>
            <a:pPr indent="0" lvl="0" marL="0" rtl="0" algn="l">
              <a:lnSpc>
                <a:spcPct val="100000"/>
              </a:lnSpc>
              <a:spcBef>
                <a:spcPts val="0"/>
              </a:spcBef>
              <a:spcAft>
                <a:spcPts val="0"/>
              </a:spcAft>
              <a:buNone/>
            </a:pPr>
            <a:r>
              <a:t/>
            </a:r>
            <a:endParaRPr>
              <a:solidFill>
                <a:schemeClr val="dk1"/>
              </a:solidFill>
            </a:endParaRPr>
          </a:p>
          <a:p>
            <a:pPr indent="0" lvl="0" marL="0" rtl="0" algn="l">
              <a:lnSpc>
                <a:spcPct val="100000"/>
              </a:lnSpc>
              <a:spcBef>
                <a:spcPts val="0"/>
              </a:spcBef>
              <a:spcAft>
                <a:spcPts val="0"/>
              </a:spcAft>
              <a:buNone/>
            </a:pPr>
            <a:r>
              <a:rPr lang="en">
                <a:solidFill>
                  <a:schemeClr val="dk1"/>
                </a:solidFill>
              </a:rPr>
              <a:t>And the hosts can scale up and down and start and stop containers as demand for your app changes or as hosts fail.</a:t>
            </a:r>
            <a:endParaRPr>
              <a:solidFill>
                <a:schemeClr val="dk1"/>
              </a:solidFill>
            </a:endParaRPr>
          </a:p>
          <a:p>
            <a:pPr indent="0" lvl="0" marL="0" rtl="0" algn="l">
              <a:lnSpc>
                <a:spcPct val="100000"/>
              </a:lnSpc>
              <a:spcBef>
                <a:spcPts val="0"/>
              </a:spcBef>
              <a:spcAft>
                <a:spcPts val="0"/>
              </a:spcAft>
              <a:buNone/>
            </a:pPr>
            <a:r>
              <a:t/>
            </a:r>
            <a:endParaRPr>
              <a:solidFill>
                <a:schemeClr val="dk1"/>
              </a:solidFill>
            </a:endParaRPr>
          </a:p>
          <a:p>
            <a:pPr indent="0" lvl="0" marL="0" rtl="0" algn="l">
              <a:lnSpc>
                <a:spcPct val="100000"/>
              </a:lnSpc>
              <a:spcBef>
                <a:spcPts val="0"/>
              </a:spcBef>
              <a:spcAft>
                <a:spcPts val="0"/>
              </a:spcAft>
              <a:buClr>
                <a:srgbClr val="000000"/>
              </a:buClr>
              <a:buSzPts val="3200"/>
              <a:buFont typeface="Arial"/>
              <a:buNone/>
            </a:pPr>
            <a:r>
              <a:rPr lang="en">
                <a:solidFill>
                  <a:schemeClr val="dk1"/>
                </a:solidFill>
              </a:rPr>
              <a:t>With a cluster, you can connect containers using network connections, build code modularly, deploy it easily, and scale containers and hosts independently for maximum efficiency and savings.</a:t>
            </a:r>
            <a:endParaRPr>
              <a:solidFill>
                <a:schemeClr val="dk1"/>
              </a:solidFill>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6" name="Shape 1086"/>
        <p:cNvGrpSpPr/>
        <p:nvPr/>
      </p:nvGrpSpPr>
      <p:grpSpPr>
        <a:xfrm>
          <a:off x="0" y="0"/>
          <a:ext cx="0" cy="0"/>
          <a:chOff x="0" y="0"/>
          <a:chExt cx="0" cy="0"/>
        </a:xfrm>
      </p:grpSpPr>
      <p:sp>
        <p:nvSpPr>
          <p:cNvPr id="1087" name="Google Shape;1087;g5ea0599868_0_9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88" name="Google Shape;1088;g5ea0599868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a:solidFill>
                  <a:schemeClr val="dk1"/>
                </a:solidFill>
              </a:rPr>
              <a:t>Kubernetes is a container orchestration tool you can use to simplify the management of containerized environments.</a:t>
            </a:r>
            <a:endParaRPr>
              <a:solidFill>
                <a:schemeClr val="dk1"/>
              </a:solidFill>
            </a:endParaRPr>
          </a:p>
          <a:p>
            <a:pPr indent="0" lvl="0" marL="0" rtl="0" algn="l">
              <a:lnSpc>
                <a:spcPct val="100000"/>
              </a:lnSpc>
              <a:spcBef>
                <a:spcPts val="0"/>
              </a:spcBef>
              <a:spcAft>
                <a:spcPts val="0"/>
              </a:spcAft>
              <a:buNone/>
            </a:pPr>
            <a:r>
              <a:t/>
            </a:r>
            <a:endParaRPr>
              <a:solidFill>
                <a:schemeClr val="dk1"/>
              </a:solidFill>
            </a:endParaRPr>
          </a:p>
          <a:p>
            <a:pPr indent="0" lvl="0" marL="0" rtl="0" algn="l">
              <a:lnSpc>
                <a:spcPct val="100000"/>
              </a:lnSpc>
              <a:spcBef>
                <a:spcPts val="0"/>
              </a:spcBef>
              <a:spcAft>
                <a:spcPts val="0"/>
              </a:spcAft>
              <a:buNone/>
            </a:pPr>
            <a:r>
              <a:rPr lang="en">
                <a:solidFill>
                  <a:schemeClr val="dk1"/>
                </a:solidFill>
              </a:rPr>
              <a:t>You can install Kubernetes on a group of your own managed servers or run it as a hosted service in Google Cloud on a cluster of managed Compute Engine instances called Google Kubernetes Engine.</a:t>
            </a:r>
            <a:endParaRPr>
              <a:solidFill>
                <a:schemeClr val="dk1"/>
              </a:solidFill>
            </a:endParaRPr>
          </a:p>
          <a:p>
            <a:pPr indent="0" lvl="0" marL="0" rtl="0" algn="l">
              <a:lnSpc>
                <a:spcPct val="100000"/>
              </a:lnSpc>
              <a:spcBef>
                <a:spcPts val="0"/>
              </a:spcBef>
              <a:spcAft>
                <a:spcPts val="0"/>
              </a:spcAft>
              <a:buNone/>
            </a:pPr>
            <a:r>
              <a:t/>
            </a:r>
            <a:endParaRPr>
              <a:solidFill>
                <a:schemeClr val="dk1"/>
              </a:solidFill>
            </a:endParaRPr>
          </a:p>
          <a:p>
            <a:pPr indent="0" lvl="0" marL="0" rtl="0" algn="l">
              <a:lnSpc>
                <a:spcPct val="100000"/>
              </a:lnSpc>
              <a:spcBef>
                <a:spcPts val="0"/>
              </a:spcBef>
              <a:spcAft>
                <a:spcPts val="0"/>
              </a:spcAft>
              <a:buNone/>
            </a:pPr>
            <a:r>
              <a:rPr lang="en">
                <a:solidFill>
                  <a:schemeClr val="dk1"/>
                </a:solidFill>
              </a:rPr>
              <a:t>Kubernetes makes it easy to orchestrate many containers on many hosts, scale them as microservices, and deploy rollouts and rollbacks.</a:t>
            </a:r>
            <a:endParaRPr>
              <a:solidFill>
                <a:schemeClr val="dk1"/>
              </a:solidFill>
            </a:endParaRPr>
          </a:p>
          <a:p>
            <a:pPr indent="0" lvl="0" marL="0" rtl="0" algn="l">
              <a:lnSpc>
                <a:spcPct val="100000"/>
              </a:lnSpc>
              <a:spcBef>
                <a:spcPts val="0"/>
              </a:spcBef>
              <a:spcAft>
                <a:spcPts val="0"/>
              </a:spcAft>
              <a:buNone/>
            </a:pPr>
            <a:r>
              <a:t/>
            </a:r>
            <a:endParaRPr>
              <a:solidFill>
                <a:schemeClr val="dk1"/>
              </a:solidFill>
            </a:endParaRPr>
          </a:p>
          <a:p>
            <a:pPr indent="0" lvl="0" marL="0" rtl="0" algn="l">
              <a:lnSpc>
                <a:spcPct val="100000"/>
              </a:lnSpc>
              <a:spcBef>
                <a:spcPts val="0"/>
              </a:spcBef>
              <a:spcAft>
                <a:spcPts val="0"/>
              </a:spcAft>
              <a:buNone/>
            </a:pPr>
            <a:r>
              <a:rPr lang="en">
                <a:solidFill>
                  <a:schemeClr val="dk1"/>
                </a:solidFill>
              </a:rPr>
              <a:t>It was built by Google to run applications at scale. Kubernetes lets you install the system on local servers in the cloud, manage container networking and data storage, deploy rollouts and rollbacks, and monitor and manage container and host health.</a:t>
            </a:r>
            <a:endParaRPr>
              <a:solidFill>
                <a:schemeClr val="dk1"/>
              </a:solidFill>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0" name="Shape 1110"/>
        <p:cNvGrpSpPr/>
        <p:nvPr/>
      </p:nvGrpSpPr>
      <p:grpSpPr>
        <a:xfrm>
          <a:off x="0" y="0"/>
          <a:ext cx="0" cy="0"/>
          <a:chOff x="0" y="0"/>
          <a:chExt cx="0" cy="0"/>
        </a:xfrm>
      </p:grpSpPr>
      <p:sp>
        <p:nvSpPr>
          <p:cNvPr id="1111" name="Google Shape;1111;g5e9af1f306_0_59: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112" name="Google Shape;1112;g5e9af1f306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Just like shipping containers, a software container makes it easier for teams to package, manage, and ship their code. They write software applications that run in a container. The container provides the operating system needed to run their application. The container will run on any container platform. This can save a lot of time and cost compared to running servers or virtual machines. Like a virtual machine imitates a computer, a container imitates an operating system. Everything at Google runs on containers: Gmail, Web search, Maps, MapReduce, batch, Google File System, Colossus, even Cloud Functions (VMs in containers). Google launches over 2 billion containers per week.</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Docker is the tool that puts the application and everything it needs in the container. Once the application is in a container, it can be moved anywhere that will run Docker containers—any laptop, server, or cloud provider. This portability makes code easier to produce, manage, troubleshoot, and update. For service providers, containers make it easy to develop code that can be ported to the customer and back.</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Kubernetes is an open source container orchestration tool for managing a cluster of Docker Linux containers as a single system. It can be run in the cloud and on-premises environments. It’s inspired and informed by Google’s experiences and internal systems.</a:t>
            </a:r>
            <a:endParaRPr>
              <a:solidFill>
                <a:schemeClr val="dk1"/>
              </a:solidFill>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9" name="Shape 1119"/>
        <p:cNvGrpSpPr/>
        <p:nvPr/>
      </p:nvGrpSpPr>
      <p:grpSpPr>
        <a:xfrm>
          <a:off x="0" y="0"/>
          <a:ext cx="0" cy="0"/>
          <a:chOff x="0" y="0"/>
          <a:chExt cx="0" cy="0"/>
        </a:xfrm>
      </p:grpSpPr>
      <p:sp>
        <p:nvSpPr>
          <p:cNvPr id="1120" name="Google Shape;1120;g5e9af1f306_0_5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121" name="Google Shape;1121;g5e9af1f306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GKE is a managed environment for deploying containerized apps. It brings Google’s latest innovations in developer productivity, resource efficiency, automated operations, and open source flexibility to accelerate time to market. GKE is a powerful cluster manager and orchestration system for running Docker containers in Google Cloud.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GKE manages containers automatically based on specifications such as CPU and memory. It's built on the open-source Kubernetes system, making it easy for users to orchestrate container clusters or groups of containers. Because it’s built on the open source Kubernetes system, it provides customers the flexibility to take advantage of on-premises, hybrid, or public cloud infrastructure.</a:t>
            </a:r>
            <a:endParaRPr>
              <a:solidFill>
                <a:schemeClr val="dk1"/>
              </a:solidFill>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6" name="Shape 1126"/>
        <p:cNvGrpSpPr/>
        <p:nvPr/>
      </p:nvGrpSpPr>
      <p:grpSpPr>
        <a:xfrm>
          <a:off x="0" y="0"/>
          <a:ext cx="0" cy="0"/>
          <a:chOff x="0" y="0"/>
          <a:chExt cx="0" cy="0"/>
        </a:xfrm>
      </p:grpSpPr>
      <p:sp>
        <p:nvSpPr>
          <p:cNvPr id="1127" name="Google Shape;1127;g8bedbeb28e_0_9: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128" name="Google Shape;1128;g8bedbeb28e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Now we’ll do a lab using GKE.</a:t>
            </a:r>
            <a:endParaRPr>
              <a:solidFill>
                <a:schemeClr val="dk1"/>
              </a:solidFill>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3" name="Shape 1133"/>
        <p:cNvGrpSpPr/>
        <p:nvPr/>
      </p:nvGrpSpPr>
      <p:grpSpPr>
        <a:xfrm>
          <a:off x="0" y="0"/>
          <a:ext cx="0" cy="0"/>
          <a:chOff x="0" y="0"/>
          <a:chExt cx="0" cy="0"/>
        </a:xfrm>
      </p:grpSpPr>
      <p:sp>
        <p:nvSpPr>
          <p:cNvPr id="1134" name="Google Shape;1134;g8bedbeb28e_0_1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135" name="Google Shape;1135;g8bedbeb28e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 this lab, we’ll </a:t>
            </a:r>
            <a:r>
              <a:rPr lang="en"/>
              <a:t>get hands on practice with container creation and application deployment with GKE</a:t>
            </a:r>
            <a:r>
              <a:rPr lang="en"/>
              <a:t>.</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1" name="Shape 1141"/>
        <p:cNvGrpSpPr/>
        <p:nvPr/>
      </p:nvGrpSpPr>
      <p:grpSpPr>
        <a:xfrm>
          <a:off x="0" y="0"/>
          <a:ext cx="0" cy="0"/>
          <a:chOff x="0" y="0"/>
          <a:chExt cx="0" cy="0"/>
        </a:xfrm>
      </p:grpSpPr>
      <p:sp>
        <p:nvSpPr>
          <p:cNvPr id="1142" name="Google Shape;1142;g8bedbeb28e_0_21: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143" name="Google Shape;1143;g8bedbeb28e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By completing the lab, you’ll </a:t>
            </a:r>
            <a:r>
              <a:rPr lang="en">
                <a:solidFill>
                  <a:schemeClr val="dk1"/>
                </a:solidFill>
              </a:rPr>
              <a:t>set a default compute zone, create a GKE cluster, get authentication credentials for the cluster, and deploy an application to the cluster.</a:t>
            </a:r>
            <a:endParaRPr>
              <a:solidFill>
                <a:schemeClr val="dk1"/>
              </a:solidFill>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9" name="Shape 1149"/>
        <p:cNvGrpSpPr/>
        <p:nvPr/>
      </p:nvGrpSpPr>
      <p:grpSpPr>
        <a:xfrm>
          <a:off x="0" y="0"/>
          <a:ext cx="0" cy="0"/>
          <a:chOff x="0" y="0"/>
          <a:chExt cx="0" cy="0"/>
        </a:xfrm>
      </p:grpSpPr>
      <p:sp>
        <p:nvSpPr>
          <p:cNvPr id="1150" name="Google Shape;1150;g8bedbeb28e_0_29: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151" name="Google Shape;1151;g8bedbeb28e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We’ll now complete our final lab for this module, which focuses on network load balancers.</a:t>
            </a:r>
            <a:endParaRPr>
              <a:solidFill>
                <a:schemeClr val="dk1"/>
              </a:solidFill>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6" name="Shape 1156"/>
        <p:cNvGrpSpPr/>
        <p:nvPr/>
      </p:nvGrpSpPr>
      <p:grpSpPr>
        <a:xfrm>
          <a:off x="0" y="0"/>
          <a:ext cx="0" cy="0"/>
          <a:chOff x="0" y="0"/>
          <a:chExt cx="0" cy="0"/>
        </a:xfrm>
      </p:grpSpPr>
      <p:sp>
        <p:nvSpPr>
          <p:cNvPr id="1157" name="Google Shape;1157;g8bedbeb28e_0_3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158" name="Google Shape;1158;g8bedbeb28e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 this lab, we’ll learn the differences between a network load balancer and a HTTP load balancer, and how to set them up for your applications running on Compute Engine virtual machines.</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4" name="Shape 1164"/>
        <p:cNvGrpSpPr/>
        <p:nvPr/>
      </p:nvGrpSpPr>
      <p:grpSpPr>
        <a:xfrm>
          <a:off x="0" y="0"/>
          <a:ext cx="0" cy="0"/>
          <a:chOff x="0" y="0"/>
          <a:chExt cx="0" cy="0"/>
        </a:xfrm>
      </p:grpSpPr>
      <p:sp>
        <p:nvSpPr>
          <p:cNvPr id="1165" name="Google Shape;1165;g8bedbeb28e_0_41: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166" name="Google Shape;1166;g8bedbeb28e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By completing the lab, you’ll set </a:t>
            </a:r>
            <a:r>
              <a:rPr lang="en">
                <a:solidFill>
                  <a:schemeClr val="dk1"/>
                </a:solidFill>
              </a:rPr>
              <a:t>up a network load balancer and a HTTP(S) load balancer, and learn to differentiate between network load balancers and HTTP load balancers.</a:t>
            </a:r>
            <a:endParaRPr>
              <a:solidFill>
                <a:schemeClr val="dk1"/>
              </a:solidFill>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2" name="Shape 1172"/>
        <p:cNvGrpSpPr/>
        <p:nvPr/>
      </p:nvGrpSpPr>
      <p:grpSpPr>
        <a:xfrm>
          <a:off x="0" y="0"/>
          <a:ext cx="0" cy="0"/>
          <a:chOff x="0" y="0"/>
          <a:chExt cx="0" cy="0"/>
        </a:xfrm>
      </p:grpSpPr>
      <p:sp>
        <p:nvSpPr>
          <p:cNvPr id="1173" name="Google Shape;1173;g5e8e6c49e8_0_356: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174" name="Google Shape;1174;g5e8e6c49e8_0_3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Finally, </a:t>
            </a:r>
            <a:r>
              <a:rPr lang="en">
                <a:solidFill>
                  <a:schemeClr val="dk1"/>
                </a:solidFill>
              </a:rPr>
              <a:t>let's</a:t>
            </a:r>
            <a:r>
              <a:rPr lang="en">
                <a:solidFill>
                  <a:schemeClr val="dk1"/>
                </a:solidFill>
              </a:rPr>
              <a:t> reinforce what we’ve learned with a quiz.</a:t>
            </a:r>
            <a:endParaRPr>
              <a:solidFill>
                <a:schemeClr val="dk1"/>
              </a:solidFill>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9" name="Shape 1179"/>
        <p:cNvGrpSpPr/>
        <p:nvPr/>
      </p:nvGrpSpPr>
      <p:grpSpPr>
        <a:xfrm>
          <a:off x="0" y="0"/>
          <a:ext cx="0" cy="0"/>
          <a:chOff x="0" y="0"/>
          <a:chExt cx="0" cy="0"/>
        </a:xfrm>
      </p:grpSpPr>
      <p:sp>
        <p:nvSpPr>
          <p:cNvPr id="1180" name="Google Shape;1180;g5ded287a7e_0_166: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181" name="Google Shape;1181;g5ded287a7e_0_1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Which of the following would be considered IaaS?</a:t>
            </a:r>
            <a:endParaRPr>
              <a:solidFill>
                <a:schemeClr val="dk1"/>
              </a:solidFill>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7" name="Shape 1187"/>
        <p:cNvGrpSpPr/>
        <p:nvPr/>
      </p:nvGrpSpPr>
      <p:grpSpPr>
        <a:xfrm>
          <a:off x="0" y="0"/>
          <a:ext cx="0" cy="0"/>
          <a:chOff x="0" y="0"/>
          <a:chExt cx="0" cy="0"/>
        </a:xfrm>
      </p:grpSpPr>
      <p:sp>
        <p:nvSpPr>
          <p:cNvPr id="1188" name="Google Shape;1188;g5e9846517a_0_428: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189" name="Google Shape;1189;g5e9846517a_0_4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Compute Engine is an IaaS option. The hardware is managed for you, but you still have to manage your operating system and application.</a:t>
            </a:r>
            <a:endParaRPr>
              <a:solidFill>
                <a:schemeClr val="dk1"/>
              </a:solidFill>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5" name="Shape 1195"/>
        <p:cNvGrpSpPr/>
        <p:nvPr/>
      </p:nvGrpSpPr>
      <p:grpSpPr>
        <a:xfrm>
          <a:off x="0" y="0"/>
          <a:ext cx="0" cy="0"/>
          <a:chOff x="0" y="0"/>
          <a:chExt cx="0" cy="0"/>
        </a:xfrm>
      </p:grpSpPr>
      <p:sp>
        <p:nvSpPr>
          <p:cNvPr id="1196" name="Google Shape;1196;g5e9846517a_0_433: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197" name="Google Shape;1197;g5e9846517a_0_4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Which of the following two services can take advantage of containers to run your applications?</a:t>
            </a:r>
            <a:endParaRPr>
              <a:solidFill>
                <a:schemeClr val="dk1"/>
              </a:solidFill>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3" name="Shape 1203"/>
        <p:cNvGrpSpPr/>
        <p:nvPr/>
      </p:nvGrpSpPr>
      <p:grpSpPr>
        <a:xfrm>
          <a:off x="0" y="0"/>
          <a:ext cx="0" cy="0"/>
          <a:chOff x="0" y="0"/>
          <a:chExt cx="0" cy="0"/>
        </a:xfrm>
      </p:grpSpPr>
      <p:sp>
        <p:nvSpPr>
          <p:cNvPr id="1204" name="Google Shape;1204;g5e9846517a_0_438: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205" name="Google Shape;1205;g5e9846517a_0_4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Both GKE and App Engine take advantage of containers to run applications.</a:t>
            </a:r>
            <a:endParaRPr>
              <a:solidFill>
                <a:schemeClr val="dk1"/>
              </a:solidFill>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1" name="Shape 1211"/>
        <p:cNvGrpSpPr/>
        <p:nvPr/>
      </p:nvGrpSpPr>
      <p:grpSpPr>
        <a:xfrm>
          <a:off x="0" y="0"/>
          <a:ext cx="0" cy="0"/>
          <a:chOff x="0" y="0"/>
          <a:chExt cx="0" cy="0"/>
        </a:xfrm>
      </p:grpSpPr>
      <p:sp>
        <p:nvSpPr>
          <p:cNvPr id="1212" name="Google Shape;1212;g5e9846517a_0_448: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213" name="Google Shape;1213;g5e9846517a_0_4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Which of the following is considered serverless?</a:t>
            </a:r>
            <a:endParaRPr>
              <a:solidFill>
                <a:schemeClr val="dk1"/>
              </a:solidFill>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9" name="Shape 1219"/>
        <p:cNvGrpSpPr/>
        <p:nvPr/>
      </p:nvGrpSpPr>
      <p:grpSpPr>
        <a:xfrm>
          <a:off x="0" y="0"/>
          <a:ext cx="0" cy="0"/>
          <a:chOff x="0" y="0"/>
          <a:chExt cx="0" cy="0"/>
        </a:xfrm>
      </p:grpSpPr>
      <p:sp>
        <p:nvSpPr>
          <p:cNvPr id="1220" name="Google Shape;1220;g5e9846517a_0_443: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221" name="Google Shape;1221;g5e9846517a_0_4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Cloud Functions is serverless, event triggered code.</a:t>
            </a:r>
            <a:endParaRPr>
              <a:solidFill>
                <a:schemeClr val="dk1"/>
              </a:solidFill>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7" name="Shape 1227"/>
        <p:cNvGrpSpPr/>
        <p:nvPr/>
      </p:nvGrpSpPr>
      <p:grpSpPr>
        <a:xfrm>
          <a:off x="0" y="0"/>
          <a:ext cx="0" cy="0"/>
          <a:chOff x="0" y="0"/>
          <a:chExt cx="0" cy="0"/>
        </a:xfrm>
      </p:grpSpPr>
      <p:sp>
        <p:nvSpPr>
          <p:cNvPr id="1228" name="Google Shape;1228;g5e8e6c49e8_0_362: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229" name="Google Shape;1229;g5e8e6c49e8_0_3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That concludes the ‘Use </a:t>
            </a:r>
            <a:r>
              <a:rPr lang="en">
                <a:solidFill>
                  <a:schemeClr val="dk1"/>
                </a:solidFill>
              </a:rPr>
              <a:t>Google Cloud</a:t>
            </a:r>
            <a:r>
              <a:rPr lang="en">
                <a:solidFill>
                  <a:schemeClr val="dk1"/>
                </a:solidFill>
              </a:rPr>
              <a:t> to Build Your Apps’ module. Let me remind you of what you learned.</a:t>
            </a:r>
            <a:endParaRPr>
              <a:solidFill>
                <a:schemeClr val="dk1"/>
              </a:solidFill>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4" name="Shape 1234"/>
        <p:cNvGrpSpPr/>
        <p:nvPr/>
      </p:nvGrpSpPr>
      <p:grpSpPr>
        <a:xfrm>
          <a:off x="0" y="0"/>
          <a:ext cx="0" cy="0"/>
          <a:chOff x="0" y="0"/>
          <a:chExt cx="0" cy="0"/>
        </a:xfrm>
      </p:grpSpPr>
      <p:sp>
        <p:nvSpPr>
          <p:cNvPr id="1235" name="Google Shape;1235;g5ded287a7e_0_232: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236" name="Google Shape;1236;g5ded287a7e_0_2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1" name="Shape 1241"/>
        <p:cNvGrpSpPr/>
        <p:nvPr/>
      </p:nvGrpSpPr>
      <p:grpSpPr>
        <a:xfrm>
          <a:off x="0" y="0"/>
          <a:ext cx="0" cy="0"/>
          <a:chOff x="0" y="0"/>
          <a:chExt cx="0" cy="0"/>
        </a:xfrm>
      </p:grpSpPr>
      <p:sp>
        <p:nvSpPr>
          <p:cNvPr id="1242" name="Google Shape;1242;g558285f1d5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3" name="Google Shape;1243;g558285f1d5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 Id="rId3"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 Id="rId3" Type="http://schemas.openxmlformats.org/officeDocument/2006/relationships/image" Target="../media/image2.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0.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6.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9.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9.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6.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a - Presenter - Master title - Blue">
  <p:cSld name="CUSTOM_2_4">
    <p:spTree>
      <p:nvGrpSpPr>
        <p:cNvPr id="7" name="Shape 7"/>
        <p:cNvGrpSpPr/>
        <p:nvPr/>
      </p:nvGrpSpPr>
      <p:grpSpPr>
        <a:xfrm>
          <a:off x="0" y="0"/>
          <a:ext cx="0" cy="0"/>
          <a:chOff x="0" y="0"/>
          <a:chExt cx="0" cy="0"/>
        </a:xfrm>
      </p:grpSpPr>
      <p:pic>
        <p:nvPicPr>
          <p:cNvPr id="8" name="Google Shape;8;p2"/>
          <p:cNvPicPr preferRelativeResize="0"/>
          <p:nvPr/>
        </p:nvPicPr>
        <p:blipFill>
          <a:blip r:embed="rId2">
            <a:alphaModFix/>
          </a:blip>
          <a:stretch>
            <a:fillRect/>
          </a:stretch>
        </p:blipFill>
        <p:spPr>
          <a:xfrm>
            <a:off x="0" y="0"/>
            <a:ext cx="18288000" cy="10287000"/>
          </a:xfrm>
          <a:prstGeom prst="rect">
            <a:avLst/>
          </a:prstGeom>
          <a:noFill/>
          <a:ln>
            <a:noFill/>
          </a:ln>
        </p:spPr>
      </p:pic>
      <p:pic>
        <p:nvPicPr>
          <p:cNvPr id="9" name="Google Shape;9;p2"/>
          <p:cNvPicPr preferRelativeResize="0"/>
          <p:nvPr/>
        </p:nvPicPr>
        <p:blipFill>
          <a:blip r:embed="rId3">
            <a:alphaModFix/>
          </a:blip>
          <a:stretch>
            <a:fillRect/>
          </a:stretch>
        </p:blipFill>
        <p:spPr>
          <a:xfrm>
            <a:off x="1887149" y="3182300"/>
            <a:ext cx="818350" cy="654675"/>
          </a:xfrm>
          <a:prstGeom prst="rect">
            <a:avLst/>
          </a:prstGeom>
          <a:noFill/>
          <a:ln>
            <a:noFill/>
          </a:ln>
        </p:spPr>
      </p:pic>
      <p:sp>
        <p:nvSpPr>
          <p:cNvPr id="10" name="Google Shape;10;p2"/>
          <p:cNvSpPr txBox="1"/>
          <p:nvPr>
            <p:ph type="title"/>
          </p:nvPr>
        </p:nvSpPr>
        <p:spPr>
          <a:xfrm>
            <a:off x="1753100" y="4201375"/>
            <a:ext cx="7206900" cy="37998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b="1" sz="4800">
                <a:solidFill>
                  <a:schemeClr val="dk1"/>
                </a:solidFill>
                <a:latin typeface="Google Sans"/>
                <a:ea typeface="Google Sans"/>
                <a:cs typeface="Google Sans"/>
                <a:sym typeface="Google Sans"/>
              </a:defRPr>
            </a:lvl1pPr>
            <a:lvl2pPr lvl="1" rtl="0">
              <a:spcBef>
                <a:spcPts val="0"/>
              </a:spcBef>
              <a:spcAft>
                <a:spcPts val="0"/>
              </a:spcAft>
              <a:buNone/>
              <a:defRPr b="1" sz="4800">
                <a:solidFill>
                  <a:schemeClr val="dk1"/>
                </a:solidFill>
                <a:latin typeface="Google Sans"/>
                <a:ea typeface="Google Sans"/>
                <a:cs typeface="Google Sans"/>
                <a:sym typeface="Google Sans"/>
              </a:defRPr>
            </a:lvl2pPr>
            <a:lvl3pPr lvl="2" rtl="0">
              <a:spcBef>
                <a:spcPts val="0"/>
              </a:spcBef>
              <a:spcAft>
                <a:spcPts val="0"/>
              </a:spcAft>
              <a:buNone/>
              <a:defRPr b="1" sz="4800">
                <a:solidFill>
                  <a:schemeClr val="dk1"/>
                </a:solidFill>
                <a:latin typeface="Google Sans"/>
                <a:ea typeface="Google Sans"/>
                <a:cs typeface="Google Sans"/>
                <a:sym typeface="Google Sans"/>
              </a:defRPr>
            </a:lvl3pPr>
            <a:lvl4pPr lvl="3" rtl="0">
              <a:spcBef>
                <a:spcPts val="0"/>
              </a:spcBef>
              <a:spcAft>
                <a:spcPts val="0"/>
              </a:spcAft>
              <a:buNone/>
              <a:defRPr b="1" sz="4800">
                <a:solidFill>
                  <a:schemeClr val="dk1"/>
                </a:solidFill>
                <a:latin typeface="Google Sans"/>
                <a:ea typeface="Google Sans"/>
                <a:cs typeface="Google Sans"/>
                <a:sym typeface="Google Sans"/>
              </a:defRPr>
            </a:lvl4pPr>
            <a:lvl5pPr lvl="4" rtl="0">
              <a:spcBef>
                <a:spcPts val="0"/>
              </a:spcBef>
              <a:spcAft>
                <a:spcPts val="0"/>
              </a:spcAft>
              <a:buNone/>
              <a:defRPr b="1" sz="4800">
                <a:solidFill>
                  <a:schemeClr val="dk1"/>
                </a:solidFill>
                <a:latin typeface="Google Sans"/>
                <a:ea typeface="Google Sans"/>
                <a:cs typeface="Google Sans"/>
                <a:sym typeface="Google Sans"/>
              </a:defRPr>
            </a:lvl5pPr>
            <a:lvl6pPr lvl="5" rtl="0">
              <a:spcBef>
                <a:spcPts val="0"/>
              </a:spcBef>
              <a:spcAft>
                <a:spcPts val="0"/>
              </a:spcAft>
              <a:buNone/>
              <a:defRPr b="1" sz="4800">
                <a:solidFill>
                  <a:schemeClr val="dk1"/>
                </a:solidFill>
                <a:latin typeface="Google Sans"/>
                <a:ea typeface="Google Sans"/>
                <a:cs typeface="Google Sans"/>
                <a:sym typeface="Google Sans"/>
              </a:defRPr>
            </a:lvl6pPr>
            <a:lvl7pPr lvl="6" rtl="0">
              <a:spcBef>
                <a:spcPts val="0"/>
              </a:spcBef>
              <a:spcAft>
                <a:spcPts val="0"/>
              </a:spcAft>
              <a:buNone/>
              <a:defRPr b="1" sz="4800">
                <a:solidFill>
                  <a:schemeClr val="dk1"/>
                </a:solidFill>
                <a:latin typeface="Google Sans"/>
                <a:ea typeface="Google Sans"/>
                <a:cs typeface="Google Sans"/>
                <a:sym typeface="Google Sans"/>
              </a:defRPr>
            </a:lvl7pPr>
            <a:lvl8pPr lvl="7" rtl="0">
              <a:spcBef>
                <a:spcPts val="0"/>
              </a:spcBef>
              <a:spcAft>
                <a:spcPts val="0"/>
              </a:spcAft>
              <a:buNone/>
              <a:defRPr b="1" sz="4800">
                <a:solidFill>
                  <a:schemeClr val="dk1"/>
                </a:solidFill>
                <a:latin typeface="Google Sans"/>
                <a:ea typeface="Google Sans"/>
                <a:cs typeface="Google Sans"/>
                <a:sym typeface="Google Sans"/>
              </a:defRPr>
            </a:lvl8pPr>
            <a:lvl9pPr lvl="8" rtl="0">
              <a:spcBef>
                <a:spcPts val="0"/>
              </a:spcBef>
              <a:spcAft>
                <a:spcPts val="0"/>
              </a:spcAft>
              <a:buNone/>
              <a:defRPr b="1" sz="4800">
                <a:solidFill>
                  <a:schemeClr val="dk1"/>
                </a:solidFill>
                <a:latin typeface="Google Sans"/>
                <a:ea typeface="Google Sans"/>
                <a:cs typeface="Google Sans"/>
                <a:sym typeface="Google Sans"/>
              </a:defRPr>
            </a:lvl9pPr>
          </a:lstStyle>
          <a:p/>
        </p:txBody>
      </p:sp>
      <p:sp>
        <p:nvSpPr>
          <p:cNvPr id="11" name="Google Shape;11;p2"/>
          <p:cNvSpPr txBox="1"/>
          <p:nvPr>
            <p:ph idx="1" type="subTitle"/>
          </p:nvPr>
        </p:nvSpPr>
        <p:spPr>
          <a:xfrm>
            <a:off x="1753100" y="8001175"/>
            <a:ext cx="7428900" cy="777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3600">
                <a:solidFill>
                  <a:schemeClr val="lt1"/>
                </a:solidFill>
                <a:latin typeface="Google Sans"/>
                <a:ea typeface="Google Sans"/>
                <a:cs typeface="Google Sans"/>
                <a:sym typeface="Google Sans"/>
              </a:defRPr>
            </a:lvl1pPr>
            <a:lvl2pPr lvl="1" rtl="0">
              <a:spcBef>
                <a:spcPts val="0"/>
              </a:spcBef>
              <a:spcAft>
                <a:spcPts val="0"/>
              </a:spcAft>
              <a:buNone/>
              <a:defRPr sz="3600">
                <a:solidFill>
                  <a:schemeClr val="lt1"/>
                </a:solidFill>
                <a:latin typeface="Google Sans"/>
                <a:ea typeface="Google Sans"/>
                <a:cs typeface="Google Sans"/>
                <a:sym typeface="Google Sans"/>
              </a:defRPr>
            </a:lvl2pPr>
            <a:lvl3pPr lvl="2" rtl="0">
              <a:spcBef>
                <a:spcPts val="0"/>
              </a:spcBef>
              <a:spcAft>
                <a:spcPts val="0"/>
              </a:spcAft>
              <a:buNone/>
              <a:defRPr sz="3600">
                <a:solidFill>
                  <a:schemeClr val="lt1"/>
                </a:solidFill>
                <a:latin typeface="Google Sans"/>
                <a:ea typeface="Google Sans"/>
                <a:cs typeface="Google Sans"/>
                <a:sym typeface="Google Sans"/>
              </a:defRPr>
            </a:lvl3pPr>
            <a:lvl4pPr lvl="3" rtl="0">
              <a:spcBef>
                <a:spcPts val="0"/>
              </a:spcBef>
              <a:spcAft>
                <a:spcPts val="0"/>
              </a:spcAft>
              <a:buNone/>
              <a:defRPr sz="3600">
                <a:solidFill>
                  <a:schemeClr val="lt1"/>
                </a:solidFill>
                <a:latin typeface="Google Sans"/>
                <a:ea typeface="Google Sans"/>
                <a:cs typeface="Google Sans"/>
                <a:sym typeface="Google Sans"/>
              </a:defRPr>
            </a:lvl4pPr>
            <a:lvl5pPr lvl="4" rtl="0">
              <a:spcBef>
                <a:spcPts val="0"/>
              </a:spcBef>
              <a:spcAft>
                <a:spcPts val="0"/>
              </a:spcAft>
              <a:buNone/>
              <a:defRPr sz="3600">
                <a:solidFill>
                  <a:schemeClr val="lt1"/>
                </a:solidFill>
                <a:latin typeface="Google Sans"/>
                <a:ea typeface="Google Sans"/>
                <a:cs typeface="Google Sans"/>
                <a:sym typeface="Google Sans"/>
              </a:defRPr>
            </a:lvl5pPr>
            <a:lvl6pPr lvl="5" rtl="0">
              <a:spcBef>
                <a:spcPts val="0"/>
              </a:spcBef>
              <a:spcAft>
                <a:spcPts val="0"/>
              </a:spcAft>
              <a:buNone/>
              <a:defRPr sz="3600">
                <a:solidFill>
                  <a:schemeClr val="lt1"/>
                </a:solidFill>
                <a:latin typeface="Google Sans"/>
                <a:ea typeface="Google Sans"/>
                <a:cs typeface="Google Sans"/>
                <a:sym typeface="Google Sans"/>
              </a:defRPr>
            </a:lvl6pPr>
            <a:lvl7pPr lvl="6" rtl="0">
              <a:spcBef>
                <a:spcPts val="0"/>
              </a:spcBef>
              <a:spcAft>
                <a:spcPts val="0"/>
              </a:spcAft>
              <a:buNone/>
              <a:defRPr sz="3600">
                <a:solidFill>
                  <a:schemeClr val="lt1"/>
                </a:solidFill>
                <a:latin typeface="Google Sans"/>
                <a:ea typeface="Google Sans"/>
                <a:cs typeface="Google Sans"/>
                <a:sym typeface="Google Sans"/>
              </a:defRPr>
            </a:lvl7pPr>
            <a:lvl8pPr lvl="7" rtl="0">
              <a:spcBef>
                <a:spcPts val="0"/>
              </a:spcBef>
              <a:spcAft>
                <a:spcPts val="0"/>
              </a:spcAft>
              <a:buNone/>
              <a:defRPr sz="3600">
                <a:solidFill>
                  <a:schemeClr val="lt1"/>
                </a:solidFill>
                <a:latin typeface="Google Sans"/>
                <a:ea typeface="Google Sans"/>
                <a:cs typeface="Google Sans"/>
                <a:sym typeface="Google Sans"/>
              </a:defRPr>
            </a:lvl8pPr>
            <a:lvl9pPr lvl="8" rtl="0">
              <a:spcBef>
                <a:spcPts val="0"/>
              </a:spcBef>
              <a:spcAft>
                <a:spcPts val="0"/>
              </a:spcAft>
              <a:buNone/>
              <a:defRPr sz="3600">
                <a:solidFill>
                  <a:schemeClr val="lt1"/>
                </a:solidFill>
                <a:latin typeface="Google Sans"/>
                <a:ea typeface="Google Sans"/>
                <a:cs typeface="Google Sans"/>
                <a:sym typeface="Google Sans"/>
              </a:defRPr>
            </a:lvl9pPr>
          </a:lstStyle>
          <a:p/>
        </p:txBody>
      </p:sp>
      <p:sp>
        <p:nvSpPr>
          <p:cNvPr id="12" name="Google Shape;12;p2"/>
          <p:cNvSpPr txBox="1"/>
          <p:nvPr>
            <p:ph idx="2" type="subTitle"/>
          </p:nvPr>
        </p:nvSpPr>
        <p:spPr>
          <a:xfrm>
            <a:off x="1795700" y="8564800"/>
            <a:ext cx="8174700" cy="6546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None/>
              <a:defRPr sz="2800">
                <a:solidFill>
                  <a:schemeClr val="lt1"/>
                </a:solidFill>
                <a:latin typeface="Google Sans"/>
                <a:ea typeface="Google Sans"/>
                <a:cs typeface="Google Sans"/>
                <a:sym typeface="Google Sans"/>
              </a:defRPr>
            </a:lvl1pPr>
            <a:lvl2pPr lvl="1">
              <a:spcBef>
                <a:spcPts val="0"/>
              </a:spcBef>
              <a:spcAft>
                <a:spcPts val="0"/>
              </a:spcAft>
              <a:buNone/>
              <a:defRPr sz="2800">
                <a:solidFill>
                  <a:schemeClr val="lt1"/>
                </a:solidFill>
                <a:latin typeface="Google Sans"/>
                <a:ea typeface="Google Sans"/>
                <a:cs typeface="Google Sans"/>
                <a:sym typeface="Google Sans"/>
              </a:defRPr>
            </a:lvl2pPr>
            <a:lvl3pPr lvl="2">
              <a:spcBef>
                <a:spcPts val="0"/>
              </a:spcBef>
              <a:spcAft>
                <a:spcPts val="0"/>
              </a:spcAft>
              <a:buNone/>
              <a:defRPr sz="2800">
                <a:solidFill>
                  <a:schemeClr val="lt1"/>
                </a:solidFill>
                <a:latin typeface="Google Sans"/>
                <a:ea typeface="Google Sans"/>
                <a:cs typeface="Google Sans"/>
                <a:sym typeface="Google Sans"/>
              </a:defRPr>
            </a:lvl3pPr>
            <a:lvl4pPr lvl="3">
              <a:spcBef>
                <a:spcPts val="0"/>
              </a:spcBef>
              <a:spcAft>
                <a:spcPts val="0"/>
              </a:spcAft>
              <a:buNone/>
              <a:defRPr sz="2800">
                <a:solidFill>
                  <a:schemeClr val="lt1"/>
                </a:solidFill>
                <a:latin typeface="Google Sans"/>
                <a:ea typeface="Google Sans"/>
                <a:cs typeface="Google Sans"/>
                <a:sym typeface="Google Sans"/>
              </a:defRPr>
            </a:lvl4pPr>
            <a:lvl5pPr lvl="4">
              <a:spcBef>
                <a:spcPts val="0"/>
              </a:spcBef>
              <a:spcAft>
                <a:spcPts val="0"/>
              </a:spcAft>
              <a:buNone/>
              <a:defRPr sz="2800">
                <a:solidFill>
                  <a:schemeClr val="lt1"/>
                </a:solidFill>
                <a:latin typeface="Google Sans"/>
                <a:ea typeface="Google Sans"/>
                <a:cs typeface="Google Sans"/>
                <a:sym typeface="Google Sans"/>
              </a:defRPr>
            </a:lvl5pPr>
            <a:lvl6pPr lvl="5">
              <a:spcBef>
                <a:spcPts val="0"/>
              </a:spcBef>
              <a:spcAft>
                <a:spcPts val="0"/>
              </a:spcAft>
              <a:buNone/>
              <a:defRPr sz="2800">
                <a:solidFill>
                  <a:schemeClr val="lt1"/>
                </a:solidFill>
                <a:latin typeface="Google Sans"/>
                <a:ea typeface="Google Sans"/>
                <a:cs typeface="Google Sans"/>
                <a:sym typeface="Google Sans"/>
              </a:defRPr>
            </a:lvl6pPr>
            <a:lvl7pPr lvl="6">
              <a:spcBef>
                <a:spcPts val="0"/>
              </a:spcBef>
              <a:spcAft>
                <a:spcPts val="0"/>
              </a:spcAft>
              <a:buNone/>
              <a:defRPr sz="2800">
                <a:solidFill>
                  <a:schemeClr val="lt1"/>
                </a:solidFill>
                <a:latin typeface="Google Sans"/>
                <a:ea typeface="Google Sans"/>
                <a:cs typeface="Google Sans"/>
                <a:sym typeface="Google Sans"/>
              </a:defRPr>
            </a:lvl7pPr>
            <a:lvl8pPr lvl="7">
              <a:spcBef>
                <a:spcPts val="0"/>
              </a:spcBef>
              <a:spcAft>
                <a:spcPts val="0"/>
              </a:spcAft>
              <a:buNone/>
              <a:defRPr sz="2800">
                <a:solidFill>
                  <a:schemeClr val="lt1"/>
                </a:solidFill>
                <a:latin typeface="Google Sans"/>
                <a:ea typeface="Google Sans"/>
                <a:cs typeface="Google Sans"/>
                <a:sym typeface="Google Sans"/>
              </a:defRPr>
            </a:lvl8pPr>
            <a:lvl9pPr lvl="8">
              <a:spcBef>
                <a:spcPts val="0"/>
              </a:spcBef>
              <a:spcAft>
                <a:spcPts val="0"/>
              </a:spcAft>
              <a:buNone/>
              <a:defRPr sz="2800">
                <a:solidFill>
                  <a:schemeClr val="lt1"/>
                </a:solidFill>
                <a:latin typeface="Google Sans"/>
                <a:ea typeface="Google Sans"/>
                <a:cs typeface="Google Sans"/>
                <a:sym typeface="Google Sans"/>
              </a:defRPr>
            </a:lvl9pPr>
          </a:lstStyle>
          <a:p/>
        </p:txBody>
      </p:sp>
      <p:sp>
        <p:nvSpPr>
          <p:cNvPr id="13" name="Google Shape;13;p2"/>
          <p:cNvSpPr/>
          <p:nvPr/>
        </p:nvSpPr>
        <p:spPr>
          <a:xfrm>
            <a:off x="835075" y="9269250"/>
            <a:ext cx="2978400" cy="5289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b - Presenter - Master title - Yellow">
  <p:cSld name="CUSTOM_2_4_1">
    <p:spTree>
      <p:nvGrpSpPr>
        <p:cNvPr id="14" name="Shape 14"/>
        <p:cNvGrpSpPr/>
        <p:nvPr/>
      </p:nvGrpSpPr>
      <p:grpSpPr>
        <a:xfrm>
          <a:off x="0" y="0"/>
          <a:ext cx="0" cy="0"/>
          <a:chOff x="0" y="0"/>
          <a:chExt cx="0" cy="0"/>
        </a:xfrm>
      </p:grpSpPr>
      <p:pic>
        <p:nvPicPr>
          <p:cNvPr id="15" name="Google Shape;15;p3"/>
          <p:cNvPicPr preferRelativeResize="0"/>
          <p:nvPr/>
        </p:nvPicPr>
        <p:blipFill>
          <a:blip r:embed="rId2">
            <a:alphaModFix/>
          </a:blip>
          <a:stretch>
            <a:fillRect/>
          </a:stretch>
        </p:blipFill>
        <p:spPr>
          <a:xfrm>
            <a:off x="0" y="0"/>
            <a:ext cx="18288000" cy="10287000"/>
          </a:xfrm>
          <a:prstGeom prst="rect">
            <a:avLst/>
          </a:prstGeom>
          <a:noFill/>
          <a:ln>
            <a:noFill/>
          </a:ln>
        </p:spPr>
      </p:pic>
      <p:pic>
        <p:nvPicPr>
          <p:cNvPr id="16" name="Google Shape;16;p3"/>
          <p:cNvPicPr preferRelativeResize="0"/>
          <p:nvPr/>
        </p:nvPicPr>
        <p:blipFill>
          <a:blip r:embed="rId3">
            <a:alphaModFix/>
          </a:blip>
          <a:stretch>
            <a:fillRect/>
          </a:stretch>
        </p:blipFill>
        <p:spPr>
          <a:xfrm>
            <a:off x="1887149" y="3182300"/>
            <a:ext cx="818350" cy="654675"/>
          </a:xfrm>
          <a:prstGeom prst="rect">
            <a:avLst/>
          </a:prstGeom>
          <a:noFill/>
          <a:ln>
            <a:noFill/>
          </a:ln>
        </p:spPr>
      </p:pic>
      <p:sp>
        <p:nvSpPr>
          <p:cNvPr id="17" name="Google Shape;17;p3"/>
          <p:cNvSpPr txBox="1"/>
          <p:nvPr>
            <p:ph type="title"/>
          </p:nvPr>
        </p:nvSpPr>
        <p:spPr>
          <a:xfrm>
            <a:off x="1753100" y="4201375"/>
            <a:ext cx="7206900" cy="37998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b="1" sz="4800">
                <a:solidFill>
                  <a:schemeClr val="dk1"/>
                </a:solidFill>
                <a:latin typeface="Google Sans"/>
                <a:ea typeface="Google Sans"/>
                <a:cs typeface="Google Sans"/>
                <a:sym typeface="Google Sans"/>
              </a:defRPr>
            </a:lvl1pPr>
            <a:lvl2pPr lvl="1" rtl="0">
              <a:spcBef>
                <a:spcPts val="0"/>
              </a:spcBef>
              <a:spcAft>
                <a:spcPts val="0"/>
              </a:spcAft>
              <a:buNone/>
              <a:defRPr b="1" sz="4800">
                <a:solidFill>
                  <a:schemeClr val="dk1"/>
                </a:solidFill>
                <a:latin typeface="Google Sans"/>
                <a:ea typeface="Google Sans"/>
                <a:cs typeface="Google Sans"/>
                <a:sym typeface="Google Sans"/>
              </a:defRPr>
            </a:lvl2pPr>
            <a:lvl3pPr lvl="2" rtl="0">
              <a:spcBef>
                <a:spcPts val="0"/>
              </a:spcBef>
              <a:spcAft>
                <a:spcPts val="0"/>
              </a:spcAft>
              <a:buNone/>
              <a:defRPr b="1" sz="4800">
                <a:solidFill>
                  <a:schemeClr val="dk1"/>
                </a:solidFill>
                <a:latin typeface="Google Sans"/>
                <a:ea typeface="Google Sans"/>
                <a:cs typeface="Google Sans"/>
                <a:sym typeface="Google Sans"/>
              </a:defRPr>
            </a:lvl3pPr>
            <a:lvl4pPr lvl="3" rtl="0">
              <a:spcBef>
                <a:spcPts val="0"/>
              </a:spcBef>
              <a:spcAft>
                <a:spcPts val="0"/>
              </a:spcAft>
              <a:buNone/>
              <a:defRPr b="1" sz="4800">
                <a:solidFill>
                  <a:schemeClr val="dk1"/>
                </a:solidFill>
                <a:latin typeface="Google Sans"/>
                <a:ea typeface="Google Sans"/>
                <a:cs typeface="Google Sans"/>
                <a:sym typeface="Google Sans"/>
              </a:defRPr>
            </a:lvl4pPr>
            <a:lvl5pPr lvl="4" rtl="0">
              <a:spcBef>
                <a:spcPts val="0"/>
              </a:spcBef>
              <a:spcAft>
                <a:spcPts val="0"/>
              </a:spcAft>
              <a:buNone/>
              <a:defRPr b="1" sz="4800">
                <a:solidFill>
                  <a:schemeClr val="dk1"/>
                </a:solidFill>
                <a:latin typeface="Google Sans"/>
                <a:ea typeface="Google Sans"/>
                <a:cs typeface="Google Sans"/>
                <a:sym typeface="Google Sans"/>
              </a:defRPr>
            </a:lvl5pPr>
            <a:lvl6pPr lvl="5" rtl="0">
              <a:spcBef>
                <a:spcPts val="0"/>
              </a:spcBef>
              <a:spcAft>
                <a:spcPts val="0"/>
              </a:spcAft>
              <a:buNone/>
              <a:defRPr b="1" sz="4800">
                <a:solidFill>
                  <a:schemeClr val="dk1"/>
                </a:solidFill>
                <a:latin typeface="Google Sans"/>
                <a:ea typeface="Google Sans"/>
                <a:cs typeface="Google Sans"/>
                <a:sym typeface="Google Sans"/>
              </a:defRPr>
            </a:lvl6pPr>
            <a:lvl7pPr lvl="6" rtl="0">
              <a:spcBef>
                <a:spcPts val="0"/>
              </a:spcBef>
              <a:spcAft>
                <a:spcPts val="0"/>
              </a:spcAft>
              <a:buNone/>
              <a:defRPr b="1" sz="4800">
                <a:solidFill>
                  <a:schemeClr val="dk1"/>
                </a:solidFill>
                <a:latin typeface="Google Sans"/>
                <a:ea typeface="Google Sans"/>
                <a:cs typeface="Google Sans"/>
                <a:sym typeface="Google Sans"/>
              </a:defRPr>
            </a:lvl7pPr>
            <a:lvl8pPr lvl="7" rtl="0">
              <a:spcBef>
                <a:spcPts val="0"/>
              </a:spcBef>
              <a:spcAft>
                <a:spcPts val="0"/>
              </a:spcAft>
              <a:buNone/>
              <a:defRPr b="1" sz="4800">
                <a:solidFill>
                  <a:schemeClr val="dk1"/>
                </a:solidFill>
                <a:latin typeface="Google Sans"/>
                <a:ea typeface="Google Sans"/>
                <a:cs typeface="Google Sans"/>
                <a:sym typeface="Google Sans"/>
              </a:defRPr>
            </a:lvl8pPr>
            <a:lvl9pPr lvl="8" rtl="0">
              <a:spcBef>
                <a:spcPts val="0"/>
              </a:spcBef>
              <a:spcAft>
                <a:spcPts val="0"/>
              </a:spcAft>
              <a:buNone/>
              <a:defRPr b="1" sz="4800">
                <a:solidFill>
                  <a:schemeClr val="dk1"/>
                </a:solidFill>
                <a:latin typeface="Google Sans"/>
                <a:ea typeface="Google Sans"/>
                <a:cs typeface="Google Sans"/>
                <a:sym typeface="Google Sans"/>
              </a:defRPr>
            </a:lvl9pPr>
          </a:lstStyle>
          <a:p/>
        </p:txBody>
      </p:sp>
      <p:sp>
        <p:nvSpPr>
          <p:cNvPr id="18" name="Google Shape;18;p3"/>
          <p:cNvSpPr txBox="1"/>
          <p:nvPr>
            <p:ph idx="1" type="subTitle"/>
          </p:nvPr>
        </p:nvSpPr>
        <p:spPr>
          <a:xfrm>
            <a:off x="1753100" y="8001175"/>
            <a:ext cx="7428900" cy="777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3600">
                <a:solidFill>
                  <a:schemeClr val="lt1"/>
                </a:solidFill>
                <a:latin typeface="Google Sans"/>
                <a:ea typeface="Google Sans"/>
                <a:cs typeface="Google Sans"/>
                <a:sym typeface="Google Sans"/>
              </a:defRPr>
            </a:lvl1pPr>
            <a:lvl2pPr lvl="1" rtl="0">
              <a:spcBef>
                <a:spcPts val="0"/>
              </a:spcBef>
              <a:spcAft>
                <a:spcPts val="0"/>
              </a:spcAft>
              <a:buNone/>
              <a:defRPr sz="3600">
                <a:solidFill>
                  <a:schemeClr val="lt1"/>
                </a:solidFill>
                <a:latin typeface="Google Sans"/>
                <a:ea typeface="Google Sans"/>
                <a:cs typeface="Google Sans"/>
                <a:sym typeface="Google Sans"/>
              </a:defRPr>
            </a:lvl2pPr>
            <a:lvl3pPr lvl="2" rtl="0">
              <a:spcBef>
                <a:spcPts val="0"/>
              </a:spcBef>
              <a:spcAft>
                <a:spcPts val="0"/>
              </a:spcAft>
              <a:buNone/>
              <a:defRPr sz="3600">
                <a:solidFill>
                  <a:schemeClr val="lt1"/>
                </a:solidFill>
                <a:latin typeface="Google Sans"/>
                <a:ea typeface="Google Sans"/>
                <a:cs typeface="Google Sans"/>
                <a:sym typeface="Google Sans"/>
              </a:defRPr>
            </a:lvl3pPr>
            <a:lvl4pPr lvl="3" rtl="0">
              <a:spcBef>
                <a:spcPts val="0"/>
              </a:spcBef>
              <a:spcAft>
                <a:spcPts val="0"/>
              </a:spcAft>
              <a:buNone/>
              <a:defRPr sz="3600">
                <a:solidFill>
                  <a:schemeClr val="lt1"/>
                </a:solidFill>
                <a:latin typeface="Google Sans"/>
                <a:ea typeface="Google Sans"/>
                <a:cs typeface="Google Sans"/>
                <a:sym typeface="Google Sans"/>
              </a:defRPr>
            </a:lvl4pPr>
            <a:lvl5pPr lvl="4" rtl="0">
              <a:spcBef>
                <a:spcPts val="0"/>
              </a:spcBef>
              <a:spcAft>
                <a:spcPts val="0"/>
              </a:spcAft>
              <a:buNone/>
              <a:defRPr sz="3600">
                <a:solidFill>
                  <a:schemeClr val="lt1"/>
                </a:solidFill>
                <a:latin typeface="Google Sans"/>
                <a:ea typeface="Google Sans"/>
                <a:cs typeface="Google Sans"/>
                <a:sym typeface="Google Sans"/>
              </a:defRPr>
            </a:lvl5pPr>
            <a:lvl6pPr lvl="5" rtl="0">
              <a:spcBef>
                <a:spcPts val="0"/>
              </a:spcBef>
              <a:spcAft>
                <a:spcPts val="0"/>
              </a:spcAft>
              <a:buNone/>
              <a:defRPr sz="3600">
                <a:solidFill>
                  <a:schemeClr val="lt1"/>
                </a:solidFill>
                <a:latin typeface="Google Sans"/>
                <a:ea typeface="Google Sans"/>
                <a:cs typeface="Google Sans"/>
                <a:sym typeface="Google Sans"/>
              </a:defRPr>
            </a:lvl6pPr>
            <a:lvl7pPr lvl="6" rtl="0">
              <a:spcBef>
                <a:spcPts val="0"/>
              </a:spcBef>
              <a:spcAft>
                <a:spcPts val="0"/>
              </a:spcAft>
              <a:buNone/>
              <a:defRPr sz="3600">
                <a:solidFill>
                  <a:schemeClr val="lt1"/>
                </a:solidFill>
                <a:latin typeface="Google Sans"/>
                <a:ea typeface="Google Sans"/>
                <a:cs typeface="Google Sans"/>
                <a:sym typeface="Google Sans"/>
              </a:defRPr>
            </a:lvl7pPr>
            <a:lvl8pPr lvl="7" rtl="0">
              <a:spcBef>
                <a:spcPts val="0"/>
              </a:spcBef>
              <a:spcAft>
                <a:spcPts val="0"/>
              </a:spcAft>
              <a:buNone/>
              <a:defRPr sz="3600">
                <a:solidFill>
                  <a:schemeClr val="lt1"/>
                </a:solidFill>
                <a:latin typeface="Google Sans"/>
                <a:ea typeface="Google Sans"/>
                <a:cs typeface="Google Sans"/>
                <a:sym typeface="Google Sans"/>
              </a:defRPr>
            </a:lvl8pPr>
            <a:lvl9pPr lvl="8" rtl="0">
              <a:spcBef>
                <a:spcPts val="0"/>
              </a:spcBef>
              <a:spcAft>
                <a:spcPts val="0"/>
              </a:spcAft>
              <a:buNone/>
              <a:defRPr sz="3600">
                <a:solidFill>
                  <a:schemeClr val="lt1"/>
                </a:solidFill>
                <a:latin typeface="Google Sans"/>
                <a:ea typeface="Google Sans"/>
                <a:cs typeface="Google Sans"/>
                <a:sym typeface="Google Sans"/>
              </a:defRPr>
            </a:lvl9pPr>
          </a:lstStyle>
          <a:p/>
        </p:txBody>
      </p:sp>
      <p:sp>
        <p:nvSpPr>
          <p:cNvPr id="19" name="Google Shape;19;p3"/>
          <p:cNvSpPr txBox="1"/>
          <p:nvPr>
            <p:ph idx="2" type="subTitle"/>
          </p:nvPr>
        </p:nvSpPr>
        <p:spPr>
          <a:xfrm>
            <a:off x="1795700" y="8564800"/>
            <a:ext cx="8174700" cy="6546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2800">
                <a:solidFill>
                  <a:schemeClr val="lt1"/>
                </a:solidFill>
                <a:latin typeface="Google Sans"/>
                <a:ea typeface="Google Sans"/>
                <a:cs typeface="Google Sans"/>
                <a:sym typeface="Google Sans"/>
              </a:defRPr>
            </a:lvl1pPr>
            <a:lvl2pPr lvl="1" rtl="0">
              <a:spcBef>
                <a:spcPts val="0"/>
              </a:spcBef>
              <a:spcAft>
                <a:spcPts val="0"/>
              </a:spcAft>
              <a:buNone/>
              <a:defRPr sz="2800">
                <a:solidFill>
                  <a:schemeClr val="lt1"/>
                </a:solidFill>
                <a:latin typeface="Google Sans"/>
                <a:ea typeface="Google Sans"/>
                <a:cs typeface="Google Sans"/>
                <a:sym typeface="Google Sans"/>
              </a:defRPr>
            </a:lvl2pPr>
            <a:lvl3pPr lvl="2" rtl="0">
              <a:spcBef>
                <a:spcPts val="0"/>
              </a:spcBef>
              <a:spcAft>
                <a:spcPts val="0"/>
              </a:spcAft>
              <a:buNone/>
              <a:defRPr sz="2800">
                <a:solidFill>
                  <a:schemeClr val="lt1"/>
                </a:solidFill>
                <a:latin typeface="Google Sans"/>
                <a:ea typeface="Google Sans"/>
                <a:cs typeface="Google Sans"/>
                <a:sym typeface="Google Sans"/>
              </a:defRPr>
            </a:lvl3pPr>
            <a:lvl4pPr lvl="3" rtl="0">
              <a:spcBef>
                <a:spcPts val="0"/>
              </a:spcBef>
              <a:spcAft>
                <a:spcPts val="0"/>
              </a:spcAft>
              <a:buNone/>
              <a:defRPr sz="2800">
                <a:solidFill>
                  <a:schemeClr val="lt1"/>
                </a:solidFill>
                <a:latin typeface="Google Sans"/>
                <a:ea typeface="Google Sans"/>
                <a:cs typeface="Google Sans"/>
                <a:sym typeface="Google Sans"/>
              </a:defRPr>
            </a:lvl4pPr>
            <a:lvl5pPr lvl="4" rtl="0">
              <a:spcBef>
                <a:spcPts val="0"/>
              </a:spcBef>
              <a:spcAft>
                <a:spcPts val="0"/>
              </a:spcAft>
              <a:buNone/>
              <a:defRPr sz="2800">
                <a:solidFill>
                  <a:schemeClr val="lt1"/>
                </a:solidFill>
                <a:latin typeface="Google Sans"/>
                <a:ea typeface="Google Sans"/>
                <a:cs typeface="Google Sans"/>
                <a:sym typeface="Google Sans"/>
              </a:defRPr>
            </a:lvl5pPr>
            <a:lvl6pPr lvl="5" rtl="0">
              <a:spcBef>
                <a:spcPts val="0"/>
              </a:spcBef>
              <a:spcAft>
                <a:spcPts val="0"/>
              </a:spcAft>
              <a:buNone/>
              <a:defRPr sz="2800">
                <a:solidFill>
                  <a:schemeClr val="lt1"/>
                </a:solidFill>
                <a:latin typeface="Google Sans"/>
                <a:ea typeface="Google Sans"/>
                <a:cs typeface="Google Sans"/>
                <a:sym typeface="Google Sans"/>
              </a:defRPr>
            </a:lvl6pPr>
            <a:lvl7pPr lvl="6" rtl="0">
              <a:spcBef>
                <a:spcPts val="0"/>
              </a:spcBef>
              <a:spcAft>
                <a:spcPts val="0"/>
              </a:spcAft>
              <a:buNone/>
              <a:defRPr sz="2800">
                <a:solidFill>
                  <a:schemeClr val="lt1"/>
                </a:solidFill>
                <a:latin typeface="Google Sans"/>
                <a:ea typeface="Google Sans"/>
                <a:cs typeface="Google Sans"/>
                <a:sym typeface="Google Sans"/>
              </a:defRPr>
            </a:lvl7pPr>
            <a:lvl8pPr lvl="7" rtl="0">
              <a:spcBef>
                <a:spcPts val="0"/>
              </a:spcBef>
              <a:spcAft>
                <a:spcPts val="0"/>
              </a:spcAft>
              <a:buNone/>
              <a:defRPr sz="2800">
                <a:solidFill>
                  <a:schemeClr val="lt1"/>
                </a:solidFill>
                <a:latin typeface="Google Sans"/>
                <a:ea typeface="Google Sans"/>
                <a:cs typeface="Google Sans"/>
                <a:sym typeface="Google Sans"/>
              </a:defRPr>
            </a:lvl8pPr>
            <a:lvl9pPr lvl="8" rtl="0">
              <a:spcBef>
                <a:spcPts val="0"/>
              </a:spcBef>
              <a:spcAft>
                <a:spcPts val="0"/>
              </a:spcAft>
              <a:buNone/>
              <a:defRPr sz="2800">
                <a:solidFill>
                  <a:schemeClr val="lt1"/>
                </a:solidFill>
                <a:latin typeface="Google Sans"/>
                <a:ea typeface="Google Sans"/>
                <a:cs typeface="Google Sans"/>
                <a:sym typeface="Google Sans"/>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c - Presenter - Master title - Green">
  <p:cSld name="CUSTOM_2_4_1_3">
    <p:spTree>
      <p:nvGrpSpPr>
        <p:cNvPr id="20" name="Shape 20"/>
        <p:cNvGrpSpPr/>
        <p:nvPr/>
      </p:nvGrpSpPr>
      <p:grpSpPr>
        <a:xfrm>
          <a:off x="0" y="0"/>
          <a:ext cx="0" cy="0"/>
          <a:chOff x="0" y="0"/>
          <a:chExt cx="0" cy="0"/>
        </a:xfrm>
      </p:grpSpPr>
      <p:pic>
        <p:nvPicPr>
          <p:cNvPr id="21" name="Google Shape;21;p4"/>
          <p:cNvPicPr preferRelativeResize="0"/>
          <p:nvPr/>
        </p:nvPicPr>
        <p:blipFill>
          <a:blip r:embed="rId2">
            <a:alphaModFix/>
          </a:blip>
          <a:stretch>
            <a:fillRect/>
          </a:stretch>
        </p:blipFill>
        <p:spPr>
          <a:xfrm>
            <a:off x="0" y="0"/>
            <a:ext cx="18288000" cy="10287000"/>
          </a:xfrm>
          <a:prstGeom prst="rect">
            <a:avLst/>
          </a:prstGeom>
          <a:noFill/>
          <a:ln>
            <a:noFill/>
          </a:ln>
        </p:spPr>
      </p:pic>
      <p:pic>
        <p:nvPicPr>
          <p:cNvPr id="22" name="Google Shape;22;p4"/>
          <p:cNvPicPr preferRelativeResize="0"/>
          <p:nvPr/>
        </p:nvPicPr>
        <p:blipFill>
          <a:blip r:embed="rId3">
            <a:alphaModFix/>
          </a:blip>
          <a:stretch>
            <a:fillRect/>
          </a:stretch>
        </p:blipFill>
        <p:spPr>
          <a:xfrm>
            <a:off x="1887149" y="3182300"/>
            <a:ext cx="818350" cy="654675"/>
          </a:xfrm>
          <a:prstGeom prst="rect">
            <a:avLst/>
          </a:prstGeom>
          <a:noFill/>
          <a:ln>
            <a:noFill/>
          </a:ln>
        </p:spPr>
      </p:pic>
      <p:sp>
        <p:nvSpPr>
          <p:cNvPr id="23" name="Google Shape;23;p4"/>
          <p:cNvSpPr txBox="1"/>
          <p:nvPr>
            <p:ph type="title"/>
          </p:nvPr>
        </p:nvSpPr>
        <p:spPr>
          <a:xfrm>
            <a:off x="1753100" y="4201375"/>
            <a:ext cx="7206900" cy="37998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b="1" sz="4800">
                <a:solidFill>
                  <a:schemeClr val="dk1"/>
                </a:solidFill>
                <a:latin typeface="Google Sans"/>
                <a:ea typeface="Google Sans"/>
                <a:cs typeface="Google Sans"/>
                <a:sym typeface="Google Sans"/>
              </a:defRPr>
            </a:lvl1pPr>
            <a:lvl2pPr lvl="1" rtl="0">
              <a:spcBef>
                <a:spcPts val="0"/>
              </a:spcBef>
              <a:spcAft>
                <a:spcPts val="0"/>
              </a:spcAft>
              <a:buNone/>
              <a:defRPr b="1" sz="4800">
                <a:solidFill>
                  <a:schemeClr val="dk1"/>
                </a:solidFill>
                <a:latin typeface="Google Sans"/>
                <a:ea typeface="Google Sans"/>
                <a:cs typeface="Google Sans"/>
                <a:sym typeface="Google Sans"/>
              </a:defRPr>
            </a:lvl2pPr>
            <a:lvl3pPr lvl="2" rtl="0">
              <a:spcBef>
                <a:spcPts val="0"/>
              </a:spcBef>
              <a:spcAft>
                <a:spcPts val="0"/>
              </a:spcAft>
              <a:buNone/>
              <a:defRPr b="1" sz="4800">
                <a:solidFill>
                  <a:schemeClr val="dk1"/>
                </a:solidFill>
                <a:latin typeface="Google Sans"/>
                <a:ea typeface="Google Sans"/>
                <a:cs typeface="Google Sans"/>
                <a:sym typeface="Google Sans"/>
              </a:defRPr>
            </a:lvl3pPr>
            <a:lvl4pPr lvl="3" rtl="0">
              <a:spcBef>
                <a:spcPts val="0"/>
              </a:spcBef>
              <a:spcAft>
                <a:spcPts val="0"/>
              </a:spcAft>
              <a:buNone/>
              <a:defRPr b="1" sz="4800">
                <a:solidFill>
                  <a:schemeClr val="dk1"/>
                </a:solidFill>
                <a:latin typeface="Google Sans"/>
                <a:ea typeface="Google Sans"/>
                <a:cs typeface="Google Sans"/>
                <a:sym typeface="Google Sans"/>
              </a:defRPr>
            </a:lvl4pPr>
            <a:lvl5pPr lvl="4" rtl="0">
              <a:spcBef>
                <a:spcPts val="0"/>
              </a:spcBef>
              <a:spcAft>
                <a:spcPts val="0"/>
              </a:spcAft>
              <a:buNone/>
              <a:defRPr b="1" sz="4800">
                <a:solidFill>
                  <a:schemeClr val="dk1"/>
                </a:solidFill>
                <a:latin typeface="Google Sans"/>
                <a:ea typeface="Google Sans"/>
                <a:cs typeface="Google Sans"/>
                <a:sym typeface="Google Sans"/>
              </a:defRPr>
            </a:lvl5pPr>
            <a:lvl6pPr lvl="5" rtl="0">
              <a:spcBef>
                <a:spcPts val="0"/>
              </a:spcBef>
              <a:spcAft>
                <a:spcPts val="0"/>
              </a:spcAft>
              <a:buNone/>
              <a:defRPr b="1" sz="4800">
                <a:solidFill>
                  <a:schemeClr val="dk1"/>
                </a:solidFill>
                <a:latin typeface="Google Sans"/>
                <a:ea typeface="Google Sans"/>
                <a:cs typeface="Google Sans"/>
                <a:sym typeface="Google Sans"/>
              </a:defRPr>
            </a:lvl6pPr>
            <a:lvl7pPr lvl="6" rtl="0">
              <a:spcBef>
                <a:spcPts val="0"/>
              </a:spcBef>
              <a:spcAft>
                <a:spcPts val="0"/>
              </a:spcAft>
              <a:buNone/>
              <a:defRPr b="1" sz="4800">
                <a:solidFill>
                  <a:schemeClr val="dk1"/>
                </a:solidFill>
                <a:latin typeface="Google Sans"/>
                <a:ea typeface="Google Sans"/>
                <a:cs typeface="Google Sans"/>
                <a:sym typeface="Google Sans"/>
              </a:defRPr>
            </a:lvl7pPr>
            <a:lvl8pPr lvl="7" rtl="0">
              <a:spcBef>
                <a:spcPts val="0"/>
              </a:spcBef>
              <a:spcAft>
                <a:spcPts val="0"/>
              </a:spcAft>
              <a:buNone/>
              <a:defRPr b="1" sz="4800">
                <a:solidFill>
                  <a:schemeClr val="dk1"/>
                </a:solidFill>
                <a:latin typeface="Google Sans"/>
                <a:ea typeface="Google Sans"/>
                <a:cs typeface="Google Sans"/>
                <a:sym typeface="Google Sans"/>
              </a:defRPr>
            </a:lvl8pPr>
            <a:lvl9pPr lvl="8" rtl="0">
              <a:spcBef>
                <a:spcPts val="0"/>
              </a:spcBef>
              <a:spcAft>
                <a:spcPts val="0"/>
              </a:spcAft>
              <a:buNone/>
              <a:defRPr b="1" sz="4800">
                <a:solidFill>
                  <a:schemeClr val="dk1"/>
                </a:solidFill>
                <a:latin typeface="Google Sans"/>
                <a:ea typeface="Google Sans"/>
                <a:cs typeface="Google Sans"/>
                <a:sym typeface="Google Sans"/>
              </a:defRPr>
            </a:lvl9pPr>
          </a:lstStyle>
          <a:p/>
        </p:txBody>
      </p:sp>
      <p:sp>
        <p:nvSpPr>
          <p:cNvPr id="24" name="Google Shape;24;p4"/>
          <p:cNvSpPr txBox="1"/>
          <p:nvPr>
            <p:ph idx="1" type="subTitle"/>
          </p:nvPr>
        </p:nvSpPr>
        <p:spPr>
          <a:xfrm>
            <a:off x="1753100" y="8001175"/>
            <a:ext cx="7428900" cy="777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3600">
                <a:solidFill>
                  <a:schemeClr val="lt1"/>
                </a:solidFill>
                <a:latin typeface="Google Sans"/>
                <a:ea typeface="Google Sans"/>
                <a:cs typeface="Google Sans"/>
                <a:sym typeface="Google Sans"/>
              </a:defRPr>
            </a:lvl1pPr>
            <a:lvl2pPr lvl="1" rtl="0">
              <a:spcBef>
                <a:spcPts val="0"/>
              </a:spcBef>
              <a:spcAft>
                <a:spcPts val="0"/>
              </a:spcAft>
              <a:buNone/>
              <a:defRPr sz="3600">
                <a:solidFill>
                  <a:schemeClr val="lt1"/>
                </a:solidFill>
                <a:latin typeface="Google Sans"/>
                <a:ea typeface="Google Sans"/>
                <a:cs typeface="Google Sans"/>
                <a:sym typeface="Google Sans"/>
              </a:defRPr>
            </a:lvl2pPr>
            <a:lvl3pPr lvl="2" rtl="0">
              <a:spcBef>
                <a:spcPts val="0"/>
              </a:spcBef>
              <a:spcAft>
                <a:spcPts val="0"/>
              </a:spcAft>
              <a:buNone/>
              <a:defRPr sz="3600">
                <a:solidFill>
                  <a:schemeClr val="lt1"/>
                </a:solidFill>
                <a:latin typeface="Google Sans"/>
                <a:ea typeface="Google Sans"/>
                <a:cs typeface="Google Sans"/>
                <a:sym typeface="Google Sans"/>
              </a:defRPr>
            </a:lvl3pPr>
            <a:lvl4pPr lvl="3" rtl="0">
              <a:spcBef>
                <a:spcPts val="0"/>
              </a:spcBef>
              <a:spcAft>
                <a:spcPts val="0"/>
              </a:spcAft>
              <a:buNone/>
              <a:defRPr sz="3600">
                <a:solidFill>
                  <a:schemeClr val="lt1"/>
                </a:solidFill>
                <a:latin typeface="Google Sans"/>
                <a:ea typeface="Google Sans"/>
                <a:cs typeface="Google Sans"/>
                <a:sym typeface="Google Sans"/>
              </a:defRPr>
            </a:lvl4pPr>
            <a:lvl5pPr lvl="4" rtl="0">
              <a:spcBef>
                <a:spcPts val="0"/>
              </a:spcBef>
              <a:spcAft>
                <a:spcPts val="0"/>
              </a:spcAft>
              <a:buNone/>
              <a:defRPr sz="3600">
                <a:solidFill>
                  <a:schemeClr val="lt1"/>
                </a:solidFill>
                <a:latin typeface="Google Sans"/>
                <a:ea typeface="Google Sans"/>
                <a:cs typeface="Google Sans"/>
                <a:sym typeface="Google Sans"/>
              </a:defRPr>
            </a:lvl5pPr>
            <a:lvl6pPr lvl="5" rtl="0">
              <a:spcBef>
                <a:spcPts val="0"/>
              </a:spcBef>
              <a:spcAft>
                <a:spcPts val="0"/>
              </a:spcAft>
              <a:buNone/>
              <a:defRPr sz="3600">
                <a:solidFill>
                  <a:schemeClr val="lt1"/>
                </a:solidFill>
                <a:latin typeface="Google Sans"/>
                <a:ea typeface="Google Sans"/>
                <a:cs typeface="Google Sans"/>
                <a:sym typeface="Google Sans"/>
              </a:defRPr>
            </a:lvl6pPr>
            <a:lvl7pPr lvl="6" rtl="0">
              <a:spcBef>
                <a:spcPts val="0"/>
              </a:spcBef>
              <a:spcAft>
                <a:spcPts val="0"/>
              </a:spcAft>
              <a:buNone/>
              <a:defRPr sz="3600">
                <a:solidFill>
                  <a:schemeClr val="lt1"/>
                </a:solidFill>
                <a:latin typeface="Google Sans"/>
                <a:ea typeface="Google Sans"/>
                <a:cs typeface="Google Sans"/>
                <a:sym typeface="Google Sans"/>
              </a:defRPr>
            </a:lvl7pPr>
            <a:lvl8pPr lvl="7" rtl="0">
              <a:spcBef>
                <a:spcPts val="0"/>
              </a:spcBef>
              <a:spcAft>
                <a:spcPts val="0"/>
              </a:spcAft>
              <a:buNone/>
              <a:defRPr sz="3600">
                <a:solidFill>
                  <a:schemeClr val="lt1"/>
                </a:solidFill>
                <a:latin typeface="Google Sans"/>
                <a:ea typeface="Google Sans"/>
                <a:cs typeface="Google Sans"/>
                <a:sym typeface="Google Sans"/>
              </a:defRPr>
            </a:lvl8pPr>
            <a:lvl9pPr lvl="8" rtl="0">
              <a:spcBef>
                <a:spcPts val="0"/>
              </a:spcBef>
              <a:spcAft>
                <a:spcPts val="0"/>
              </a:spcAft>
              <a:buNone/>
              <a:defRPr sz="3600">
                <a:solidFill>
                  <a:schemeClr val="lt1"/>
                </a:solidFill>
                <a:latin typeface="Google Sans"/>
                <a:ea typeface="Google Sans"/>
                <a:cs typeface="Google Sans"/>
                <a:sym typeface="Google Sans"/>
              </a:defRPr>
            </a:lvl9pPr>
          </a:lstStyle>
          <a:p/>
        </p:txBody>
      </p:sp>
      <p:sp>
        <p:nvSpPr>
          <p:cNvPr id="25" name="Google Shape;25;p4"/>
          <p:cNvSpPr txBox="1"/>
          <p:nvPr>
            <p:ph idx="2" type="subTitle"/>
          </p:nvPr>
        </p:nvSpPr>
        <p:spPr>
          <a:xfrm>
            <a:off x="1795700" y="8564800"/>
            <a:ext cx="8174700" cy="6546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2800">
                <a:solidFill>
                  <a:schemeClr val="lt1"/>
                </a:solidFill>
                <a:latin typeface="Google Sans"/>
                <a:ea typeface="Google Sans"/>
                <a:cs typeface="Google Sans"/>
                <a:sym typeface="Google Sans"/>
              </a:defRPr>
            </a:lvl1pPr>
            <a:lvl2pPr lvl="1" rtl="0">
              <a:spcBef>
                <a:spcPts val="0"/>
              </a:spcBef>
              <a:spcAft>
                <a:spcPts val="0"/>
              </a:spcAft>
              <a:buNone/>
              <a:defRPr sz="2800">
                <a:solidFill>
                  <a:schemeClr val="lt1"/>
                </a:solidFill>
                <a:latin typeface="Google Sans"/>
                <a:ea typeface="Google Sans"/>
                <a:cs typeface="Google Sans"/>
                <a:sym typeface="Google Sans"/>
              </a:defRPr>
            </a:lvl2pPr>
            <a:lvl3pPr lvl="2" rtl="0">
              <a:spcBef>
                <a:spcPts val="0"/>
              </a:spcBef>
              <a:spcAft>
                <a:spcPts val="0"/>
              </a:spcAft>
              <a:buNone/>
              <a:defRPr sz="2800">
                <a:solidFill>
                  <a:schemeClr val="lt1"/>
                </a:solidFill>
                <a:latin typeface="Google Sans"/>
                <a:ea typeface="Google Sans"/>
                <a:cs typeface="Google Sans"/>
                <a:sym typeface="Google Sans"/>
              </a:defRPr>
            </a:lvl3pPr>
            <a:lvl4pPr lvl="3" rtl="0">
              <a:spcBef>
                <a:spcPts val="0"/>
              </a:spcBef>
              <a:spcAft>
                <a:spcPts val="0"/>
              </a:spcAft>
              <a:buNone/>
              <a:defRPr sz="2800">
                <a:solidFill>
                  <a:schemeClr val="lt1"/>
                </a:solidFill>
                <a:latin typeface="Google Sans"/>
                <a:ea typeface="Google Sans"/>
                <a:cs typeface="Google Sans"/>
                <a:sym typeface="Google Sans"/>
              </a:defRPr>
            </a:lvl4pPr>
            <a:lvl5pPr lvl="4" rtl="0">
              <a:spcBef>
                <a:spcPts val="0"/>
              </a:spcBef>
              <a:spcAft>
                <a:spcPts val="0"/>
              </a:spcAft>
              <a:buNone/>
              <a:defRPr sz="2800">
                <a:solidFill>
                  <a:schemeClr val="lt1"/>
                </a:solidFill>
                <a:latin typeface="Google Sans"/>
                <a:ea typeface="Google Sans"/>
                <a:cs typeface="Google Sans"/>
                <a:sym typeface="Google Sans"/>
              </a:defRPr>
            </a:lvl5pPr>
            <a:lvl6pPr lvl="5" rtl="0">
              <a:spcBef>
                <a:spcPts val="0"/>
              </a:spcBef>
              <a:spcAft>
                <a:spcPts val="0"/>
              </a:spcAft>
              <a:buNone/>
              <a:defRPr sz="2800">
                <a:solidFill>
                  <a:schemeClr val="lt1"/>
                </a:solidFill>
                <a:latin typeface="Google Sans"/>
                <a:ea typeface="Google Sans"/>
                <a:cs typeface="Google Sans"/>
                <a:sym typeface="Google Sans"/>
              </a:defRPr>
            </a:lvl6pPr>
            <a:lvl7pPr lvl="6" rtl="0">
              <a:spcBef>
                <a:spcPts val="0"/>
              </a:spcBef>
              <a:spcAft>
                <a:spcPts val="0"/>
              </a:spcAft>
              <a:buNone/>
              <a:defRPr sz="2800">
                <a:solidFill>
                  <a:schemeClr val="lt1"/>
                </a:solidFill>
                <a:latin typeface="Google Sans"/>
                <a:ea typeface="Google Sans"/>
                <a:cs typeface="Google Sans"/>
                <a:sym typeface="Google Sans"/>
              </a:defRPr>
            </a:lvl7pPr>
            <a:lvl8pPr lvl="7" rtl="0">
              <a:spcBef>
                <a:spcPts val="0"/>
              </a:spcBef>
              <a:spcAft>
                <a:spcPts val="0"/>
              </a:spcAft>
              <a:buNone/>
              <a:defRPr sz="2800">
                <a:solidFill>
                  <a:schemeClr val="lt1"/>
                </a:solidFill>
                <a:latin typeface="Google Sans"/>
                <a:ea typeface="Google Sans"/>
                <a:cs typeface="Google Sans"/>
                <a:sym typeface="Google Sans"/>
              </a:defRPr>
            </a:lvl8pPr>
            <a:lvl9pPr lvl="8" rtl="0">
              <a:spcBef>
                <a:spcPts val="0"/>
              </a:spcBef>
              <a:spcAft>
                <a:spcPts val="0"/>
              </a:spcAft>
              <a:buNone/>
              <a:defRPr sz="2800">
                <a:solidFill>
                  <a:schemeClr val="lt1"/>
                </a:solidFill>
                <a:latin typeface="Google Sans"/>
                <a:ea typeface="Google Sans"/>
                <a:cs typeface="Google Sans"/>
                <a:sym typeface="Google Sans"/>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a - Demo/Lab Solution - Presenter - Blue">
  <p:cSld name="CUSTOM_2_4_1_1_1">
    <p:spTree>
      <p:nvGrpSpPr>
        <p:cNvPr id="26" name="Shape 26"/>
        <p:cNvGrpSpPr/>
        <p:nvPr/>
      </p:nvGrpSpPr>
      <p:grpSpPr>
        <a:xfrm>
          <a:off x="0" y="0"/>
          <a:ext cx="0" cy="0"/>
          <a:chOff x="0" y="0"/>
          <a:chExt cx="0" cy="0"/>
        </a:xfrm>
      </p:grpSpPr>
      <p:sp>
        <p:nvSpPr>
          <p:cNvPr id="27" name="Google Shape;27;p5"/>
          <p:cNvSpPr/>
          <p:nvPr/>
        </p:nvSpPr>
        <p:spPr>
          <a:xfrm>
            <a:off x="0" y="0"/>
            <a:ext cx="18288000" cy="10296600"/>
          </a:xfrm>
          <a:prstGeom prst="rect">
            <a:avLst/>
          </a:prstGeom>
          <a:solidFill>
            <a:schemeClr val="accent3"/>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pic>
        <p:nvPicPr>
          <p:cNvPr id="28" name="Google Shape;28;p5"/>
          <p:cNvPicPr preferRelativeResize="0"/>
          <p:nvPr/>
        </p:nvPicPr>
        <p:blipFill>
          <a:blip r:embed="rId2">
            <a:alphaModFix/>
          </a:blip>
          <a:stretch>
            <a:fillRect/>
          </a:stretch>
        </p:blipFill>
        <p:spPr>
          <a:xfrm>
            <a:off x="1" y="0"/>
            <a:ext cx="18288000" cy="10287000"/>
          </a:xfrm>
          <a:prstGeom prst="rect">
            <a:avLst/>
          </a:prstGeom>
          <a:noFill/>
          <a:ln>
            <a:noFill/>
          </a:ln>
        </p:spPr>
      </p:pic>
      <p:sp>
        <p:nvSpPr>
          <p:cNvPr id="29" name="Google Shape;29;p5"/>
          <p:cNvSpPr txBox="1"/>
          <p:nvPr>
            <p:ph idx="1" type="subTitle"/>
          </p:nvPr>
        </p:nvSpPr>
        <p:spPr>
          <a:xfrm>
            <a:off x="1724150" y="5169125"/>
            <a:ext cx="7428900" cy="9114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3600">
                <a:solidFill>
                  <a:srgbClr val="FFFFFF"/>
                </a:solidFill>
                <a:latin typeface="Google Sans"/>
                <a:ea typeface="Google Sans"/>
                <a:cs typeface="Google Sans"/>
                <a:sym typeface="Google Sans"/>
              </a:defRPr>
            </a:lvl1pPr>
            <a:lvl2pPr lvl="1" rtl="0">
              <a:spcBef>
                <a:spcPts val="0"/>
              </a:spcBef>
              <a:spcAft>
                <a:spcPts val="0"/>
              </a:spcAft>
              <a:buNone/>
              <a:defRPr sz="3600">
                <a:solidFill>
                  <a:srgbClr val="FFFFFF"/>
                </a:solidFill>
                <a:latin typeface="Google Sans"/>
                <a:ea typeface="Google Sans"/>
                <a:cs typeface="Google Sans"/>
                <a:sym typeface="Google Sans"/>
              </a:defRPr>
            </a:lvl2pPr>
            <a:lvl3pPr lvl="2" rtl="0">
              <a:spcBef>
                <a:spcPts val="0"/>
              </a:spcBef>
              <a:spcAft>
                <a:spcPts val="0"/>
              </a:spcAft>
              <a:buNone/>
              <a:defRPr sz="3600">
                <a:solidFill>
                  <a:srgbClr val="FFFFFF"/>
                </a:solidFill>
                <a:latin typeface="Google Sans"/>
                <a:ea typeface="Google Sans"/>
                <a:cs typeface="Google Sans"/>
                <a:sym typeface="Google Sans"/>
              </a:defRPr>
            </a:lvl3pPr>
            <a:lvl4pPr lvl="3" rtl="0">
              <a:spcBef>
                <a:spcPts val="0"/>
              </a:spcBef>
              <a:spcAft>
                <a:spcPts val="0"/>
              </a:spcAft>
              <a:buNone/>
              <a:defRPr sz="3600">
                <a:solidFill>
                  <a:srgbClr val="FFFFFF"/>
                </a:solidFill>
                <a:latin typeface="Google Sans"/>
                <a:ea typeface="Google Sans"/>
                <a:cs typeface="Google Sans"/>
                <a:sym typeface="Google Sans"/>
              </a:defRPr>
            </a:lvl4pPr>
            <a:lvl5pPr lvl="4" rtl="0">
              <a:spcBef>
                <a:spcPts val="0"/>
              </a:spcBef>
              <a:spcAft>
                <a:spcPts val="0"/>
              </a:spcAft>
              <a:buNone/>
              <a:defRPr sz="3600">
                <a:solidFill>
                  <a:srgbClr val="FFFFFF"/>
                </a:solidFill>
                <a:latin typeface="Google Sans"/>
                <a:ea typeface="Google Sans"/>
                <a:cs typeface="Google Sans"/>
                <a:sym typeface="Google Sans"/>
              </a:defRPr>
            </a:lvl5pPr>
            <a:lvl6pPr lvl="5" rtl="0">
              <a:spcBef>
                <a:spcPts val="0"/>
              </a:spcBef>
              <a:spcAft>
                <a:spcPts val="0"/>
              </a:spcAft>
              <a:buNone/>
              <a:defRPr sz="3600">
                <a:solidFill>
                  <a:srgbClr val="FFFFFF"/>
                </a:solidFill>
                <a:latin typeface="Google Sans"/>
                <a:ea typeface="Google Sans"/>
                <a:cs typeface="Google Sans"/>
                <a:sym typeface="Google Sans"/>
              </a:defRPr>
            </a:lvl6pPr>
            <a:lvl7pPr lvl="6" rtl="0">
              <a:spcBef>
                <a:spcPts val="0"/>
              </a:spcBef>
              <a:spcAft>
                <a:spcPts val="0"/>
              </a:spcAft>
              <a:buNone/>
              <a:defRPr sz="3600">
                <a:solidFill>
                  <a:srgbClr val="FFFFFF"/>
                </a:solidFill>
                <a:latin typeface="Google Sans"/>
                <a:ea typeface="Google Sans"/>
                <a:cs typeface="Google Sans"/>
                <a:sym typeface="Google Sans"/>
              </a:defRPr>
            </a:lvl7pPr>
            <a:lvl8pPr lvl="7" rtl="0">
              <a:spcBef>
                <a:spcPts val="0"/>
              </a:spcBef>
              <a:spcAft>
                <a:spcPts val="0"/>
              </a:spcAft>
              <a:buNone/>
              <a:defRPr sz="3600">
                <a:solidFill>
                  <a:srgbClr val="FFFFFF"/>
                </a:solidFill>
                <a:latin typeface="Google Sans"/>
                <a:ea typeface="Google Sans"/>
                <a:cs typeface="Google Sans"/>
                <a:sym typeface="Google Sans"/>
              </a:defRPr>
            </a:lvl8pPr>
            <a:lvl9pPr lvl="8" rtl="0">
              <a:spcBef>
                <a:spcPts val="0"/>
              </a:spcBef>
              <a:spcAft>
                <a:spcPts val="0"/>
              </a:spcAft>
              <a:buNone/>
              <a:defRPr sz="3600">
                <a:solidFill>
                  <a:srgbClr val="FFFFFF"/>
                </a:solidFill>
                <a:latin typeface="Google Sans"/>
                <a:ea typeface="Google Sans"/>
                <a:cs typeface="Google Sans"/>
                <a:sym typeface="Google Sans"/>
              </a:defRPr>
            </a:lvl9pPr>
          </a:lstStyle>
          <a:p/>
        </p:txBody>
      </p:sp>
      <p:sp>
        <p:nvSpPr>
          <p:cNvPr id="30" name="Google Shape;30;p5"/>
          <p:cNvSpPr txBox="1"/>
          <p:nvPr/>
        </p:nvSpPr>
        <p:spPr>
          <a:xfrm>
            <a:off x="1672475" y="4148475"/>
            <a:ext cx="7486500" cy="114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6000">
              <a:solidFill>
                <a:srgbClr val="202124"/>
              </a:solidFill>
              <a:latin typeface="Google Sans"/>
              <a:ea typeface="Google Sans"/>
              <a:cs typeface="Google Sans"/>
              <a:sym typeface="Google Sans"/>
            </a:endParaRPr>
          </a:p>
        </p:txBody>
      </p:sp>
      <p:sp>
        <p:nvSpPr>
          <p:cNvPr id="31" name="Google Shape;31;p5"/>
          <p:cNvSpPr txBox="1"/>
          <p:nvPr>
            <p:ph type="title"/>
          </p:nvPr>
        </p:nvSpPr>
        <p:spPr>
          <a:xfrm>
            <a:off x="1672475" y="4148475"/>
            <a:ext cx="7486500" cy="1140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6000">
                <a:solidFill>
                  <a:srgbClr val="FFFFFF"/>
                </a:solidFill>
                <a:latin typeface="Google Sans"/>
                <a:ea typeface="Google Sans"/>
                <a:cs typeface="Google Sans"/>
                <a:sym typeface="Google Sans"/>
              </a:defRPr>
            </a:lvl1pPr>
            <a:lvl2pPr lvl="1" rtl="0">
              <a:spcBef>
                <a:spcPts val="0"/>
              </a:spcBef>
              <a:spcAft>
                <a:spcPts val="0"/>
              </a:spcAft>
              <a:buNone/>
              <a:defRPr sz="6000">
                <a:solidFill>
                  <a:srgbClr val="FFFFFF"/>
                </a:solidFill>
                <a:latin typeface="Google Sans"/>
                <a:ea typeface="Google Sans"/>
                <a:cs typeface="Google Sans"/>
                <a:sym typeface="Google Sans"/>
              </a:defRPr>
            </a:lvl2pPr>
            <a:lvl3pPr lvl="2" rtl="0">
              <a:spcBef>
                <a:spcPts val="0"/>
              </a:spcBef>
              <a:spcAft>
                <a:spcPts val="0"/>
              </a:spcAft>
              <a:buNone/>
              <a:defRPr sz="6000">
                <a:solidFill>
                  <a:srgbClr val="FFFFFF"/>
                </a:solidFill>
                <a:latin typeface="Google Sans"/>
                <a:ea typeface="Google Sans"/>
                <a:cs typeface="Google Sans"/>
                <a:sym typeface="Google Sans"/>
              </a:defRPr>
            </a:lvl3pPr>
            <a:lvl4pPr lvl="3" rtl="0">
              <a:spcBef>
                <a:spcPts val="0"/>
              </a:spcBef>
              <a:spcAft>
                <a:spcPts val="0"/>
              </a:spcAft>
              <a:buNone/>
              <a:defRPr sz="6000">
                <a:solidFill>
                  <a:srgbClr val="FFFFFF"/>
                </a:solidFill>
                <a:latin typeface="Google Sans"/>
                <a:ea typeface="Google Sans"/>
                <a:cs typeface="Google Sans"/>
                <a:sym typeface="Google Sans"/>
              </a:defRPr>
            </a:lvl4pPr>
            <a:lvl5pPr lvl="4" rtl="0">
              <a:spcBef>
                <a:spcPts val="0"/>
              </a:spcBef>
              <a:spcAft>
                <a:spcPts val="0"/>
              </a:spcAft>
              <a:buNone/>
              <a:defRPr sz="6000">
                <a:solidFill>
                  <a:srgbClr val="FFFFFF"/>
                </a:solidFill>
                <a:latin typeface="Google Sans"/>
                <a:ea typeface="Google Sans"/>
                <a:cs typeface="Google Sans"/>
                <a:sym typeface="Google Sans"/>
              </a:defRPr>
            </a:lvl5pPr>
            <a:lvl6pPr lvl="5" rtl="0">
              <a:spcBef>
                <a:spcPts val="0"/>
              </a:spcBef>
              <a:spcAft>
                <a:spcPts val="0"/>
              </a:spcAft>
              <a:buNone/>
              <a:defRPr sz="6000">
                <a:solidFill>
                  <a:srgbClr val="FFFFFF"/>
                </a:solidFill>
                <a:latin typeface="Google Sans"/>
                <a:ea typeface="Google Sans"/>
                <a:cs typeface="Google Sans"/>
                <a:sym typeface="Google Sans"/>
              </a:defRPr>
            </a:lvl6pPr>
            <a:lvl7pPr lvl="6" rtl="0">
              <a:spcBef>
                <a:spcPts val="0"/>
              </a:spcBef>
              <a:spcAft>
                <a:spcPts val="0"/>
              </a:spcAft>
              <a:buNone/>
              <a:defRPr sz="6000">
                <a:solidFill>
                  <a:srgbClr val="FFFFFF"/>
                </a:solidFill>
                <a:latin typeface="Google Sans"/>
                <a:ea typeface="Google Sans"/>
                <a:cs typeface="Google Sans"/>
                <a:sym typeface="Google Sans"/>
              </a:defRPr>
            </a:lvl7pPr>
            <a:lvl8pPr lvl="7" rtl="0">
              <a:spcBef>
                <a:spcPts val="0"/>
              </a:spcBef>
              <a:spcAft>
                <a:spcPts val="0"/>
              </a:spcAft>
              <a:buNone/>
              <a:defRPr sz="6000">
                <a:solidFill>
                  <a:srgbClr val="FFFFFF"/>
                </a:solidFill>
                <a:latin typeface="Google Sans"/>
                <a:ea typeface="Google Sans"/>
                <a:cs typeface="Google Sans"/>
                <a:sym typeface="Google Sans"/>
              </a:defRPr>
            </a:lvl8pPr>
            <a:lvl9pPr lvl="8" rtl="0">
              <a:spcBef>
                <a:spcPts val="0"/>
              </a:spcBef>
              <a:spcAft>
                <a:spcPts val="0"/>
              </a:spcAft>
              <a:buNone/>
              <a:defRPr sz="6000">
                <a:solidFill>
                  <a:srgbClr val="FFFFFF"/>
                </a:solidFill>
                <a:latin typeface="Google Sans"/>
                <a:ea typeface="Google Sans"/>
                <a:cs typeface="Google Sans"/>
                <a:sym typeface="Google Sans"/>
              </a:defRPr>
            </a:lvl9pPr>
          </a:lstStyle>
          <a:p/>
        </p:txBody>
      </p:sp>
      <p:cxnSp>
        <p:nvCxnSpPr>
          <p:cNvPr id="32" name="Google Shape;32;p5"/>
          <p:cNvCxnSpPr/>
          <p:nvPr/>
        </p:nvCxnSpPr>
        <p:spPr>
          <a:xfrm>
            <a:off x="1743427" y="4011224"/>
            <a:ext cx="857400" cy="0"/>
          </a:xfrm>
          <a:prstGeom prst="straightConnector1">
            <a:avLst/>
          </a:prstGeom>
          <a:noFill/>
          <a:ln cap="flat" cmpd="sng" w="38100">
            <a:solidFill>
              <a:srgbClr val="FFFFFF"/>
            </a:solidFill>
            <a:prstDash val="solid"/>
            <a:round/>
            <a:headEnd len="med" w="med" type="none"/>
            <a:tailEnd len="med" w="med" type="none"/>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b - Demo/Lab Solution - Presenter  - Yellow">
  <p:cSld name="CUSTOM_2_4_1_1_1_3">
    <p:spTree>
      <p:nvGrpSpPr>
        <p:cNvPr id="33" name="Shape 33"/>
        <p:cNvGrpSpPr/>
        <p:nvPr/>
      </p:nvGrpSpPr>
      <p:grpSpPr>
        <a:xfrm>
          <a:off x="0" y="0"/>
          <a:ext cx="0" cy="0"/>
          <a:chOff x="0" y="0"/>
          <a:chExt cx="0" cy="0"/>
        </a:xfrm>
      </p:grpSpPr>
      <p:sp>
        <p:nvSpPr>
          <p:cNvPr id="34" name="Google Shape;34;p6"/>
          <p:cNvSpPr/>
          <p:nvPr/>
        </p:nvSpPr>
        <p:spPr>
          <a:xfrm>
            <a:off x="0" y="0"/>
            <a:ext cx="18288000" cy="10296600"/>
          </a:xfrm>
          <a:prstGeom prst="rect">
            <a:avLst/>
          </a:prstGeom>
          <a:solidFill>
            <a:schemeClr val="accent5"/>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pic>
        <p:nvPicPr>
          <p:cNvPr id="35" name="Google Shape;35;p6"/>
          <p:cNvPicPr preferRelativeResize="0"/>
          <p:nvPr/>
        </p:nvPicPr>
        <p:blipFill>
          <a:blip r:embed="rId2">
            <a:alphaModFix/>
          </a:blip>
          <a:stretch>
            <a:fillRect/>
          </a:stretch>
        </p:blipFill>
        <p:spPr>
          <a:xfrm>
            <a:off x="0" y="0"/>
            <a:ext cx="18288000" cy="10287000"/>
          </a:xfrm>
          <a:prstGeom prst="rect">
            <a:avLst/>
          </a:prstGeom>
          <a:noFill/>
          <a:ln>
            <a:noFill/>
          </a:ln>
        </p:spPr>
      </p:pic>
      <p:sp>
        <p:nvSpPr>
          <p:cNvPr id="36" name="Google Shape;36;p6"/>
          <p:cNvSpPr txBox="1"/>
          <p:nvPr>
            <p:ph idx="1" type="subTitle"/>
          </p:nvPr>
        </p:nvSpPr>
        <p:spPr>
          <a:xfrm>
            <a:off x="1724150" y="5169125"/>
            <a:ext cx="7428900" cy="9114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3600">
                <a:solidFill>
                  <a:srgbClr val="FFFFFF"/>
                </a:solidFill>
                <a:latin typeface="Google Sans"/>
                <a:ea typeface="Google Sans"/>
                <a:cs typeface="Google Sans"/>
                <a:sym typeface="Google Sans"/>
              </a:defRPr>
            </a:lvl1pPr>
            <a:lvl2pPr lvl="1" rtl="0">
              <a:spcBef>
                <a:spcPts val="0"/>
              </a:spcBef>
              <a:spcAft>
                <a:spcPts val="0"/>
              </a:spcAft>
              <a:buNone/>
              <a:defRPr sz="3600">
                <a:solidFill>
                  <a:srgbClr val="FFFFFF"/>
                </a:solidFill>
                <a:latin typeface="Google Sans"/>
                <a:ea typeface="Google Sans"/>
                <a:cs typeface="Google Sans"/>
                <a:sym typeface="Google Sans"/>
              </a:defRPr>
            </a:lvl2pPr>
            <a:lvl3pPr lvl="2" rtl="0">
              <a:spcBef>
                <a:spcPts val="0"/>
              </a:spcBef>
              <a:spcAft>
                <a:spcPts val="0"/>
              </a:spcAft>
              <a:buNone/>
              <a:defRPr sz="3600">
                <a:solidFill>
                  <a:srgbClr val="FFFFFF"/>
                </a:solidFill>
                <a:latin typeface="Google Sans"/>
                <a:ea typeface="Google Sans"/>
                <a:cs typeface="Google Sans"/>
                <a:sym typeface="Google Sans"/>
              </a:defRPr>
            </a:lvl3pPr>
            <a:lvl4pPr lvl="3" rtl="0">
              <a:spcBef>
                <a:spcPts val="0"/>
              </a:spcBef>
              <a:spcAft>
                <a:spcPts val="0"/>
              </a:spcAft>
              <a:buNone/>
              <a:defRPr sz="3600">
                <a:solidFill>
                  <a:srgbClr val="FFFFFF"/>
                </a:solidFill>
                <a:latin typeface="Google Sans"/>
                <a:ea typeface="Google Sans"/>
                <a:cs typeface="Google Sans"/>
                <a:sym typeface="Google Sans"/>
              </a:defRPr>
            </a:lvl4pPr>
            <a:lvl5pPr lvl="4" rtl="0">
              <a:spcBef>
                <a:spcPts val="0"/>
              </a:spcBef>
              <a:spcAft>
                <a:spcPts val="0"/>
              </a:spcAft>
              <a:buNone/>
              <a:defRPr sz="3600">
                <a:solidFill>
                  <a:srgbClr val="FFFFFF"/>
                </a:solidFill>
                <a:latin typeface="Google Sans"/>
                <a:ea typeface="Google Sans"/>
                <a:cs typeface="Google Sans"/>
                <a:sym typeface="Google Sans"/>
              </a:defRPr>
            </a:lvl5pPr>
            <a:lvl6pPr lvl="5" rtl="0">
              <a:spcBef>
                <a:spcPts val="0"/>
              </a:spcBef>
              <a:spcAft>
                <a:spcPts val="0"/>
              </a:spcAft>
              <a:buNone/>
              <a:defRPr sz="3600">
                <a:solidFill>
                  <a:srgbClr val="FFFFFF"/>
                </a:solidFill>
                <a:latin typeface="Google Sans"/>
                <a:ea typeface="Google Sans"/>
                <a:cs typeface="Google Sans"/>
                <a:sym typeface="Google Sans"/>
              </a:defRPr>
            </a:lvl6pPr>
            <a:lvl7pPr lvl="6" rtl="0">
              <a:spcBef>
                <a:spcPts val="0"/>
              </a:spcBef>
              <a:spcAft>
                <a:spcPts val="0"/>
              </a:spcAft>
              <a:buNone/>
              <a:defRPr sz="3600">
                <a:solidFill>
                  <a:srgbClr val="FFFFFF"/>
                </a:solidFill>
                <a:latin typeface="Google Sans"/>
                <a:ea typeface="Google Sans"/>
                <a:cs typeface="Google Sans"/>
                <a:sym typeface="Google Sans"/>
              </a:defRPr>
            </a:lvl7pPr>
            <a:lvl8pPr lvl="7" rtl="0">
              <a:spcBef>
                <a:spcPts val="0"/>
              </a:spcBef>
              <a:spcAft>
                <a:spcPts val="0"/>
              </a:spcAft>
              <a:buNone/>
              <a:defRPr sz="3600">
                <a:solidFill>
                  <a:srgbClr val="FFFFFF"/>
                </a:solidFill>
                <a:latin typeface="Google Sans"/>
                <a:ea typeface="Google Sans"/>
                <a:cs typeface="Google Sans"/>
                <a:sym typeface="Google Sans"/>
              </a:defRPr>
            </a:lvl8pPr>
            <a:lvl9pPr lvl="8" rtl="0">
              <a:spcBef>
                <a:spcPts val="0"/>
              </a:spcBef>
              <a:spcAft>
                <a:spcPts val="0"/>
              </a:spcAft>
              <a:buNone/>
              <a:defRPr sz="3600">
                <a:solidFill>
                  <a:srgbClr val="FFFFFF"/>
                </a:solidFill>
                <a:latin typeface="Google Sans"/>
                <a:ea typeface="Google Sans"/>
                <a:cs typeface="Google Sans"/>
                <a:sym typeface="Google Sans"/>
              </a:defRPr>
            </a:lvl9pPr>
          </a:lstStyle>
          <a:p/>
        </p:txBody>
      </p:sp>
      <p:sp>
        <p:nvSpPr>
          <p:cNvPr id="37" name="Google Shape;37;p6"/>
          <p:cNvSpPr txBox="1"/>
          <p:nvPr/>
        </p:nvSpPr>
        <p:spPr>
          <a:xfrm>
            <a:off x="1672475" y="4148475"/>
            <a:ext cx="7486500" cy="114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6000">
              <a:solidFill>
                <a:srgbClr val="202124"/>
              </a:solidFill>
              <a:latin typeface="Google Sans"/>
              <a:ea typeface="Google Sans"/>
              <a:cs typeface="Google Sans"/>
              <a:sym typeface="Google Sans"/>
            </a:endParaRPr>
          </a:p>
        </p:txBody>
      </p:sp>
      <p:sp>
        <p:nvSpPr>
          <p:cNvPr id="38" name="Google Shape;38;p6"/>
          <p:cNvSpPr txBox="1"/>
          <p:nvPr>
            <p:ph type="title"/>
          </p:nvPr>
        </p:nvSpPr>
        <p:spPr>
          <a:xfrm>
            <a:off x="1672475" y="4148475"/>
            <a:ext cx="7486500" cy="1140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6000">
                <a:solidFill>
                  <a:srgbClr val="FFFFFF"/>
                </a:solidFill>
                <a:latin typeface="Google Sans"/>
                <a:ea typeface="Google Sans"/>
                <a:cs typeface="Google Sans"/>
                <a:sym typeface="Google Sans"/>
              </a:defRPr>
            </a:lvl1pPr>
            <a:lvl2pPr lvl="1" rtl="0">
              <a:spcBef>
                <a:spcPts val="0"/>
              </a:spcBef>
              <a:spcAft>
                <a:spcPts val="0"/>
              </a:spcAft>
              <a:buNone/>
              <a:defRPr sz="6000">
                <a:solidFill>
                  <a:srgbClr val="FFFFFF"/>
                </a:solidFill>
                <a:latin typeface="Google Sans"/>
                <a:ea typeface="Google Sans"/>
                <a:cs typeface="Google Sans"/>
                <a:sym typeface="Google Sans"/>
              </a:defRPr>
            </a:lvl2pPr>
            <a:lvl3pPr lvl="2" rtl="0">
              <a:spcBef>
                <a:spcPts val="0"/>
              </a:spcBef>
              <a:spcAft>
                <a:spcPts val="0"/>
              </a:spcAft>
              <a:buNone/>
              <a:defRPr sz="6000">
                <a:solidFill>
                  <a:srgbClr val="FFFFFF"/>
                </a:solidFill>
                <a:latin typeface="Google Sans"/>
                <a:ea typeface="Google Sans"/>
                <a:cs typeface="Google Sans"/>
                <a:sym typeface="Google Sans"/>
              </a:defRPr>
            </a:lvl3pPr>
            <a:lvl4pPr lvl="3" rtl="0">
              <a:spcBef>
                <a:spcPts val="0"/>
              </a:spcBef>
              <a:spcAft>
                <a:spcPts val="0"/>
              </a:spcAft>
              <a:buNone/>
              <a:defRPr sz="6000">
                <a:solidFill>
                  <a:srgbClr val="FFFFFF"/>
                </a:solidFill>
                <a:latin typeface="Google Sans"/>
                <a:ea typeface="Google Sans"/>
                <a:cs typeface="Google Sans"/>
                <a:sym typeface="Google Sans"/>
              </a:defRPr>
            </a:lvl4pPr>
            <a:lvl5pPr lvl="4" rtl="0">
              <a:spcBef>
                <a:spcPts val="0"/>
              </a:spcBef>
              <a:spcAft>
                <a:spcPts val="0"/>
              </a:spcAft>
              <a:buNone/>
              <a:defRPr sz="6000">
                <a:solidFill>
                  <a:srgbClr val="FFFFFF"/>
                </a:solidFill>
                <a:latin typeface="Google Sans"/>
                <a:ea typeface="Google Sans"/>
                <a:cs typeface="Google Sans"/>
                <a:sym typeface="Google Sans"/>
              </a:defRPr>
            </a:lvl5pPr>
            <a:lvl6pPr lvl="5" rtl="0">
              <a:spcBef>
                <a:spcPts val="0"/>
              </a:spcBef>
              <a:spcAft>
                <a:spcPts val="0"/>
              </a:spcAft>
              <a:buNone/>
              <a:defRPr sz="6000">
                <a:solidFill>
                  <a:srgbClr val="FFFFFF"/>
                </a:solidFill>
                <a:latin typeface="Google Sans"/>
                <a:ea typeface="Google Sans"/>
                <a:cs typeface="Google Sans"/>
                <a:sym typeface="Google Sans"/>
              </a:defRPr>
            </a:lvl6pPr>
            <a:lvl7pPr lvl="6" rtl="0">
              <a:spcBef>
                <a:spcPts val="0"/>
              </a:spcBef>
              <a:spcAft>
                <a:spcPts val="0"/>
              </a:spcAft>
              <a:buNone/>
              <a:defRPr sz="6000">
                <a:solidFill>
                  <a:srgbClr val="FFFFFF"/>
                </a:solidFill>
                <a:latin typeface="Google Sans"/>
                <a:ea typeface="Google Sans"/>
                <a:cs typeface="Google Sans"/>
                <a:sym typeface="Google Sans"/>
              </a:defRPr>
            </a:lvl7pPr>
            <a:lvl8pPr lvl="7" rtl="0">
              <a:spcBef>
                <a:spcPts val="0"/>
              </a:spcBef>
              <a:spcAft>
                <a:spcPts val="0"/>
              </a:spcAft>
              <a:buNone/>
              <a:defRPr sz="6000">
                <a:solidFill>
                  <a:srgbClr val="FFFFFF"/>
                </a:solidFill>
                <a:latin typeface="Google Sans"/>
                <a:ea typeface="Google Sans"/>
                <a:cs typeface="Google Sans"/>
                <a:sym typeface="Google Sans"/>
              </a:defRPr>
            </a:lvl8pPr>
            <a:lvl9pPr lvl="8" rtl="0">
              <a:spcBef>
                <a:spcPts val="0"/>
              </a:spcBef>
              <a:spcAft>
                <a:spcPts val="0"/>
              </a:spcAft>
              <a:buNone/>
              <a:defRPr sz="6000">
                <a:solidFill>
                  <a:srgbClr val="FFFFFF"/>
                </a:solidFill>
                <a:latin typeface="Google Sans"/>
                <a:ea typeface="Google Sans"/>
                <a:cs typeface="Google Sans"/>
                <a:sym typeface="Google Sans"/>
              </a:defRPr>
            </a:lvl9pPr>
          </a:lstStyle>
          <a:p/>
        </p:txBody>
      </p:sp>
      <p:cxnSp>
        <p:nvCxnSpPr>
          <p:cNvPr id="39" name="Google Shape;39;p6"/>
          <p:cNvCxnSpPr/>
          <p:nvPr/>
        </p:nvCxnSpPr>
        <p:spPr>
          <a:xfrm>
            <a:off x="1743427" y="4011224"/>
            <a:ext cx="857400" cy="0"/>
          </a:xfrm>
          <a:prstGeom prst="straightConnector1">
            <a:avLst/>
          </a:prstGeom>
          <a:noFill/>
          <a:ln cap="flat" cmpd="sng" w="38100">
            <a:solidFill>
              <a:srgbClr val="FFFFFF"/>
            </a:solidFill>
            <a:prstDash val="solid"/>
            <a:round/>
            <a:headEnd len="med" w="med" type="none"/>
            <a:tailEnd len="med" w="med" type="none"/>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c - Demo/Lab Solution - Presenter - Green">
  <p:cSld name="CUSTOM_2_4_1_1_1_3_1">
    <p:spTree>
      <p:nvGrpSpPr>
        <p:cNvPr id="40" name="Shape 40"/>
        <p:cNvGrpSpPr/>
        <p:nvPr/>
      </p:nvGrpSpPr>
      <p:grpSpPr>
        <a:xfrm>
          <a:off x="0" y="0"/>
          <a:ext cx="0" cy="0"/>
          <a:chOff x="0" y="0"/>
          <a:chExt cx="0" cy="0"/>
        </a:xfrm>
      </p:grpSpPr>
      <p:sp>
        <p:nvSpPr>
          <p:cNvPr id="41" name="Google Shape;41;p7"/>
          <p:cNvSpPr/>
          <p:nvPr/>
        </p:nvSpPr>
        <p:spPr>
          <a:xfrm>
            <a:off x="0" y="0"/>
            <a:ext cx="18288000" cy="10296600"/>
          </a:xfrm>
          <a:prstGeom prst="rect">
            <a:avLst/>
          </a:prstGeom>
          <a:solidFill>
            <a:schemeClr val="accent6"/>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pic>
        <p:nvPicPr>
          <p:cNvPr id="42" name="Google Shape;42;p7"/>
          <p:cNvPicPr preferRelativeResize="0"/>
          <p:nvPr/>
        </p:nvPicPr>
        <p:blipFill>
          <a:blip r:embed="rId2">
            <a:alphaModFix/>
          </a:blip>
          <a:stretch>
            <a:fillRect/>
          </a:stretch>
        </p:blipFill>
        <p:spPr>
          <a:xfrm>
            <a:off x="0" y="4800"/>
            <a:ext cx="18288000" cy="10287000"/>
          </a:xfrm>
          <a:prstGeom prst="rect">
            <a:avLst/>
          </a:prstGeom>
          <a:noFill/>
          <a:ln>
            <a:noFill/>
          </a:ln>
        </p:spPr>
      </p:pic>
      <p:sp>
        <p:nvSpPr>
          <p:cNvPr id="43" name="Google Shape;43;p7"/>
          <p:cNvSpPr txBox="1"/>
          <p:nvPr>
            <p:ph idx="1" type="subTitle"/>
          </p:nvPr>
        </p:nvSpPr>
        <p:spPr>
          <a:xfrm>
            <a:off x="1724150" y="5169125"/>
            <a:ext cx="7428900" cy="9114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3600">
                <a:solidFill>
                  <a:srgbClr val="FFFFFF"/>
                </a:solidFill>
                <a:latin typeface="Google Sans"/>
                <a:ea typeface="Google Sans"/>
                <a:cs typeface="Google Sans"/>
                <a:sym typeface="Google Sans"/>
              </a:defRPr>
            </a:lvl1pPr>
            <a:lvl2pPr lvl="1" rtl="0">
              <a:spcBef>
                <a:spcPts val="0"/>
              </a:spcBef>
              <a:spcAft>
                <a:spcPts val="0"/>
              </a:spcAft>
              <a:buNone/>
              <a:defRPr sz="3600">
                <a:solidFill>
                  <a:srgbClr val="FFFFFF"/>
                </a:solidFill>
                <a:latin typeface="Google Sans"/>
                <a:ea typeface="Google Sans"/>
                <a:cs typeface="Google Sans"/>
                <a:sym typeface="Google Sans"/>
              </a:defRPr>
            </a:lvl2pPr>
            <a:lvl3pPr lvl="2" rtl="0">
              <a:spcBef>
                <a:spcPts val="0"/>
              </a:spcBef>
              <a:spcAft>
                <a:spcPts val="0"/>
              </a:spcAft>
              <a:buNone/>
              <a:defRPr sz="3600">
                <a:solidFill>
                  <a:srgbClr val="FFFFFF"/>
                </a:solidFill>
                <a:latin typeface="Google Sans"/>
                <a:ea typeface="Google Sans"/>
                <a:cs typeface="Google Sans"/>
                <a:sym typeface="Google Sans"/>
              </a:defRPr>
            </a:lvl3pPr>
            <a:lvl4pPr lvl="3" rtl="0">
              <a:spcBef>
                <a:spcPts val="0"/>
              </a:spcBef>
              <a:spcAft>
                <a:spcPts val="0"/>
              </a:spcAft>
              <a:buNone/>
              <a:defRPr sz="3600">
                <a:solidFill>
                  <a:srgbClr val="FFFFFF"/>
                </a:solidFill>
                <a:latin typeface="Google Sans"/>
                <a:ea typeface="Google Sans"/>
                <a:cs typeface="Google Sans"/>
                <a:sym typeface="Google Sans"/>
              </a:defRPr>
            </a:lvl4pPr>
            <a:lvl5pPr lvl="4" rtl="0">
              <a:spcBef>
                <a:spcPts val="0"/>
              </a:spcBef>
              <a:spcAft>
                <a:spcPts val="0"/>
              </a:spcAft>
              <a:buNone/>
              <a:defRPr sz="3600">
                <a:solidFill>
                  <a:srgbClr val="FFFFFF"/>
                </a:solidFill>
                <a:latin typeface="Google Sans"/>
                <a:ea typeface="Google Sans"/>
                <a:cs typeface="Google Sans"/>
                <a:sym typeface="Google Sans"/>
              </a:defRPr>
            </a:lvl5pPr>
            <a:lvl6pPr lvl="5" rtl="0">
              <a:spcBef>
                <a:spcPts val="0"/>
              </a:spcBef>
              <a:spcAft>
                <a:spcPts val="0"/>
              </a:spcAft>
              <a:buNone/>
              <a:defRPr sz="3600">
                <a:solidFill>
                  <a:srgbClr val="FFFFFF"/>
                </a:solidFill>
                <a:latin typeface="Google Sans"/>
                <a:ea typeface="Google Sans"/>
                <a:cs typeface="Google Sans"/>
                <a:sym typeface="Google Sans"/>
              </a:defRPr>
            </a:lvl6pPr>
            <a:lvl7pPr lvl="6" rtl="0">
              <a:spcBef>
                <a:spcPts val="0"/>
              </a:spcBef>
              <a:spcAft>
                <a:spcPts val="0"/>
              </a:spcAft>
              <a:buNone/>
              <a:defRPr sz="3600">
                <a:solidFill>
                  <a:srgbClr val="FFFFFF"/>
                </a:solidFill>
                <a:latin typeface="Google Sans"/>
                <a:ea typeface="Google Sans"/>
                <a:cs typeface="Google Sans"/>
                <a:sym typeface="Google Sans"/>
              </a:defRPr>
            </a:lvl7pPr>
            <a:lvl8pPr lvl="7" rtl="0">
              <a:spcBef>
                <a:spcPts val="0"/>
              </a:spcBef>
              <a:spcAft>
                <a:spcPts val="0"/>
              </a:spcAft>
              <a:buNone/>
              <a:defRPr sz="3600">
                <a:solidFill>
                  <a:srgbClr val="FFFFFF"/>
                </a:solidFill>
                <a:latin typeface="Google Sans"/>
                <a:ea typeface="Google Sans"/>
                <a:cs typeface="Google Sans"/>
                <a:sym typeface="Google Sans"/>
              </a:defRPr>
            </a:lvl8pPr>
            <a:lvl9pPr lvl="8" rtl="0">
              <a:spcBef>
                <a:spcPts val="0"/>
              </a:spcBef>
              <a:spcAft>
                <a:spcPts val="0"/>
              </a:spcAft>
              <a:buNone/>
              <a:defRPr sz="3600">
                <a:solidFill>
                  <a:srgbClr val="FFFFFF"/>
                </a:solidFill>
                <a:latin typeface="Google Sans"/>
                <a:ea typeface="Google Sans"/>
                <a:cs typeface="Google Sans"/>
                <a:sym typeface="Google Sans"/>
              </a:defRPr>
            </a:lvl9pPr>
          </a:lstStyle>
          <a:p/>
        </p:txBody>
      </p:sp>
      <p:sp>
        <p:nvSpPr>
          <p:cNvPr id="44" name="Google Shape;44;p7"/>
          <p:cNvSpPr txBox="1"/>
          <p:nvPr/>
        </p:nvSpPr>
        <p:spPr>
          <a:xfrm>
            <a:off x="1672475" y="4148475"/>
            <a:ext cx="7486500" cy="114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6000">
              <a:solidFill>
                <a:srgbClr val="202124"/>
              </a:solidFill>
              <a:latin typeface="Google Sans"/>
              <a:ea typeface="Google Sans"/>
              <a:cs typeface="Google Sans"/>
              <a:sym typeface="Google Sans"/>
            </a:endParaRPr>
          </a:p>
        </p:txBody>
      </p:sp>
      <p:sp>
        <p:nvSpPr>
          <p:cNvPr id="45" name="Google Shape;45;p7"/>
          <p:cNvSpPr txBox="1"/>
          <p:nvPr>
            <p:ph type="title"/>
          </p:nvPr>
        </p:nvSpPr>
        <p:spPr>
          <a:xfrm>
            <a:off x="1672475" y="4148475"/>
            <a:ext cx="7486500" cy="1140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6000">
                <a:solidFill>
                  <a:srgbClr val="FFFFFF"/>
                </a:solidFill>
                <a:latin typeface="Google Sans"/>
                <a:ea typeface="Google Sans"/>
                <a:cs typeface="Google Sans"/>
                <a:sym typeface="Google Sans"/>
              </a:defRPr>
            </a:lvl1pPr>
            <a:lvl2pPr lvl="1" rtl="0">
              <a:spcBef>
                <a:spcPts val="0"/>
              </a:spcBef>
              <a:spcAft>
                <a:spcPts val="0"/>
              </a:spcAft>
              <a:buNone/>
              <a:defRPr sz="6000">
                <a:solidFill>
                  <a:srgbClr val="FFFFFF"/>
                </a:solidFill>
                <a:latin typeface="Google Sans"/>
                <a:ea typeface="Google Sans"/>
                <a:cs typeface="Google Sans"/>
                <a:sym typeface="Google Sans"/>
              </a:defRPr>
            </a:lvl2pPr>
            <a:lvl3pPr lvl="2" rtl="0">
              <a:spcBef>
                <a:spcPts val="0"/>
              </a:spcBef>
              <a:spcAft>
                <a:spcPts val="0"/>
              </a:spcAft>
              <a:buNone/>
              <a:defRPr sz="6000">
                <a:solidFill>
                  <a:srgbClr val="FFFFFF"/>
                </a:solidFill>
                <a:latin typeface="Google Sans"/>
                <a:ea typeface="Google Sans"/>
                <a:cs typeface="Google Sans"/>
                <a:sym typeface="Google Sans"/>
              </a:defRPr>
            </a:lvl3pPr>
            <a:lvl4pPr lvl="3" rtl="0">
              <a:spcBef>
                <a:spcPts val="0"/>
              </a:spcBef>
              <a:spcAft>
                <a:spcPts val="0"/>
              </a:spcAft>
              <a:buNone/>
              <a:defRPr sz="6000">
                <a:solidFill>
                  <a:srgbClr val="FFFFFF"/>
                </a:solidFill>
                <a:latin typeface="Google Sans"/>
                <a:ea typeface="Google Sans"/>
                <a:cs typeface="Google Sans"/>
                <a:sym typeface="Google Sans"/>
              </a:defRPr>
            </a:lvl4pPr>
            <a:lvl5pPr lvl="4" rtl="0">
              <a:spcBef>
                <a:spcPts val="0"/>
              </a:spcBef>
              <a:spcAft>
                <a:spcPts val="0"/>
              </a:spcAft>
              <a:buNone/>
              <a:defRPr sz="6000">
                <a:solidFill>
                  <a:srgbClr val="FFFFFF"/>
                </a:solidFill>
                <a:latin typeface="Google Sans"/>
                <a:ea typeface="Google Sans"/>
                <a:cs typeface="Google Sans"/>
                <a:sym typeface="Google Sans"/>
              </a:defRPr>
            </a:lvl5pPr>
            <a:lvl6pPr lvl="5" rtl="0">
              <a:spcBef>
                <a:spcPts val="0"/>
              </a:spcBef>
              <a:spcAft>
                <a:spcPts val="0"/>
              </a:spcAft>
              <a:buNone/>
              <a:defRPr sz="6000">
                <a:solidFill>
                  <a:srgbClr val="FFFFFF"/>
                </a:solidFill>
                <a:latin typeface="Google Sans"/>
                <a:ea typeface="Google Sans"/>
                <a:cs typeface="Google Sans"/>
                <a:sym typeface="Google Sans"/>
              </a:defRPr>
            </a:lvl6pPr>
            <a:lvl7pPr lvl="6" rtl="0">
              <a:spcBef>
                <a:spcPts val="0"/>
              </a:spcBef>
              <a:spcAft>
                <a:spcPts val="0"/>
              </a:spcAft>
              <a:buNone/>
              <a:defRPr sz="6000">
                <a:solidFill>
                  <a:srgbClr val="FFFFFF"/>
                </a:solidFill>
                <a:latin typeface="Google Sans"/>
                <a:ea typeface="Google Sans"/>
                <a:cs typeface="Google Sans"/>
                <a:sym typeface="Google Sans"/>
              </a:defRPr>
            </a:lvl7pPr>
            <a:lvl8pPr lvl="7" rtl="0">
              <a:spcBef>
                <a:spcPts val="0"/>
              </a:spcBef>
              <a:spcAft>
                <a:spcPts val="0"/>
              </a:spcAft>
              <a:buNone/>
              <a:defRPr sz="6000">
                <a:solidFill>
                  <a:srgbClr val="FFFFFF"/>
                </a:solidFill>
                <a:latin typeface="Google Sans"/>
                <a:ea typeface="Google Sans"/>
                <a:cs typeface="Google Sans"/>
                <a:sym typeface="Google Sans"/>
              </a:defRPr>
            </a:lvl8pPr>
            <a:lvl9pPr lvl="8" rtl="0">
              <a:spcBef>
                <a:spcPts val="0"/>
              </a:spcBef>
              <a:spcAft>
                <a:spcPts val="0"/>
              </a:spcAft>
              <a:buNone/>
              <a:defRPr sz="6000">
                <a:solidFill>
                  <a:srgbClr val="FFFFFF"/>
                </a:solidFill>
                <a:latin typeface="Google Sans"/>
                <a:ea typeface="Google Sans"/>
                <a:cs typeface="Google Sans"/>
                <a:sym typeface="Google Sans"/>
              </a:defRPr>
            </a:lvl9pPr>
          </a:lstStyle>
          <a:p/>
        </p:txBody>
      </p:sp>
      <p:cxnSp>
        <p:nvCxnSpPr>
          <p:cNvPr id="46" name="Google Shape;46;p7"/>
          <p:cNvCxnSpPr/>
          <p:nvPr/>
        </p:nvCxnSpPr>
        <p:spPr>
          <a:xfrm>
            <a:off x="1743427" y="4011224"/>
            <a:ext cx="857400" cy="0"/>
          </a:xfrm>
          <a:prstGeom prst="straightConnector1">
            <a:avLst/>
          </a:prstGeom>
          <a:noFill/>
          <a:ln cap="flat" cmpd="sng" w="38100">
            <a:solidFill>
              <a:srgbClr val="FFFFFF"/>
            </a:solidFill>
            <a:prstDash val="solid"/>
            <a:round/>
            <a:headEnd len="med" w="med" type="none"/>
            <a:tailEnd len="med" w="med" type="none"/>
          </a:ln>
        </p:spPr>
      </p:cxn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a - Lab Intro - Presenter - Blue">
  <p:cSld name="CUSTOM_2_4_1_1_1_2">
    <p:spTree>
      <p:nvGrpSpPr>
        <p:cNvPr id="47" name="Shape 47"/>
        <p:cNvGrpSpPr/>
        <p:nvPr/>
      </p:nvGrpSpPr>
      <p:grpSpPr>
        <a:xfrm>
          <a:off x="0" y="0"/>
          <a:ext cx="0" cy="0"/>
          <a:chOff x="0" y="0"/>
          <a:chExt cx="0" cy="0"/>
        </a:xfrm>
      </p:grpSpPr>
      <p:pic>
        <p:nvPicPr>
          <p:cNvPr id="48" name="Google Shape;48;p8"/>
          <p:cNvPicPr preferRelativeResize="0"/>
          <p:nvPr/>
        </p:nvPicPr>
        <p:blipFill>
          <a:blip r:embed="rId2">
            <a:alphaModFix/>
          </a:blip>
          <a:stretch>
            <a:fillRect/>
          </a:stretch>
        </p:blipFill>
        <p:spPr>
          <a:xfrm>
            <a:off x="0" y="0"/>
            <a:ext cx="18288000" cy="10287000"/>
          </a:xfrm>
          <a:prstGeom prst="rect">
            <a:avLst/>
          </a:prstGeom>
          <a:noFill/>
          <a:ln>
            <a:noFill/>
          </a:ln>
        </p:spPr>
      </p:pic>
      <p:sp>
        <p:nvSpPr>
          <p:cNvPr id="49" name="Google Shape;49;p8"/>
          <p:cNvSpPr txBox="1"/>
          <p:nvPr>
            <p:ph idx="1" type="subTitle"/>
          </p:nvPr>
        </p:nvSpPr>
        <p:spPr>
          <a:xfrm>
            <a:off x="1724150" y="5169125"/>
            <a:ext cx="7428900" cy="9114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3600">
                <a:solidFill>
                  <a:schemeClr val="lt1"/>
                </a:solidFill>
                <a:latin typeface="Google Sans"/>
                <a:ea typeface="Google Sans"/>
                <a:cs typeface="Google Sans"/>
                <a:sym typeface="Google Sans"/>
              </a:defRPr>
            </a:lvl1pPr>
            <a:lvl2pPr lvl="1" rtl="0">
              <a:spcBef>
                <a:spcPts val="0"/>
              </a:spcBef>
              <a:spcAft>
                <a:spcPts val="0"/>
              </a:spcAft>
              <a:buNone/>
              <a:defRPr sz="3600">
                <a:solidFill>
                  <a:schemeClr val="lt1"/>
                </a:solidFill>
                <a:latin typeface="Google Sans"/>
                <a:ea typeface="Google Sans"/>
                <a:cs typeface="Google Sans"/>
                <a:sym typeface="Google Sans"/>
              </a:defRPr>
            </a:lvl2pPr>
            <a:lvl3pPr lvl="2" rtl="0">
              <a:spcBef>
                <a:spcPts val="0"/>
              </a:spcBef>
              <a:spcAft>
                <a:spcPts val="0"/>
              </a:spcAft>
              <a:buNone/>
              <a:defRPr sz="3600">
                <a:solidFill>
                  <a:schemeClr val="lt1"/>
                </a:solidFill>
                <a:latin typeface="Google Sans"/>
                <a:ea typeface="Google Sans"/>
                <a:cs typeface="Google Sans"/>
                <a:sym typeface="Google Sans"/>
              </a:defRPr>
            </a:lvl3pPr>
            <a:lvl4pPr lvl="3" rtl="0">
              <a:spcBef>
                <a:spcPts val="0"/>
              </a:spcBef>
              <a:spcAft>
                <a:spcPts val="0"/>
              </a:spcAft>
              <a:buNone/>
              <a:defRPr sz="3600">
                <a:solidFill>
                  <a:schemeClr val="lt1"/>
                </a:solidFill>
                <a:latin typeface="Google Sans"/>
                <a:ea typeface="Google Sans"/>
                <a:cs typeface="Google Sans"/>
                <a:sym typeface="Google Sans"/>
              </a:defRPr>
            </a:lvl4pPr>
            <a:lvl5pPr lvl="4" rtl="0">
              <a:spcBef>
                <a:spcPts val="0"/>
              </a:spcBef>
              <a:spcAft>
                <a:spcPts val="0"/>
              </a:spcAft>
              <a:buNone/>
              <a:defRPr sz="3600">
                <a:solidFill>
                  <a:schemeClr val="lt1"/>
                </a:solidFill>
                <a:latin typeface="Google Sans"/>
                <a:ea typeface="Google Sans"/>
                <a:cs typeface="Google Sans"/>
                <a:sym typeface="Google Sans"/>
              </a:defRPr>
            </a:lvl5pPr>
            <a:lvl6pPr lvl="5" rtl="0">
              <a:spcBef>
                <a:spcPts val="0"/>
              </a:spcBef>
              <a:spcAft>
                <a:spcPts val="0"/>
              </a:spcAft>
              <a:buNone/>
              <a:defRPr sz="3600">
                <a:solidFill>
                  <a:schemeClr val="lt1"/>
                </a:solidFill>
                <a:latin typeface="Google Sans"/>
                <a:ea typeface="Google Sans"/>
                <a:cs typeface="Google Sans"/>
                <a:sym typeface="Google Sans"/>
              </a:defRPr>
            </a:lvl6pPr>
            <a:lvl7pPr lvl="6" rtl="0">
              <a:spcBef>
                <a:spcPts val="0"/>
              </a:spcBef>
              <a:spcAft>
                <a:spcPts val="0"/>
              </a:spcAft>
              <a:buNone/>
              <a:defRPr sz="3600">
                <a:solidFill>
                  <a:schemeClr val="lt1"/>
                </a:solidFill>
                <a:latin typeface="Google Sans"/>
                <a:ea typeface="Google Sans"/>
                <a:cs typeface="Google Sans"/>
                <a:sym typeface="Google Sans"/>
              </a:defRPr>
            </a:lvl7pPr>
            <a:lvl8pPr lvl="7" rtl="0">
              <a:spcBef>
                <a:spcPts val="0"/>
              </a:spcBef>
              <a:spcAft>
                <a:spcPts val="0"/>
              </a:spcAft>
              <a:buNone/>
              <a:defRPr sz="3600">
                <a:solidFill>
                  <a:schemeClr val="lt1"/>
                </a:solidFill>
                <a:latin typeface="Google Sans"/>
                <a:ea typeface="Google Sans"/>
                <a:cs typeface="Google Sans"/>
                <a:sym typeface="Google Sans"/>
              </a:defRPr>
            </a:lvl8pPr>
            <a:lvl9pPr lvl="8" rtl="0">
              <a:spcBef>
                <a:spcPts val="0"/>
              </a:spcBef>
              <a:spcAft>
                <a:spcPts val="0"/>
              </a:spcAft>
              <a:buNone/>
              <a:defRPr sz="3600">
                <a:solidFill>
                  <a:schemeClr val="lt1"/>
                </a:solidFill>
                <a:latin typeface="Google Sans"/>
                <a:ea typeface="Google Sans"/>
                <a:cs typeface="Google Sans"/>
                <a:sym typeface="Google Sans"/>
              </a:defRPr>
            </a:lvl9pPr>
          </a:lstStyle>
          <a:p/>
        </p:txBody>
      </p:sp>
      <p:sp>
        <p:nvSpPr>
          <p:cNvPr id="50" name="Google Shape;50;p8"/>
          <p:cNvSpPr txBox="1"/>
          <p:nvPr/>
        </p:nvSpPr>
        <p:spPr>
          <a:xfrm>
            <a:off x="1672475" y="4148475"/>
            <a:ext cx="7486500" cy="114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6000">
              <a:solidFill>
                <a:srgbClr val="202124"/>
              </a:solidFill>
              <a:latin typeface="Google Sans"/>
              <a:ea typeface="Google Sans"/>
              <a:cs typeface="Google Sans"/>
              <a:sym typeface="Google Sans"/>
            </a:endParaRPr>
          </a:p>
        </p:txBody>
      </p:sp>
      <p:sp>
        <p:nvSpPr>
          <p:cNvPr id="51" name="Google Shape;51;p8"/>
          <p:cNvSpPr txBox="1"/>
          <p:nvPr>
            <p:ph type="title"/>
          </p:nvPr>
        </p:nvSpPr>
        <p:spPr>
          <a:xfrm>
            <a:off x="1672475" y="4148475"/>
            <a:ext cx="7486500" cy="1140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6000">
                <a:solidFill>
                  <a:schemeClr val="dk1"/>
                </a:solidFill>
                <a:latin typeface="Google Sans"/>
                <a:ea typeface="Google Sans"/>
                <a:cs typeface="Google Sans"/>
                <a:sym typeface="Google Sans"/>
              </a:defRPr>
            </a:lvl1pPr>
            <a:lvl2pPr lvl="1" rtl="0">
              <a:spcBef>
                <a:spcPts val="0"/>
              </a:spcBef>
              <a:spcAft>
                <a:spcPts val="0"/>
              </a:spcAft>
              <a:buNone/>
              <a:defRPr sz="6000">
                <a:solidFill>
                  <a:schemeClr val="dk1"/>
                </a:solidFill>
                <a:latin typeface="Google Sans"/>
                <a:ea typeface="Google Sans"/>
                <a:cs typeface="Google Sans"/>
                <a:sym typeface="Google Sans"/>
              </a:defRPr>
            </a:lvl2pPr>
            <a:lvl3pPr lvl="2" rtl="0">
              <a:spcBef>
                <a:spcPts val="0"/>
              </a:spcBef>
              <a:spcAft>
                <a:spcPts val="0"/>
              </a:spcAft>
              <a:buNone/>
              <a:defRPr sz="6000">
                <a:solidFill>
                  <a:schemeClr val="dk1"/>
                </a:solidFill>
                <a:latin typeface="Google Sans"/>
                <a:ea typeface="Google Sans"/>
                <a:cs typeface="Google Sans"/>
                <a:sym typeface="Google Sans"/>
              </a:defRPr>
            </a:lvl3pPr>
            <a:lvl4pPr lvl="3" rtl="0">
              <a:spcBef>
                <a:spcPts val="0"/>
              </a:spcBef>
              <a:spcAft>
                <a:spcPts val="0"/>
              </a:spcAft>
              <a:buNone/>
              <a:defRPr sz="6000">
                <a:solidFill>
                  <a:schemeClr val="dk1"/>
                </a:solidFill>
                <a:latin typeface="Google Sans"/>
                <a:ea typeface="Google Sans"/>
                <a:cs typeface="Google Sans"/>
                <a:sym typeface="Google Sans"/>
              </a:defRPr>
            </a:lvl4pPr>
            <a:lvl5pPr lvl="4" rtl="0">
              <a:spcBef>
                <a:spcPts val="0"/>
              </a:spcBef>
              <a:spcAft>
                <a:spcPts val="0"/>
              </a:spcAft>
              <a:buNone/>
              <a:defRPr sz="6000">
                <a:solidFill>
                  <a:schemeClr val="dk1"/>
                </a:solidFill>
                <a:latin typeface="Google Sans"/>
                <a:ea typeface="Google Sans"/>
                <a:cs typeface="Google Sans"/>
                <a:sym typeface="Google Sans"/>
              </a:defRPr>
            </a:lvl5pPr>
            <a:lvl6pPr lvl="5" rtl="0">
              <a:spcBef>
                <a:spcPts val="0"/>
              </a:spcBef>
              <a:spcAft>
                <a:spcPts val="0"/>
              </a:spcAft>
              <a:buNone/>
              <a:defRPr sz="6000">
                <a:solidFill>
                  <a:schemeClr val="dk1"/>
                </a:solidFill>
                <a:latin typeface="Google Sans"/>
                <a:ea typeface="Google Sans"/>
                <a:cs typeface="Google Sans"/>
                <a:sym typeface="Google Sans"/>
              </a:defRPr>
            </a:lvl6pPr>
            <a:lvl7pPr lvl="6" rtl="0">
              <a:spcBef>
                <a:spcPts val="0"/>
              </a:spcBef>
              <a:spcAft>
                <a:spcPts val="0"/>
              </a:spcAft>
              <a:buNone/>
              <a:defRPr sz="6000">
                <a:solidFill>
                  <a:schemeClr val="dk1"/>
                </a:solidFill>
                <a:latin typeface="Google Sans"/>
                <a:ea typeface="Google Sans"/>
                <a:cs typeface="Google Sans"/>
                <a:sym typeface="Google Sans"/>
              </a:defRPr>
            </a:lvl7pPr>
            <a:lvl8pPr lvl="7" rtl="0">
              <a:spcBef>
                <a:spcPts val="0"/>
              </a:spcBef>
              <a:spcAft>
                <a:spcPts val="0"/>
              </a:spcAft>
              <a:buNone/>
              <a:defRPr sz="6000">
                <a:solidFill>
                  <a:schemeClr val="dk1"/>
                </a:solidFill>
                <a:latin typeface="Google Sans"/>
                <a:ea typeface="Google Sans"/>
                <a:cs typeface="Google Sans"/>
                <a:sym typeface="Google Sans"/>
              </a:defRPr>
            </a:lvl8pPr>
            <a:lvl9pPr lvl="8" rtl="0">
              <a:spcBef>
                <a:spcPts val="0"/>
              </a:spcBef>
              <a:spcAft>
                <a:spcPts val="0"/>
              </a:spcAft>
              <a:buNone/>
              <a:defRPr sz="6000">
                <a:solidFill>
                  <a:schemeClr val="dk1"/>
                </a:solidFill>
                <a:latin typeface="Google Sans"/>
                <a:ea typeface="Google Sans"/>
                <a:cs typeface="Google Sans"/>
                <a:sym typeface="Google Sans"/>
              </a:defRPr>
            </a:lvl9pPr>
          </a:lstStyle>
          <a:p/>
        </p:txBody>
      </p:sp>
      <p:cxnSp>
        <p:nvCxnSpPr>
          <p:cNvPr id="52" name="Google Shape;52;p8"/>
          <p:cNvCxnSpPr/>
          <p:nvPr/>
        </p:nvCxnSpPr>
        <p:spPr>
          <a:xfrm>
            <a:off x="1743427" y="4011224"/>
            <a:ext cx="857400" cy="0"/>
          </a:xfrm>
          <a:prstGeom prst="straightConnector1">
            <a:avLst/>
          </a:prstGeom>
          <a:noFill/>
          <a:ln cap="flat" cmpd="sng" w="38100">
            <a:solidFill>
              <a:srgbClr val="4285F4"/>
            </a:solidFill>
            <a:prstDash val="solid"/>
            <a:round/>
            <a:headEnd len="med" w="med" type="none"/>
            <a:tailEnd len="med" w="med" type="none"/>
          </a:ln>
        </p:spPr>
      </p:cxn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b - Lab Intro - Presenter - Yellow">
  <p:cSld name="CUSTOM_2_4_1_1_1_2_2">
    <p:spTree>
      <p:nvGrpSpPr>
        <p:cNvPr id="53" name="Shape 53"/>
        <p:cNvGrpSpPr/>
        <p:nvPr/>
      </p:nvGrpSpPr>
      <p:grpSpPr>
        <a:xfrm>
          <a:off x="0" y="0"/>
          <a:ext cx="0" cy="0"/>
          <a:chOff x="0" y="0"/>
          <a:chExt cx="0" cy="0"/>
        </a:xfrm>
      </p:grpSpPr>
      <p:pic>
        <p:nvPicPr>
          <p:cNvPr id="54" name="Google Shape;54;p9"/>
          <p:cNvPicPr preferRelativeResize="0"/>
          <p:nvPr/>
        </p:nvPicPr>
        <p:blipFill>
          <a:blip r:embed="rId2">
            <a:alphaModFix/>
          </a:blip>
          <a:stretch>
            <a:fillRect/>
          </a:stretch>
        </p:blipFill>
        <p:spPr>
          <a:xfrm>
            <a:off x="0" y="0"/>
            <a:ext cx="18288000" cy="10287000"/>
          </a:xfrm>
          <a:prstGeom prst="rect">
            <a:avLst/>
          </a:prstGeom>
          <a:noFill/>
          <a:ln>
            <a:noFill/>
          </a:ln>
        </p:spPr>
      </p:pic>
      <p:sp>
        <p:nvSpPr>
          <p:cNvPr id="55" name="Google Shape;55;p9"/>
          <p:cNvSpPr txBox="1"/>
          <p:nvPr>
            <p:ph idx="1" type="subTitle"/>
          </p:nvPr>
        </p:nvSpPr>
        <p:spPr>
          <a:xfrm>
            <a:off x="1724150" y="5169125"/>
            <a:ext cx="7428900" cy="9114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3600">
                <a:solidFill>
                  <a:schemeClr val="lt1"/>
                </a:solidFill>
                <a:latin typeface="Google Sans"/>
                <a:ea typeface="Google Sans"/>
                <a:cs typeface="Google Sans"/>
                <a:sym typeface="Google Sans"/>
              </a:defRPr>
            </a:lvl1pPr>
            <a:lvl2pPr lvl="1" rtl="0">
              <a:spcBef>
                <a:spcPts val="0"/>
              </a:spcBef>
              <a:spcAft>
                <a:spcPts val="0"/>
              </a:spcAft>
              <a:buNone/>
              <a:defRPr sz="3600">
                <a:solidFill>
                  <a:schemeClr val="lt1"/>
                </a:solidFill>
                <a:latin typeface="Google Sans"/>
                <a:ea typeface="Google Sans"/>
                <a:cs typeface="Google Sans"/>
                <a:sym typeface="Google Sans"/>
              </a:defRPr>
            </a:lvl2pPr>
            <a:lvl3pPr lvl="2" rtl="0">
              <a:spcBef>
                <a:spcPts val="0"/>
              </a:spcBef>
              <a:spcAft>
                <a:spcPts val="0"/>
              </a:spcAft>
              <a:buNone/>
              <a:defRPr sz="3600">
                <a:solidFill>
                  <a:schemeClr val="lt1"/>
                </a:solidFill>
                <a:latin typeface="Google Sans"/>
                <a:ea typeface="Google Sans"/>
                <a:cs typeface="Google Sans"/>
                <a:sym typeface="Google Sans"/>
              </a:defRPr>
            </a:lvl3pPr>
            <a:lvl4pPr lvl="3" rtl="0">
              <a:spcBef>
                <a:spcPts val="0"/>
              </a:spcBef>
              <a:spcAft>
                <a:spcPts val="0"/>
              </a:spcAft>
              <a:buNone/>
              <a:defRPr sz="3600">
                <a:solidFill>
                  <a:schemeClr val="lt1"/>
                </a:solidFill>
                <a:latin typeface="Google Sans"/>
                <a:ea typeface="Google Sans"/>
                <a:cs typeface="Google Sans"/>
                <a:sym typeface="Google Sans"/>
              </a:defRPr>
            </a:lvl4pPr>
            <a:lvl5pPr lvl="4" rtl="0">
              <a:spcBef>
                <a:spcPts val="0"/>
              </a:spcBef>
              <a:spcAft>
                <a:spcPts val="0"/>
              </a:spcAft>
              <a:buNone/>
              <a:defRPr sz="3600">
                <a:solidFill>
                  <a:schemeClr val="lt1"/>
                </a:solidFill>
                <a:latin typeface="Google Sans"/>
                <a:ea typeface="Google Sans"/>
                <a:cs typeface="Google Sans"/>
                <a:sym typeface="Google Sans"/>
              </a:defRPr>
            </a:lvl5pPr>
            <a:lvl6pPr lvl="5" rtl="0">
              <a:spcBef>
                <a:spcPts val="0"/>
              </a:spcBef>
              <a:spcAft>
                <a:spcPts val="0"/>
              </a:spcAft>
              <a:buNone/>
              <a:defRPr sz="3600">
                <a:solidFill>
                  <a:schemeClr val="lt1"/>
                </a:solidFill>
                <a:latin typeface="Google Sans"/>
                <a:ea typeface="Google Sans"/>
                <a:cs typeface="Google Sans"/>
                <a:sym typeface="Google Sans"/>
              </a:defRPr>
            </a:lvl6pPr>
            <a:lvl7pPr lvl="6" rtl="0">
              <a:spcBef>
                <a:spcPts val="0"/>
              </a:spcBef>
              <a:spcAft>
                <a:spcPts val="0"/>
              </a:spcAft>
              <a:buNone/>
              <a:defRPr sz="3600">
                <a:solidFill>
                  <a:schemeClr val="lt1"/>
                </a:solidFill>
                <a:latin typeface="Google Sans"/>
                <a:ea typeface="Google Sans"/>
                <a:cs typeface="Google Sans"/>
                <a:sym typeface="Google Sans"/>
              </a:defRPr>
            </a:lvl7pPr>
            <a:lvl8pPr lvl="7" rtl="0">
              <a:spcBef>
                <a:spcPts val="0"/>
              </a:spcBef>
              <a:spcAft>
                <a:spcPts val="0"/>
              </a:spcAft>
              <a:buNone/>
              <a:defRPr sz="3600">
                <a:solidFill>
                  <a:schemeClr val="lt1"/>
                </a:solidFill>
                <a:latin typeface="Google Sans"/>
                <a:ea typeface="Google Sans"/>
                <a:cs typeface="Google Sans"/>
                <a:sym typeface="Google Sans"/>
              </a:defRPr>
            </a:lvl8pPr>
            <a:lvl9pPr lvl="8" rtl="0">
              <a:spcBef>
                <a:spcPts val="0"/>
              </a:spcBef>
              <a:spcAft>
                <a:spcPts val="0"/>
              </a:spcAft>
              <a:buNone/>
              <a:defRPr sz="3600">
                <a:solidFill>
                  <a:schemeClr val="lt1"/>
                </a:solidFill>
                <a:latin typeface="Google Sans"/>
                <a:ea typeface="Google Sans"/>
                <a:cs typeface="Google Sans"/>
                <a:sym typeface="Google Sans"/>
              </a:defRPr>
            </a:lvl9pPr>
          </a:lstStyle>
          <a:p/>
        </p:txBody>
      </p:sp>
      <p:sp>
        <p:nvSpPr>
          <p:cNvPr id="56" name="Google Shape;56;p9"/>
          <p:cNvSpPr txBox="1"/>
          <p:nvPr/>
        </p:nvSpPr>
        <p:spPr>
          <a:xfrm>
            <a:off x="1672475" y="4148475"/>
            <a:ext cx="7486500" cy="114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6000">
              <a:solidFill>
                <a:srgbClr val="202124"/>
              </a:solidFill>
              <a:latin typeface="Google Sans"/>
              <a:ea typeface="Google Sans"/>
              <a:cs typeface="Google Sans"/>
              <a:sym typeface="Google Sans"/>
            </a:endParaRPr>
          </a:p>
        </p:txBody>
      </p:sp>
      <p:sp>
        <p:nvSpPr>
          <p:cNvPr id="57" name="Google Shape;57;p9"/>
          <p:cNvSpPr txBox="1"/>
          <p:nvPr>
            <p:ph type="title"/>
          </p:nvPr>
        </p:nvSpPr>
        <p:spPr>
          <a:xfrm>
            <a:off x="1672475" y="4148475"/>
            <a:ext cx="7486500" cy="1140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6000">
                <a:solidFill>
                  <a:schemeClr val="dk1"/>
                </a:solidFill>
                <a:latin typeface="Google Sans"/>
                <a:ea typeface="Google Sans"/>
                <a:cs typeface="Google Sans"/>
                <a:sym typeface="Google Sans"/>
              </a:defRPr>
            </a:lvl1pPr>
            <a:lvl2pPr lvl="1" rtl="0">
              <a:spcBef>
                <a:spcPts val="0"/>
              </a:spcBef>
              <a:spcAft>
                <a:spcPts val="0"/>
              </a:spcAft>
              <a:buNone/>
              <a:defRPr sz="6000">
                <a:solidFill>
                  <a:schemeClr val="dk1"/>
                </a:solidFill>
                <a:latin typeface="Google Sans"/>
                <a:ea typeface="Google Sans"/>
                <a:cs typeface="Google Sans"/>
                <a:sym typeface="Google Sans"/>
              </a:defRPr>
            </a:lvl2pPr>
            <a:lvl3pPr lvl="2" rtl="0">
              <a:spcBef>
                <a:spcPts val="0"/>
              </a:spcBef>
              <a:spcAft>
                <a:spcPts val="0"/>
              </a:spcAft>
              <a:buNone/>
              <a:defRPr sz="6000">
                <a:solidFill>
                  <a:schemeClr val="dk1"/>
                </a:solidFill>
                <a:latin typeface="Google Sans"/>
                <a:ea typeface="Google Sans"/>
                <a:cs typeface="Google Sans"/>
                <a:sym typeface="Google Sans"/>
              </a:defRPr>
            </a:lvl3pPr>
            <a:lvl4pPr lvl="3" rtl="0">
              <a:spcBef>
                <a:spcPts val="0"/>
              </a:spcBef>
              <a:spcAft>
                <a:spcPts val="0"/>
              </a:spcAft>
              <a:buNone/>
              <a:defRPr sz="6000">
                <a:solidFill>
                  <a:schemeClr val="dk1"/>
                </a:solidFill>
                <a:latin typeface="Google Sans"/>
                <a:ea typeface="Google Sans"/>
                <a:cs typeface="Google Sans"/>
                <a:sym typeface="Google Sans"/>
              </a:defRPr>
            </a:lvl4pPr>
            <a:lvl5pPr lvl="4" rtl="0">
              <a:spcBef>
                <a:spcPts val="0"/>
              </a:spcBef>
              <a:spcAft>
                <a:spcPts val="0"/>
              </a:spcAft>
              <a:buNone/>
              <a:defRPr sz="6000">
                <a:solidFill>
                  <a:schemeClr val="dk1"/>
                </a:solidFill>
                <a:latin typeface="Google Sans"/>
                <a:ea typeface="Google Sans"/>
                <a:cs typeface="Google Sans"/>
                <a:sym typeface="Google Sans"/>
              </a:defRPr>
            </a:lvl5pPr>
            <a:lvl6pPr lvl="5" rtl="0">
              <a:spcBef>
                <a:spcPts val="0"/>
              </a:spcBef>
              <a:spcAft>
                <a:spcPts val="0"/>
              </a:spcAft>
              <a:buNone/>
              <a:defRPr sz="6000">
                <a:solidFill>
                  <a:schemeClr val="dk1"/>
                </a:solidFill>
                <a:latin typeface="Google Sans"/>
                <a:ea typeface="Google Sans"/>
                <a:cs typeface="Google Sans"/>
                <a:sym typeface="Google Sans"/>
              </a:defRPr>
            </a:lvl6pPr>
            <a:lvl7pPr lvl="6" rtl="0">
              <a:spcBef>
                <a:spcPts val="0"/>
              </a:spcBef>
              <a:spcAft>
                <a:spcPts val="0"/>
              </a:spcAft>
              <a:buNone/>
              <a:defRPr sz="6000">
                <a:solidFill>
                  <a:schemeClr val="dk1"/>
                </a:solidFill>
                <a:latin typeface="Google Sans"/>
                <a:ea typeface="Google Sans"/>
                <a:cs typeface="Google Sans"/>
                <a:sym typeface="Google Sans"/>
              </a:defRPr>
            </a:lvl7pPr>
            <a:lvl8pPr lvl="7" rtl="0">
              <a:spcBef>
                <a:spcPts val="0"/>
              </a:spcBef>
              <a:spcAft>
                <a:spcPts val="0"/>
              </a:spcAft>
              <a:buNone/>
              <a:defRPr sz="6000">
                <a:solidFill>
                  <a:schemeClr val="dk1"/>
                </a:solidFill>
                <a:latin typeface="Google Sans"/>
                <a:ea typeface="Google Sans"/>
                <a:cs typeface="Google Sans"/>
                <a:sym typeface="Google Sans"/>
              </a:defRPr>
            </a:lvl8pPr>
            <a:lvl9pPr lvl="8" rtl="0">
              <a:spcBef>
                <a:spcPts val="0"/>
              </a:spcBef>
              <a:spcAft>
                <a:spcPts val="0"/>
              </a:spcAft>
              <a:buNone/>
              <a:defRPr sz="6000">
                <a:solidFill>
                  <a:schemeClr val="dk1"/>
                </a:solidFill>
                <a:latin typeface="Google Sans"/>
                <a:ea typeface="Google Sans"/>
                <a:cs typeface="Google Sans"/>
                <a:sym typeface="Google Sans"/>
              </a:defRPr>
            </a:lvl9pPr>
          </a:lstStyle>
          <a:p/>
        </p:txBody>
      </p:sp>
      <p:cxnSp>
        <p:nvCxnSpPr>
          <p:cNvPr id="58" name="Google Shape;58;p9"/>
          <p:cNvCxnSpPr/>
          <p:nvPr/>
        </p:nvCxnSpPr>
        <p:spPr>
          <a:xfrm>
            <a:off x="1743427" y="4011224"/>
            <a:ext cx="857400" cy="0"/>
          </a:xfrm>
          <a:prstGeom prst="straightConnector1">
            <a:avLst/>
          </a:prstGeom>
          <a:noFill/>
          <a:ln cap="flat" cmpd="sng" w="38100">
            <a:solidFill>
              <a:srgbClr val="4285F4"/>
            </a:solidFill>
            <a:prstDash val="solid"/>
            <a:round/>
            <a:headEnd len="med" w="med" type="none"/>
            <a:tailEnd len="med" w="med" type="none"/>
          </a:ln>
        </p:spPr>
      </p:cxn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c - Lab Intro - Presenter - Green">
  <p:cSld name="CUSTOM_2_4_1_1_1_2_2_1">
    <p:spTree>
      <p:nvGrpSpPr>
        <p:cNvPr id="59" name="Shape 59"/>
        <p:cNvGrpSpPr/>
        <p:nvPr/>
      </p:nvGrpSpPr>
      <p:grpSpPr>
        <a:xfrm>
          <a:off x="0" y="0"/>
          <a:ext cx="0" cy="0"/>
          <a:chOff x="0" y="0"/>
          <a:chExt cx="0" cy="0"/>
        </a:xfrm>
      </p:grpSpPr>
      <p:pic>
        <p:nvPicPr>
          <p:cNvPr id="60" name="Google Shape;60;p10"/>
          <p:cNvPicPr preferRelativeResize="0"/>
          <p:nvPr/>
        </p:nvPicPr>
        <p:blipFill>
          <a:blip r:embed="rId2">
            <a:alphaModFix/>
          </a:blip>
          <a:stretch>
            <a:fillRect/>
          </a:stretch>
        </p:blipFill>
        <p:spPr>
          <a:xfrm>
            <a:off x="0" y="0"/>
            <a:ext cx="18288000" cy="10287000"/>
          </a:xfrm>
          <a:prstGeom prst="rect">
            <a:avLst/>
          </a:prstGeom>
          <a:noFill/>
          <a:ln>
            <a:noFill/>
          </a:ln>
        </p:spPr>
      </p:pic>
      <p:sp>
        <p:nvSpPr>
          <p:cNvPr id="61" name="Google Shape;61;p10"/>
          <p:cNvSpPr txBox="1"/>
          <p:nvPr>
            <p:ph idx="1" type="subTitle"/>
          </p:nvPr>
        </p:nvSpPr>
        <p:spPr>
          <a:xfrm>
            <a:off x="1724150" y="5169125"/>
            <a:ext cx="7428900" cy="9114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3600">
                <a:solidFill>
                  <a:schemeClr val="lt1"/>
                </a:solidFill>
                <a:latin typeface="Google Sans"/>
                <a:ea typeface="Google Sans"/>
                <a:cs typeface="Google Sans"/>
                <a:sym typeface="Google Sans"/>
              </a:defRPr>
            </a:lvl1pPr>
            <a:lvl2pPr lvl="1" rtl="0">
              <a:spcBef>
                <a:spcPts val="0"/>
              </a:spcBef>
              <a:spcAft>
                <a:spcPts val="0"/>
              </a:spcAft>
              <a:buNone/>
              <a:defRPr sz="3600">
                <a:solidFill>
                  <a:schemeClr val="lt1"/>
                </a:solidFill>
                <a:latin typeface="Google Sans"/>
                <a:ea typeface="Google Sans"/>
                <a:cs typeface="Google Sans"/>
                <a:sym typeface="Google Sans"/>
              </a:defRPr>
            </a:lvl2pPr>
            <a:lvl3pPr lvl="2" rtl="0">
              <a:spcBef>
                <a:spcPts val="0"/>
              </a:spcBef>
              <a:spcAft>
                <a:spcPts val="0"/>
              </a:spcAft>
              <a:buNone/>
              <a:defRPr sz="3600">
                <a:solidFill>
                  <a:schemeClr val="lt1"/>
                </a:solidFill>
                <a:latin typeface="Google Sans"/>
                <a:ea typeface="Google Sans"/>
                <a:cs typeface="Google Sans"/>
                <a:sym typeface="Google Sans"/>
              </a:defRPr>
            </a:lvl3pPr>
            <a:lvl4pPr lvl="3" rtl="0">
              <a:spcBef>
                <a:spcPts val="0"/>
              </a:spcBef>
              <a:spcAft>
                <a:spcPts val="0"/>
              </a:spcAft>
              <a:buNone/>
              <a:defRPr sz="3600">
                <a:solidFill>
                  <a:schemeClr val="lt1"/>
                </a:solidFill>
                <a:latin typeface="Google Sans"/>
                <a:ea typeface="Google Sans"/>
                <a:cs typeface="Google Sans"/>
                <a:sym typeface="Google Sans"/>
              </a:defRPr>
            </a:lvl4pPr>
            <a:lvl5pPr lvl="4" rtl="0">
              <a:spcBef>
                <a:spcPts val="0"/>
              </a:spcBef>
              <a:spcAft>
                <a:spcPts val="0"/>
              </a:spcAft>
              <a:buNone/>
              <a:defRPr sz="3600">
                <a:solidFill>
                  <a:schemeClr val="lt1"/>
                </a:solidFill>
                <a:latin typeface="Google Sans"/>
                <a:ea typeface="Google Sans"/>
                <a:cs typeface="Google Sans"/>
                <a:sym typeface="Google Sans"/>
              </a:defRPr>
            </a:lvl5pPr>
            <a:lvl6pPr lvl="5" rtl="0">
              <a:spcBef>
                <a:spcPts val="0"/>
              </a:spcBef>
              <a:spcAft>
                <a:spcPts val="0"/>
              </a:spcAft>
              <a:buNone/>
              <a:defRPr sz="3600">
                <a:solidFill>
                  <a:schemeClr val="lt1"/>
                </a:solidFill>
                <a:latin typeface="Google Sans"/>
                <a:ea typeface="Google Sans"/>
                <a:cs typeface="Google Sans"/>
                <a:sym typeface="Google Sans"/>
              </a:defRPr>
            </a:lvl6pPr>
            <a:lvl7pPr lvl="6" rtl="0">
              <a:spcBef>
                <a:spcPts val="0"/>
              </a:spcBef>
              <a:spcAft>
                <a:spcPts val="0"/>
              </a:spcAft>
              <a:buNone/>
              <a:defRPr sz="3600">
                <a:solidFill>
                  <a:schemeClr val="lt1"/>
                </a:solidFill>
                <a:latin typeface="Google Sans"/>
                <a:ea typeface="Google Sans"/>
                <a:cs typeface="Google Sans"/>
                <a:sym typeface="Google Sans"/>
              </a:defRPr>
            </a:lvl7pPr>
            <a:lvl8pPr lvl="7" rtl="0">
              <a:spcBef>
                <a:spcPts val="0"/>
              </a:spcBef>
              <a:spcAft>
                <a:spcPts val="0"/>
              </a:spcAft>
              <a:buNone/>
              <a:defRPr sz="3600">
                <a:solidFill>
                  <a:schemeClr val="lt1"/>
                </a:solidFill>
                <a:latin typeface="Google Sans"/>
                <a:ea typeface="Google Sans"/>
                <a:cs typeface="Google Sans"/>
                <a:sym typeface="Google Sans"/>
              </a:defRPr>
            </a:lvl8pPr>
            <a:lvl9pPr lvl="8" rtl="0">
              <a:spcBef>
                <a:spcPts val="0"/>
              </a:spcBef>
              <a:spcAft>
                <a:spcPts val="0"/>
              </a:spcAft>
              <a:buNone/>
              <a:defRPr sz="3600">
                <a:solidFill>
                  <a:schemeClr val="lt1"/>
                </a:solidFill>
                <a:latin typeface="Google Sans"/>
                <a:ea typeface="Google Sans"/>
                <a:cs typeface="Google Sans"/>
                <a:sym typeface="Google Sans"/>
              </a:defRPr>
            </a:lvl9pPr>
          </a:lstStyle>
          <a:p/>
        </p:txBody>
      </p:sp>
      <p:sp>
        <p:nvSpPr>
          <p:cNvPr id="62" name="Google Shape;62;p10"/>
          <p:cNvSpPr txBox="1"/>
          <p:nvPr/>
        </p:nvSpPr>
        <p:spPr>
          <a:xfrm>
            <a:off x="1672475" y="4148475"/>
            <a:ext cx="7486500" cy="114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6000">
              <a:solidFill>
                <a:srgbClr val="202124"/>
              </a:solidFill>
              <a:latin typeface="Google Sans"/>
              <a:ea typeface="Google Sans"/>
              <a:cs typeface="Google Sans"/>
              <a:sym typeface="Google Sans"/>
            </a:endParaRPr>
          </a:p>
        </p:txBody>
      </p:sp>
      <p:sp>
        <p:nvSpPr>
          <p:cNvPr id="63" name="Google Shape;63;p10"/>
          <p:cNvSpPr txBox="1"/>
          <p:nvPr>
            <p:ph type="title"/>
          </p:nvPr>
        </p:nvSpPr>
        <p:spPr>
          <a:xfrm>
            <a:off x="1672475" y="4148475"/>
            <a:ext cx="7486500" cy="1140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6000">
                <a:solidFill>
                  <a:schemeClr val="dk1"/>
                </a:solidFill>
                <a:latin typeface="Google Sans"/>
                <a:ea typeface="Google Sans"/>
                <a:cs typeface="Google Sans"/>
                <a:sym typeface="Google Sans"/>
              </a:defRPr>
            </a:lvl1pPr>
            <a:lvl2pPr lvl="1" rtl="0">
              <a:spcBef>
                <a:spcPts val="0"/>
              </a:spcBef>
              <a:spcAft>
                <a:spcPts val="0"/>
              </a:spcAft>
              <a:buNone/>
              <a:defRPr sz="6000">
                <a:solidFill>
                  <a:schemeClr val="dk1"/>
                </a:solidFill>
                <a:latin typeface="Google Sans"/>
                <a:ea typeface="Google Sans"/>
                <a:cs typeface="Google Sans"/>
                <a:sym typeface="Google Sans"/>
              </a:defRPr>
            </a:lvl2pPr>
            <a:lvl3pPr lvl="2" rtl="0">
              <a:spcBef>
                <a:spcPts val="0"/>
              </a:spcBef>
              <a:spcAft>
                <a:spcPts val="0"/>
              </a:spcAft>
              <a:buNone/>
              <a:defRPr sz="6000">
                <a:solidFill>
                  <a:schemeClr val="dk1"/>
                </a:solidFill>
                <a:latin typeface="Google Sans"/>
                <a:ea typeface="Google Sans"/>
                <a:cs typeface="Google Sans"/>
                <a:sym typeface="Google Sans"/>
              </a:defRPr>
            </a:lvl3pPr>
            <a:lvl4pPr lvl="3" rtl="0">
              <a:spcBef>
                <a:spcPts val="0"/>
              </a:spcBef>
              <a:spcAft>
                <a:spcPts val="0"/>
              </a:spcAft>
              <a:buNone/>
              <a:defRPr sz="6000">
                <a:solidFill>
                  <a:schemeClr val="dk1"/>
                </a:solidFill>
                <a:latin typeface="Google Sans"/>
                <a:ea typeface="Google Sans"/>
                <a:cs typeface="Google Sans"/>
                <a:sym typeface="Google Sans"/>
              </a:defRPr>
            </a:lvl4pPr>
            <a:lvl5pPr lvl="4" rtl="0">
              <a:spcBef>
                <a:spcPts val="0"/>
              </a:spcBef>
              <a:spcAft>
                <a:spcPts val="0"/>
              </a:spcAft>
              <a:buNone/>
              <a:defRPr sz="6000">
                <a:solidFill>
                  <a:schemeClr val="dk1"/>
                </a:solidFill>
                <a:latin typeface="Google Sans"/>
                <a:ea typeface="Google Sans"/>
                <a:cs typeface="Google Sans"/>
                <a:sym typeface="Google Sans"/>
              </a:defRPr>
            </a:lvl5pPr>
            <a:lvl6pPr lvl="5" rtl="0">
              <a:spcBef>
                <a:spcPts val="0"/>
              </a:spcBef>
              <a:spcAft>
                <a:spcPts val="0"/>
              </a:spcAft>
              <a:buNone/>
              <a:defRPr sz="6000">
                <a:solidFill>
                  <a:schemeClr val="dk1"/>
                </a:solidFill>
                <a:latin typeface="Google Sans"/>
                <a:ea typeface="Google Sans"/>
                <a:cs typeface="Google Sans"/>
                <a:sym typeface="Google Sans"/>
              </a:defRPr>
            </a:lvl6pPr>
            <a:lvl7pPr lvl="6" rtl="0">
              <a:spcBef>
                <a:spcPts val="0"/>
              </a:spcBef>
              <a:spcAft>
                <a:spcPts val="0"/>
              </a:spcAft>
              <a:buNone/>
              <a:defRPr sz="6000">
                <a:solidFill>
                  <a:schemeClr val="dk1"/>
                </a:solidFill>
                <a:latin typeface="Google Sans"/>
                <a:ea typeface="Google Sans"/>
                <a:cs typeface="Google Sans"/>
                <a:sym typeface="Google Sans"/>
              </a:defRPr>
            </a:lvl7pPr>
            <a:lvl8pPr lvl="7" rtl="0">
              <a:spcBef>
                <a:spcPts val="0"/>
              </a:spcBef>
              <a:spcAft>
                <a:spcPts val="0"/>
              </a:spcAft>
              <a:buNone/>
              <a:defRPr sz="6000">
                <a:solidFill>
                  <a:schemeClr val="dk1"/>
                </a:solidFill>
                <a:latin typeface="Google Sans"/>
                <a:ea typeface="Google Sans"/>
                <a:cs typeface="Google Sans"/>
                <a:sym typeface="Google Sans"/>
              </a:defRPr>
            </a:lvl8pPr>
            <a:lvl9pPr lvl="8" rtl="0">
              <a:spcBef>
                <a:spcPts val="0"/>
              </a:spcBef>
              <a:spcAft>
                <a:spcPts val="0"/>
              </a:spcAft>
              <a:buNone/>
              <a:defRPr sz="6000">
                <a:solidFill>
                  <a:schemeClr val="dk1"/>
                </a:solidFill>
                <a:latin typeface="Google Sans"/>
                <a:ea typeface="Google Sans"/>
                <a:cs typeface="Google Sans"/>
                <a:sym typeface="Google Sans"/>
              </a:defRPr>
            </a:lvl9pPr>
          </a:lstStyle>
          <a:p/>
        </p:txBody>
      </p:sp>
      <p:cxnSp>
        <p:nvCxnSpPr>
          <p:cNvPr id="64" name="Google Shape;64;p10"/>
          <p:cNvCxnSpPr/>
          <p:nvPr/>
        </p:nvCxnSpPr>
        <p:spPr>
          <a:xfrm>
            <a:off x="1743427" y="4011224"/>
            <a:ext cx="857400" cy="0"/>
          </a:xfrm>
          <a:prstGeom prst="straightConnector1">
            <a:avLst/>
          </a:prstGeom>
          <a:noFill/>
          <a:ln cap="flat" cmpd="sng" w="38100">
            <a:solidFill>
              <a:srgbClr val="4285F4"/>
            </a:solidFill>
            <a:prstDash val="solid"/>
            <a:round/>
            <a:headEnd len="med" w="med" type="none"/>
            <a:tailEnd len="med" w="med" type="none"/>
          </a:ln>
        </p:spPr>
      </p:cxn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c - Lab Intro - Full">
  <p:cSld name="CUSTOM_2_4_1_1_1_2_1">
    <p:spTree>
      <p:nvGrpSpPr>
        <p:cNvPr id="65" name="Shape 65"/>
        <p:cNvGrpSpPr/>
        <p:nvPr/>
      </p:nvGrpSpPr>
      <p:grpSpPr>
        <a:xfrm>
          <a:off x="0" y="0"/>
          <a:ext cx="0" cy="0"/>
          <a:chOff x="0" y="0"/>
          <a:chExt cx="0" cy="0"/>
        </a:xfrm>
      </p:grpSpPr>
      <p:sp>
        <p:nvSpPr>
          <p:cNvPr id="66" name="Google Shape;66;p11"/>
          <p:cNvSpPr txBox="1"/>
          <p:nvPr>
            <p:ph idx="1" type="subTitle"/>
          </p:nvPr>
        </p:nvSpPr>
        <p:spPr>
          <a:xfrm>
            <a:off x="1724150" y="5169125"/>
            <a:ext cx="7428900" cy="9114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3600">
                <a:solidFill>
                  <a:schemeClr val="lt1"/>
                </a:solidFill>
                <a:latin typeface="Google Sans"/>
                <a:ea typeface="Google Sans"/>
                <a:cs typeface="Google Sans"/>
                <a:sym typeface="Google Sans"/>
              </a:defRPr>
            </a:lvl1pPr>
            <a:lvl2pPr lvl="1" rtl="0">
              <a:spcBef>
                <a:spcPts val="0"/>
              </a:spcBef>
              <a:spcAft>
                <a:spcPts val="0"/>
              </a:spcAft>
              <a:buNone/>
              <a:defRPr sz="3600">
                <a:solidFill>
                  <a:schemeClr val="lt1"/>
                </a:solidFill>
                <a:latin typeface="Google Sans"/>
                <a:ea typeface="Google Sans"/>
                <a:cs typeface="Google Sans"/>
                <a:sym typeface="Google Sans"/>
              </a:defRPr>
            </a:lvl2pPr>
            <a:lvl3pPr lvl="2" rtl="0">
              <a:spcBef>
                <a:spcPts val="0"/>
              </a:spcBef>
              <a:spcAft>
                <a:spcPts val="0"/>
              </a:spcAft>
              <a:buNone/>
              <a:defRPr sz="3600">
                <a:solidFill>
                  <a:schemeClr val="lt1"/>
                </a:solidFill>
                <a:latin typeface="Google Sans"/>
                <a:ea typeface="Google Sans"/>
                <a:cs typeface="Google Sans"/>
                <a:sym typeface="Google Sans"/>
              </a:defRPr>
            </a:lvl3pPr>
            <a:lvl4pPr lvl="3" rtl="0">
              <a:spcBef>
                <a:spcPts val="0"/>
              </a:spcBef>
              <a:spcAft>
                <a:spcPts val="0"/>
              </a:spcAft>
              <a:buNone/>
              <a:defRPr sz="3600">
                <a:solidFill>
                  <a:schemeClr val="lt1"/>
                </a:solidFill>
                <a:latin typeface="Google Sans"/>
                <a:ea typeface="Google Sans"/>
                <a:cs typeface="Google Sans"/>
                <a:sym typeface="Google Sans"/>
              </a:defRPr>
            </a:lvl4pPr>
            <a:lvl5pPr lvl="4" rtl="0">
              <a:spcBef>
                <a:spcPts val="0"/>
              </a:spcBef>
              <a:spcAft>
                <a:spcPts val="0"/>
              </a:spcAft>
              <a:buNone/>
              <a:defRPr sz="3600">
                <a:solidFill>
                  <a:schemeClr val="lt1"/>
                </a:solidFill>
                <a:latin typeface="Google Sans"/>
                <a:ea typeface="Google Sans"/>
                <a:cs typeface="Google Sans"/>
                <a:sym typeface="Google Sans"/>
              </a:defRPr>
            </a:lvl5pPr>
            <a:lvl6pPr lvl="5" rtl="0">
              <a:spcBef>
                <a:spcPts val="0"/>
              </a:spcBef>
              <a:spcAft>
                <a:spcPts val="0"/>
              </a:spcAft>
              <a:buNone/>
              <a:defRPr sz="3600">
                <a:solidFill>
                  <a:schemeClr val="lt1"/>
                </a:solidFill>
                <a:latin typeface="Google Sans"/>
                <a:ea typeface="Google Sans"/>
                <a:cs typeface="Google Sans"/>
                <a:sym typeface="Google Sans"/>
              </a:defRPr>
            </a:lvl6pPr>
            <a:lvl7pPr lvl="6" rtl="0">
              <a:spcBef>
                <a:spcPts val="0"/>
              </a:spcBef>
              <a:spcAft>
                <a:spcPts val="0"/>
              </a:spcAft>
              <a:buNone/>
              <a:defRPr sz="3600">
                <a:solidFill>
                  <a:schemeClr val="lt1"/>
                </a:solidFill>
                <a:latin typeface="Google Sans"/>
                <a:ea typeface="Google Sans"/>
                <a:cs typeface="Google Sans"/>
                <a:sym typeface="Google Sans"/>
              </a:defRPr>
            </a:lvl7pPr>
            <a:lvl8pPr lvl="7" rtl="0">
              <a:spcBef>
                <a:spcPts val="0"/>
              </a:spcBef>
              <a:spcAft>
                <a:spcPts val="0"/>
              </a:spcAft>
              <a:buNone/>
              <a:defRPr sz="3600">
                <a:solidFill>
                  <a:schemeClr val="lt1"/>
                </a:solidFill>
                <a:latin typeface="Google Sans"/>
                <a:ea typeface="Google Sans"/>
                <a:cs typeface="Google Sans"/>
                <a:sym typeface="Google Sans"/>
              </a:defRPr>
            </a:lvl8pPr>
            <a:lvl9pPr lvl="8" rtl="0">
              <a:spcBef>
                <a:spcPts val="0"/>
              </a:spcBef>
              <a:spcAft>
                <a:spcPts val="0"/>
              </a:spcAft>
              <a:buNone/>
              <a:defRPr sz="3600">
                <a:solidFill>
                  <a:schemeClr val="lt1"/>
                </a:solidFill>
                <a:latin typeface="Google Sans"/>
                <a:ea typeface="Google Sans"/>
                <a:cs typeface="Google Sans"/>
                <a:sym typeface="Google Sans"/>
              </a:defRPr>
            </a:lvl9pPr>
          </a:lstStyle>
          <a:p/>
        </p:txBody>
      </p:sp>
      <p:sp>
        <p:nvSpPr>
          <p:cNvPr id="67" name="Google Shape;67;p11"/>
          <p:cNvSpPr txBox="1"/>
          <p:nvPr>
            <p:ph type="title"/>
          </p:nvPr>
        </p:nvSpPr>
        <p:spPr>
          <a:xfrm>
            <a:off x="1672475" y="4148475"/>
            <a:ext cx="7486500" cy="1140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6000">
                <a:solidFill>
                  <a:schemeClr val="dk1"/>
                </a:solidFill>
                <a:latin typeface="Google Sans"/>
                <a:ea typeface="Google Sans"/>
                <a:cs typeface="Google Sans"/>
                <a:sym typeface="Google Sans"/>
              </a:defRPr>
            </a:lvl1pPr>
            <a:lvl2pPr lvl="1" rtl="0">
              <a:spcBef>
                <a:spcPts val="0"/>
              </a:spcBef>
              <a:spcAft>
                <a:spcPts val="0"/>
              </a:spcAft>
              <a:buNone/>
              <a:defRPr sz="6000">
                <a:solidFill>
                  <a:schemeClr val="dk1"/>
                </a:solidFill>
                <a:latin typeface="Google Sans"/>
                <a:ea typeface="Google Sans"/>
                <a:cs typeface="Google Sans"/>
                <a:sym typeface="Google Sans"/>
              </a:defRPr>
            </a:lvl2pPr>
            <a:lvl3pPr lvl="2" rtl="0">
              <a:spcBef>
                <a:spcPts val="0"/>
              </a:spcBef>
              <a:spcAft>
                <a:spcPts val="0"/>
              </a:spcAft>
              <a:buNone/>
              <a:defRPr sz="6000">
                <a:solidFill>
                  <a:schemeClr val="dk1"/>
                </a:solidFill>
                <a:latin typeface="Google Sans"/>
                <a:ea typeface="Google Sans"/>
                <a:cs typeface="Google Sans"/>
                <a:sym typeface="Google Sans"/>
              </a:defRPr>
            </a:lvl3pPr>
            <a:lvl4pPr lvl="3" rtl="0">
              <a:spcBef>
                <a:spcPts val="0"/>
              </a:spcBef>
              <a:spcAft>
                <a:spcPts val="0"/>
              </a:spcAft>
              <a:buNone/>
              <a:defRPr sz="6000">
                <a:solidFill>
                  <a:schemeClr val="dk1"/>
                </a:solidFill>
                <a:latin typeface="Google Sans"/>
                <a:ea typeface="Google Sans"/>
                <a:cs typeface="Google Sans"/>
                <a:sym typeface="Google Sans"/>
              </a:defRPr>
            </a:lvl4pPr>
            <a:lvl5pPr lvl="4" rtl="0">
              <a:spcBef>
                <a:spcPts val="0"/>
              </a:spcBef>
              <a:spcAft>
                <a:spcPts val="0"/>
              </a:spcAft>
              <a:buNone/>
              <a:defRPr sz="6000">
                <a:solidFill>
                  <a:schemeClr val="dk1"/>
                </a:solidFill>
                <a:latin typeface="Google Sans"/>
                <a:ea typeface="Google Sans"/>
                <a:cs typeface="Google Sans"/>
                <a:sym typeface="Google Sans"/>
              </a:defRPr>
            </a:lvl5pPr>
            <a:lvl6pPr lvl="5" rtl="0">
              <a:spcBef>
                <a:spcPts val="0"/>
              </a:spcBef>
              <a:spcAft>
                <a:spcPts val="0"/>
              </a:spcAft>
              <a:buNone/>
              <a:defRPr sz="6000">
                <a:solidFill>
                  <a:schemeClr val="dk1"/>
                </a:solidFill>
                <a:latin typeface="Google Sans"/>
                <a:ea typeface="Google Sans"/>
                <a:cs typeface="Google Sans"/>
                <a:sym typeface="Google Sans"/>
              </a:defRPr>
            </a:lvl6pPr>
            <a:lvl7pPr lvl="6" rtl="0">
              <a:spcBef>
                <a:spcPts val="0"/>
              </a:spcBef>
              <a:spcAft>
                <a:spcPts val="0"/>
              </a:spcAft>
              <a:buNone/>
              <a:defRPr sz="6000">
                <a:solidFill>
                  <a:schemeClr val="dk1"/>
                </a:solidFill>
                <a:latin typeface="Google Sans"/>
                <a:ea typeface="Google Sans"/>
                <a:cs typeface="Google Sans"/>
                <a:sym typeface="Google Sans"/>
              </a:defRPr>
            </a:lvl7pPr>
            <a:lvl8pPr lvl="7" rtl="0">
              <a:spcBef>
                <a:spcPts val="0"/>
              </a:spcBef>
              <a:spcAft>
                <a:spcPts val="0"/>
              </a:spcAft>
              <a:buNone/>
              <a:defRPr sz="6000">
                <a:solidFill>
                  <a:schemeClr val="dk1"/>
                </a:solidFill>
                <a:latin typeface="Google Sans"/>
                <a:ea typeface="Google Sans"/>
                <a:cs typeface="Google Sans"/>
                <a:sym typeface="Google Sans"/>
              </a:defRPr>
            </a:lvl8pPr>
            <a:lvl9pPr lvl="8" rtl="0">
              <a:spcBef>
                <a:spcPts val="0"/>
              </a:spcBef>
              <a:spcAft>
                <a:spcPts val="0"/>
              </a:spcAft>
              <a:buNone/>
              <a:defRPr sz="6000">
                <a:solidFill>
                  <a:schemeClr val="dk1"/>
                </a:solidFill>
                <a:latin typeface="Google Sans"/>
                <a:ea typeface="Google Sans"/>
                <a:cs typeface="Google Sans"/>
                <a:sym typeface="Google Sans"/>
              </a:defRPr>
            </a:lvl9pPr>
          </a:lstStyle>
          <a:p/>
        </p:txBody>
      </p:sp>
      <p:cxnSp>
        <p:nvCxnSpPr>
          <p:cNvPr id="68" name="Google Shape;68;p11"/>
          <p:cNvCxnSpPr/>
          <p:nvPr/>
        </p:nvCxnSpPr>
        <p:spPr>
          <a:xfrm>
            <a:off x="1743427" y="4011224"/>
            <a:ext cx="857400" cy="0"/>
          </a:xfrm>
          <a:prstGeom prst="straightConnector1">
            <a:avLst/>
          </a:prstGeom>
          <a:noFill/>
          <a:ln cap="flat" cmpd="sng" w="38100">
            <a:solidFill>
              <a:srgbClr val="4285F4"/>
            </a:solidFill>
            <a:prstDash val="solid"/>
            <a:round/>
            <a:headEnd len="med" w="med" type="none"/>
            <a:tailEnd len="med" w="med" type="none"/>
          </a:ln>
        </p:spPr>
      </p:cxnSp>
      <p:sp>
        <p:nvSpPr>
          <p:cNvPr id="69" name="Google Shape;69;p11"/>
          <p:cNvSpPr txBox="1"/>
          <p:nvPr>
            <p:ph idx="2" type="body"/>
          </p:nvPr>
        </p:nvSpPr>
        <p:spPr>
          <a:xfrm>
            <a:off x="9158975" y="2432125"/>
            <a:ext cx="7428900" cy="6775200"/>
          </a:xfrm>
          <a:prstGeom prst="rect">
            <a:avLst/>
          </a:prstGeom>
          <a:noFill/>
          <a:ln>
            <a:noFill/>
          </a:ln>
        </p:spPr>
        <p:txBody>
          <a:bodyPr anchorCtr="0" anchor="t" bIns="91425" lIns="91425" spcFirstLastPara="1" rIns="91425" wrap="square" tIns="91425">
            <a:noAutofit/>
          </a:bodyPr>
          <a:lstStyle>
            <a:lvl1pPr indent="-406400" lvl="0" marL="4572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1pPr>
            <a:lvl2pPr indent="-406400" lvl="1" marL="914400" rtl="0">
              <a:lnSpc>
                <a:spcPct val="100000"/>
              </a:lnSpc>
              <a:spcBef>
                <a:spcPts val="2900"/>
              </a:spcBef>
              <a:spcAft>
                <a:spcPts val="0"/>
              </a:spcAft>
              <a:buClr>
                <a:schemeClr val="lt1"/>
              </a:buClr>
              <a:buSzPts val="2800"/>
              <a:buFont typeface="Roboto"/>
              <a:buChar char="○"/>
              <a:defRPr sz="2800">
                <a:solidFill>
                  <a:schemeClr val="lt1"/>
                </a:solidFill>
                <a:latin typeface="Roboto"/>
                <a:ea typeface="Roboto"/>
                <a:cs typeface="Roboto"/>
                <a:sym typeface="Roboto"/>
              </a:defRPr>
            </a:lvl2pPr>
            <a:lvl3pPr indent="-406400" lvl="2" marL="1371600" rtl="0">
              <a:lnSpc>
                <a:spcPct val="100000"/>
              </a:lnSpc>
              <a:spcBef>
                <a:spcPts val="2900"/>
              </a:spcBef>
              <a:spcAft>
                <a:spcPts val="0"/>
              </a:spcAft>
              <a:buClr>
                <a:schemeClr val="lt1"/>
              </a:buClr>
              <a:buSzPts val="2800"/>
              <a:buFont typeface="Roboto"/>
              <a:buChar char="■"/>
              <a:defRPr sz="2800">
                <a:solidFill>
                  <a:schemeClr val="lt1"/>
                </a:solidFill>
                <a:latin typeface="Roboto"/>
                <a:ea typeface="Roboto"/>
                <a:cs typeface="Roboto"/>
                <a:sym typeface="Roboto"/>
              </a:defRPr>
            </a:lvl3pPr>
            <a:lvl4pPr indent="-406400" lvl="3" marL="1828800" rtl="0">
              <a:lnSpc>
                <a:spcPct val="100000"/>
              </a:lnSpc>
              <a:spcBef>
                <a:spcPts val="2900"/>
              </a:spcBef>
              <a:spcAft>
                <a:spcPts val="0"/>
              </a:spcAft>
              <a:buClr>
                <a:schemeClr val="lt1"/>
              </a:buClr>
              <a:buSzPts val="2800"/>
              <a:buFont typeface="Roboto"/>
              <a:buChar char="●"/>
              <a:defRPr sz="2800">
                <a:solidFill>
                  <a:schemeClr val="lt1"/>
                </a:solidFill>
                <a:latin typeface="Roboto"/>
                <a:ea typeface="Roboto"/>
                <a:cs typeface="Roboto"/>
                <a:sym typeface="Roboto"/>
              </a:defRPr>
            </a:lvl4pPr>
            <a:lvl5pPr indent="-406400" lvl="4" marL="2286000" rtl="0">
              <a:lnSpc>
                <a:spcPct val="100000"/>
              </a:lnSpc>
              <a:spcBef>
                <a:spcPts val="2900"/>
              </a:spcBef>
              <a:spcAft>
                <a:spcPts val="0"/>
              </a:spcAft>
              <a:buClr>
                <a:schemeClr val="lt1"/>
              </a:buClr>
              <a:buSzPts val="2800"/>
              <a:buFont typeface="Roboto"/>
              <a:buChar char="○"/>
              <a:defRPr sz="2800">
                <a:solidFill>
                  <a:schemeClr val="lt1"/>
                </a:solidFill>
                <a:latin typeface="Roboto"/>
                <a:ea typeface="Roboto"/>
                <a:cs typeface="Roboto"/>
                <a:sym typeface="Roboto"/>
              </a:defRPr>
            </a:lvl5pPr>
            <a:lvl6pPr indent="-406400" lvl="5" marL="2743200" rtl="0">
              <a:lnSpc>
                <a:spcPct val="100000"/>
              </a:lnSpc>
              <a:spcBef>
                <a:spcPts val="2900"/>
              </a:spcBef>
              <a:spcAft>
                <a:spcPts val="0"/>
              </a:spcAft>
              <a:buClr>
                <a:schemeClr val="lt1"/>
              </a:buClr>
              <a:buSzPts val="2800"/>
              <a:buFont typeface="Roboto"/>
              <a:buChar char="■"/>
              <a:defRPr sz="2800">
                <a:solidFill>
                  <a:schemeClr val="lt1"/>
                </a:solidFill>
                <a:latin typeface="Roboto"/>
                <a:ea typeface="Roboto"/>
                <a:cs typeface="Roboto"/>
                <a:sym typeface="Roboto"/>
              </a:defRPr>
            </a:lvl6pPr>
            <a:lvl7pPr indent="-406400" lvl="6" marL="3200400" rtl="0">
              <a:lnSpc>
                <a:spcPct val="100000"/>
              </a:lnSpc>
              <a:spcBef>
                <a:spcPts val="2900"/>
              </a:spcBef>
              <a:spcAft>
                <a:spcPts val="0"/>
              </a:spcAft>
              <a:buClr>
                <a:schemeClr val="lt1"/>
              </a:buClr>
              <a:buSzPts val="2800"/>
              <a:buFont typeface="Roboto"/>
              <a:buChar char="●"/>
              <a:defRPr sz="2800">
                <a:solidFill>
                  <a:schemeClr val="lt1"/>
                </a:solidFill>
                <a:latin typeface="Roboto"/>
                <a:ea typeface="Roboto"/>
                <a:cs typeface="Roboto"/>
                <a:sym typeface="Roboto"/>
              </a:defRPr>
            </a:lvl7pPr>
            <a:lvl8pPr indent="-406400" lvl="7" marL="3657600" rtl="0">
              <a:lnSpc>
                <a:spcPct val="100000"/>
              </a:lnSpc>
              <a:spcBef>
                <a:spcPts val="2900"/>
              </a:spcBef>
              <a:spcAft>
                <a:spcPts val="0"/>
              </a:spcAft>
              <a:buClr>
                <a:schemeClr val="lt1"/>
              </a:buClr>
              <a:buSzPts val="2800"/>
              <a:buFont typeface="Roboto"/>
              <a:buChar char="○"/>
              <a:defRPr sz="2800">
                <a:solidFill>
                  <a:schemeClr val="lt1"/>
                </a:solidFill>
                <a:latin typeface="Roboto"/>
                <a:ea typeface="Roboto"/>
                <a:cs typeface="Roboto"/>
                <a:sym typeface="Roboto"/>
              </a:defRPr>
            </a:lvl8pPr>
            <a:lvl9pPr indent="-406400" lvl="8" marL="4114800" rtl="0">
              <a:lnSpc>
                <a:spcPct val="100000"/>
              </a:lnSpc>
              <a:spcBef>
                <a:spcPts val="2900"/>
              </a:spcBef>
              <a:spcAft>
                <a:spcPts val="2900"/>
              </a:spcAft>
              <a:buClr>
                <a:schemeClr val="lt1"/>
              </a:buClr>
              <a:buSzPts val="2800"/>
              <a:buFont typeface="Roboto"/>
              <a:buChar char="■"/>
              <a:defRPr sz="2800">
                <a:solidFill>
                  <a:schemeClr val="lt1"/>
                </a:solidFill>
                <a:latin typeface="Roboto"/>
                <a:ea typeface="Roboto"/>
                <a:cs typeface="Roboto"/>
                <a:sym typeface="Roboto"/>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a - Agenda/Learn how to... - Presenter">
  <p:cSld name="CUSTOM_2_4_1_1_2">
    <p:spTree>
      <p:nvGrpSpPr>
        <p:cNvPr id="70" name="Shape 70"/>
        <p:cNvGrpSpPr/>
        <p:nvPr/>
      </p:nvGrpSpPr>
      <p:grpSpPr>
        <a:xfrm>
          <a:off x="0" y="0"/>
          <a:ext cx="0" cy="0"/>
          <a:chOff x="0" y="0"/>
          <a:chExt cx="0" cy="0"/>
        </a:xfrm>
      </p:grpSpPr>
      <p:pic>
        <p:nvPicPr>
          <p:cNvPr id="71" name="Google Shape;71;p12"/>
          <p:cNvPicPr preferRelativeResize="0"/>
          <p:nvPr/>
        </p:nvPicPr>
        <p:blipFill>
          <a:blip r:embed="rId2">
            <a:alphaModFix/>
          </a:blip>
          <a:stretch>
            <a:fillRect/>
          </a:stretch>
        </p:blipFill>
        <p:spPr>
          <a:xfrm>
            <a:off x="0" y="0"/>
            <a:ext cx="18288000" cy="10287000"/>
          </a:xfrm>
          <a:prstGeom prst="rect">
            <a:avLst/>
          </a:prstGeom>
          <a:noFill/>
          <a:ln>
            <a:noFill/>
          </a:ln>
        </p:spPr>
      </p:pic>
      <p:cxnSp>
        <p:nvCxnSpPr>
          <p:cNvPr id="72" name="Google Shape;72;p12"/>
          <p:cNvCxnSpPr/>
          <p:nvPr/>
        </p:nvCxnSpPr>
        <p:spPr>
          <a:xfrm>
            <a:off x="1743427" y="1017624"/>
            <a:ext cx="857400" cy="0"/>
          </a:xfrm>
          <a:prstGeom prst="straightConnector1">
            <a:avLst/>
          </a:prstGeom>
          <a:noFill/>
          <a:ln cap="flat" cmpd="sng" w="38100">
            <a:solidFill>
              <a:srgbClr val="4285F4"/>
            </a:solidFill>
            <a:prstDash val="solid"/>
            <a:round/>
            <a:headEnd len="med" w="med" type="none"/>
            <a:tailEnd len="med" w="med" type="none"/>
          </a:ln>
        </p:spPr>
      </p:cxnSp>
      <p:sp>
        <p:nvSpPr>
          <p:cNvPr id="73" name="Google Shape;73;p12"/>
          <p:cNvSpPr txBox="1"/>
          <p:nvPr>
            <p:ph type="title"/>
          </p:nvPr>
        </p:nvSpPr>
        <p:spPr>
          <a:xfrm>
            <a:off x="1672475" y="1154875"/>
            <a:ext cx="7486500" cy="1140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4800">
                <a:solidFill>
                  <a:schemeClr val="dk1"/>
                </a:solidFill>
                <a:latin typeface="Google Sans"/>
                <a:ea typeface="Google Sans"/>
                <a:cs typeface="Google Sans"/>
                <a:sym typeface="Google Sans"/>
              </a:defRPr>
            </a:lvl1pPr>
            <a:lvl2pPr lvl="1" rtl="0">
              <a:spcBef>
                <a:spcPts val="0"/>
              </a:spcBef>
              <a:spcAft>
                <a:spcPts val="0"/>
              </a:spcAft>
              <a:buNone/>
              <a:defRPr sz="4800">
                <a:solidFill>
                  <a:schemeClr val="dk1"/>
                </a:solidFill>
                <a:latin typeface="Google Sans"/>
                <a:ea typeface="Google Sans"/>
                <a:cs typeface="Google Sans"/>
                <a:sym typeface="Google Sans"/>
              </a:defRPr>
            </a:lvl2pPr>
            <a:lvl3pPr lvl="2" rtl="0">
              <a:spcBef>
                <a:spcPts val="0"/>
              </a:spcBef>
              <a:spcAft>
                <a:spcPts val="0"/>
              </a:spcAft>
              <a:buNone/>
              <a:defRPr sz="4800">
                <a:solidFill>
                  <a:schemeClr val="dk1"/>
                </a:solidFill>
                <a:latin typeface="Google Sans"/>
                <a:ea typeface="Google Sans"/>
                <a:cs typeface="Google Sans"/>
                <a:sym typeface="Google Sans"/>
              </a:defRPr>
            </a:lvl3pPr>
            <a:lvl4pPr lvl="3" rtl="0">
              <a:spcBef>
                <a:spcPts val="0"/>
              </a:spcBef>
              <a:spcAft>
                <a:spcPts val="0"/>
              </a:spcAft>
              <a:buNone/>
              <a:defRPr sz="4800">
                <a:solidFill>
                  <a:schemeClr val="dk1"/>
                </a:solidFill>
                <a:latin typeface="Google Sans"/>
                <a:ea typeface="Google Sans"/>
                <a:cs typeface="Google Sans"/>
                <a:sym typeface="Google Sans"/>
              </a:defRPr>
            </a:lvl4pPr>
            <a:lvl5pPr lvl="4" rtl="0">
              <a:spcBef>
                <a:spcPts val="0"/>
              </a:spcBef>
              <a:spcAft>
                <a:spcPts val="0"/>
              </a:spcAft>
              <a:buNone/>
              <a:defRPr sz="4800">
                <a:solidFill>
                  <a:schemeClr val="dk1"/>
                </a:solidFill>
                <a:latin typeface="Google Sans"/>
                <a:ea typeface="Google Sans"/>
                <a:cs typeface="Google Sans"/>
                <a:sym typeface="Google Sans"/>
              </a:defRPr>
            </a:lvl5pPr>
            <a:lvl6pPr lvl="5" rtl="0">
              <a:spcBef>
                <a:spcPts val="0"/>
              </a:spcBef>
              <a:spcAft>
                <a:spcPts val="0"/>
              </a:spcAft>
              <a:buNone/>
              <a:defRPr sz="4800">
                <a:solidFill>
                  <a:schemeClr val="dk1"/>
                </a:solidFill>
                <a:latin typeface="Google Sans"/>
                <a:ea typeface="Google Sans"/>
                <a:cs typeface="Google Sans"/>
                <a:sym typeface="Google Sans"/>
              </a:defRPr>
            </a:lvl6pPr>
            <a:lvl7pPr lvl="6" rtl="0">
              <a:spcBef>
                <a:spcPts val="0"/>
              </a:spcBef>
              <a:spcAft>
                <a:spcPts val="0"/>
              </a:spcAft>
              <a:buNone/>
              <a:defRPr sz="4800">
                <a:solidFill>
                  <a:schemeClr val="dk1"/>
                </a:solidFill>
                <a:latin typeface="Google Sans"/>
                <a:ea typeface="Google Sans"/>
                <a:cs typeface="Google Sans"/>
                <a:sym typeface="Google Sans"/>
              </a:defRPr>
            </a:lvl7pPr>
            <a:lvl8pPr lvl="7" rtl="0">
              <a:spcBef>
                <a:spcPts val="0"/>
              </a:spcBef>
              <a:spcAft>
                <a:spcPts val="0"/>
              </a:spcAft>
              <a:buNone/>
              <a:defRPr sz="4800">
                <a:solidFill>
                  <a:schemeClr val="dk1"/>
                </a:solidFill>
                <a:latin typeface="Google Sans"/>
                <a:ea typeface="Google Sans"/>
                <a:cs typeface="Google Sans"/>
                <a:sym typeface="Google Sans"/>
              </a:defRPr>
            </a:lvl8pPr>
            <a:lvl9pPr lvl="8" rtl="0">
              <a:spcBef>
                <a:spcPts val="0"/>
              </a:spcBef>
              <a:spcAft>
                <a:spcPts val="0"/>
              </a:spcAft>
              <a:buNone/>
              <a:defRPr sz="4800">
                <a:solidFill>
                  <a:schemeClr val="dk1"/>
                </a:solidFill>
                <a:latin typeface="Google Sans"/>
                <a:ea typeface="Google Sans"/>
                <a:cs typeface="Google Sans"/>
                <a:sym typeface="Google Sans"/>
              </a:defRPr>
            </a:lvl9pPr>
          </a:lstStyle>
          <a:p/>
        </p:txBody>
      </p:sp>
      <p:sp>
        <p:nvSpPr>
          <p:cNvPr id="74" name="Google Shape;74;p12"/>
          <p:cNvSpPr txBox="1"/>
          <p:nvPr>
            <p:ph idx="1" type="body"/>
          </p:nvPr>
        </p:nvSpPr>
        <p:spPr>
          <a:xfrm>
            <a:off x="1701275" y="2432125"/>
            <a:ext cx="7319700" cy="6775200"/>
          </a:xfrm>
          <a:prstGeom prst="rect">
            <a:avLst/>
          </a:prstGeom>
          <a:noFill/>
          <a:ln>
            <a:noFill/>
          </a:ln>
        </p:spPr>
        <p:txBody>
          <a:bodyPr anchorCtr="0" anchor="t" bIns="91425" lIns="91425" spcFirstLastPara="1" rIns="91425" wrap="square" tIns="91425">
            <a:noAutofit/>
          </a:bodyPr>
          <a:lstStyle>
            <a:lvl1pPr indent="-457200" lvl="0" marL="457200" rtl="0">
              <a:lnSpc>
                <a:spcPct val="100000"/>
              </a:lnSpc>
              <a:spcBef>
                <a:spcPts val="0"/>
              </a:spcBef>
              <a:spcAft>
                <a:spcPts val="0"/>
              </a:spcAft>
              <a:buClr>
                <a:schemeClr val="lt1"/>
              </a:buClr>
              <a:buSzPts val="3600"/>
              <a:buFont typeface="Roboto"/>
              <a:buChar char="●"/>
              <a:defRPr sz="3600">
                <a:solidFill>
                  <a:schemeClr val="lt1"/>
                </a:solidFill>
                <a:latin typeface="Roboto"/>
                <a:ea typeface="Roboto"/>
                <a:cs typeface="Roboto"/>
                <a:sym typeface="Roboto"/>
              </a:defRPr>
            </a:lvl1pPr>
            <a:lvl2pPr indent="-457200" lvl="1" marL="914400" rtl="0">
              <a:lnSpc>
                <a:spcPct val="100000"/>
              </a:lnSpc>
              <a:spcBef>
                <a:spcPts val="2900"/>
              </a:spcBef>
              <a:spcAft>
                <a:spcPts val="0"/>
              </a:spcAft>
              <a:buClr>
                <a:schemeClr val="lt1"/>
              </a:buClr>
              <a:buSzPts val="3600"/>
              <a:buFont typeface="Roboto"/>
              <a:buChar char="○"/>
              <a:defRPr sz="3600">
                <a:solidFill>
                  <a:schemeClr val="lt1"/>
                </a:solidFill>
                <a:latin typeface="Roboto"/>
                <a:ea typeface="Roboto"/>
                <a:cs typeface="Roboto"/>
                <a:sym typeface="Roboto"/>
              </a:defRPr>
            </a:lvl2pPr>
            <a:lvl3pPr indent="-457200" lvl="2" marL="1371600" rtl="0">
              <a:lnSpc>
                <a:spcPct val="100000"/>
              </a:lnSpc>
              <a:spcBef>
                <a:spcPts val="2900"/>
              </a:spcBef>
              <a:spcAft>
                <a:spcPts val="0"/>
              </a:spcAft>
              <a:buClr>
                <a:schemeClr val="lt1"/>
              </a:buClr>
              <a:buSzPts val="3600"/>
              <a:buFont typeface="Roboto"/>
              <a:buChar char="■"/>
              <a:defRPr sz="3600">
                <a:solidFill>
                  <a:schemeClr val="lt1"/>
                </a:solidFill>
                <a:latin typeface="Roboto"/>
                <a:ea typeface="Roboto"/>
                <a:cs typeface="Roboto"/>
                <a:sym typeface="Roboto"/>
              </a:defRPr>
            </a:lvl3pPr>
            <a:lvl4pPr indent="-457200" lvl="3" marL="1828800" rtl="0">
              <a:lnSpc>
                <a:spcPct val="100000"/>
              </a:lnSpc>
              <a:spcBef>
                <a:spcPts val="2900"/>
              </a:spcBef>
              <a:spcAft>
                <a:spcPts val="0"/>
              </a:spcAft>
              <a:buClr>
                <a:schemeClr val="lt1"/>
              </a:buClr>
              <a:buSzPts val="3600"/>
              <a:buFont typeface="Roboto"/>
              <a:buChar char="●"/>
              <a:defRPr sz="3600">
                <a:solidFill>
                  <a:schemeClr val="lt1"/>
                </a:solidFill>
                <a:latin typeface="Roboto"/>
                <a:ea typeface="Roboto"/>
                <a:cs typeface="Roboto"/>
                <a:sym typeface="Roboto"/>
              </a:defRPr>
            </a:lvl4pPr>
            <a:lvl5pPr indent="-457200" lvl="4" marL="2286000" rtl="0">
              <a:lnSpc>
                <a:spcPct val="100000"/>
              </a:lnSpc>
              <a:spcBef>
                <a:spcPts val="2900"/>
              </a:spcBef>
              <a:spcAft>
                <a:spcPts val="0"/>
              </a:spcAft>
              <a:buClr>
                <a:schemeClr val="lt1"/>
              </a:buClr>
              <a:buSzPts val="3600"/>
              <a:buFont typeface="Roboto"/>
              <a:buChar char="○"/>
              <a:defRPr sz="3600">
                <a:solidFill>
                  <a:schemeClr val="lt1"/>
                </a:solidFill>
                <a:latin typeface="Roboto"/>
                <a:ea typeface="Roboto"/>
                <a:cs typeface="Roboto"/>
                <a:sym typeface="Roboto"/>
              </a:defRPr>
            </a:lvl5pPr>
            <a:lvl6pPr indent="-457200" lvl="5" marL="2743200" rtl="0">
              <a:lnSpc>
                <a:spcPct val="100000"/>
              </a:lnSpc>
              <a:spcBef>
                <a:spcPts val="2900"/>
              </a:spcBef>
              <a:spcAft>
                <a:spcPts val="0"/>
              </a:spcAft>
              <a:buClr>
                <a:schemeClr val="lt1"/>
              </a:buClr>
              <a:buSzPts val="3600"/>
              <a:buFont typeface="Roboto"/>
              <a:buChar char="■"/>
              <a:defRPr sz="3600">
                <a:solidFill>
                  <a:schemeClr val="lt1"/>
                </a:solidFill>
                <a:latin typeface="Roboto"/>
                <a:ea typeface="Roboto"/>
                <a:cs typeface="Roboto"/>
                <a:sym typeface="Roboto"/>
              </a:defRPr>
            </a:lvl6pPr>
            <a:lvl7pPr indent="-457200" lvl="6" marL="3200400" rtl="0">
              <a:lnSpc>
                <a:spcPct val="100000"/>
              </a:lnSpc>
              <a:spcBef>
                <a:spcPts val="2900"/>
              </a:spcBef>
              <a:spcAft>
                <a:spcPts val="0"/>
              </a:spcAft>
              <a:buClr>
                <a:schemeClr val="lt1"/>
              </a:buClr>
              <a:buSzPts val="3600"/>
              <a:buFont typeface="Roboto"/>
              <a:buChar char="●"/>
              <a:defRPr sz="3600">
                <a:solidFill>
                  <a:schemeClr val="lt1"/>
                </a:solidFill>
                <a:latin typeface="Roboto"/>
                <a:ea typeface="Roboto"/>
                <a:cs typeface="Roboto"/>
                <a:sym typeface="Roboto"/>
              </a:defRPr>
            </a:lvl7pPr>
            <a:lvl8pPr indent="-457200" lvl="7" marL="3657600" rtl="0">
              <a:lnSpc>
                <a:spcPct val="100000"/>
              </a:lnSpc>
              <a:spcBef>
                <a:spcPts val="2900"/>
              </a:spcBef>
              <a:spcAft>
                <a:spcPts val="0"/>
              </a:spcAft>
              <a:buClr>
                <a:schemeClr val="lt1"/>
              </a:buClr>
              <a:buSzPts val="3600"/>
              <a:buFont typeface="Roboto"/>
              <a:buChar char="○"/>
              <a:defRPr sz="3600">
                <a:solidFill>
                  <a:schemeClr val="lt1"/>
                </a:solidFill>
                <a:latin typeface="Roboto"/>
                <a:ea typeface="Roboto"/>
                <a:cs typeface="Roboto"/>
                <a:sym typeface="Roboto"/>
              </a:defRPr>
            </a:lvl8pPr>
            <a:lvl9pPr indent="-457200" lvl="8" marL="4114800" rtl="0">
              <a:lnSpc>
                <a:spcPct val="100000"/>
              </a:lnSpc>
              <a:spcBef>
                <a:spcPts val="2900"/>
              </a:spcBef>
              <a:spcAft>
                <a:spcPts val="2900"/>
              </a:spcAft>
              <a:buClr>
                <a:schemeClr val="lt1"/>
              </a:buClr>
              <a:buSzPts val="3600"/>
              <a:buFont typeface="Roboto"/>
              <a:buChar char="■"/>
              <a:defRPr sz="3600">
                <a:solidFill>
                  <a:schemeClr val="lt1"/>
                </a:solidFill>
                <a:latin typeface="Roboto"/>
                <a:ea typeface="Roboto"/>
                <a:cs typeface="Roboto"/>
                <a:sym typeface="Roboto"/>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b - Agenda/Learn how to... - Full">
  <p:cSld name="CUSTOM_2_4_1_1_1_1">
    <p:spTree>
      <p:nvGrpSpPr>
        <p:cNvPr id="75" name="Shape 75"/>
        <p:cNvGrpSpPr/>
        <p:nvPr/>
      </p:nvGrpSpPr>
      <p:grpSpPr>
        <a:xfrm>
          <a:off x="0" y="0"/>
          <a:ext cx="0" cy="0"/>
          <a:chOff x="0" y="0"/>
          <a:chExt cx="0" cy="0"/>
        </a:xfrm>
      </p:grpSpPr>
      <p:sp>
        <p:nvSpPr>
          <p:cNvPr id="76" name="Google Shape;76;p13"/>
          <p:cNvSpPr txBox="1"/>
          <p:nvPr>
            <p:ph idx="1" type="body"/>
          </p:nvPr>
        </p:nvSpPr>
        <p:spPr>
          <a:xfrm>
            <a:off x="1701275" y="2432125"/>
            <a:ext cx="7319700" cy="6775200"/>
          </a:xfrm>
          <a:prstGeom prst="rect">
            <a:avLst/>
          </a:prstGeom>
          <a:noFill/>
          <a:ln>
            <a:noFill/>
          </a:ln>
        </p:spPr>
        <p:txBody>
          <a:bodyPr anchorCtr="0" anchor="t" bIns="91425" lIns="91425" spcFirstLastPara="1" rIns="91425" wrap="square" tIns="91425">
            <a:noAutofit/>
          </a:bodyPr>
          <a:lstStyle>
            <a:lvl1pPr indent="-457200" lvl="0" marL="457200" rtl="0">
              <a:lnSpc>
                <a:spcPct val="100000"/>
              </a:lnSpc>
              <a:spcBef>
                <a:spcPts val="0"/>
              </a:spcBef>
              <a:spcAft>
                <a:spcPts val="0"/>
              </a:spcAft>
              <a:buClr>
                <a:schemeClr val="lt1"/>
              </a:buClr>
              <a:buSzPts val="3600"/>
              <a:buFont typeface="Roboto"/>
              <a:buChar char="●"/>
              <a:defRPr sz="3600">
                <a:solidFill>
                  <a:schemeClr val="lt1"/>
                </a:solidFill>
                <a:latin typeface="Roboto"/>
                <a:ea typeface="Roboto"/>
                <a:cs typeface="Roboto"/>
                <a:sym typeface="Roboto"/>
              </a:defRPr>
            </a:lvl1pPr>
            <a:lvl2pPr indent="-457200" lvl="1" marL="914400" rtl="0">
              <a:lnSpc>
                <a:spcPct val="100000"/>
              </a:lnSpc>
              <a:spcBef>
                <a:spcPts val="2900"/>
              </a:spcBef>
              <a:spcAft>
                <a:spcPts val="0"/>
              </a:spcAft>
              <a:buClr>
                <a:schemeClr val="lt1"/>
              </a:buClr>
              <a:buSzPts val="3600"/>
              <a:buFont typeface="Roboto"/>
              <a:buChar char="○"/>
              <a:defRPr sz="3600">
                <a:solidFill>
                  <a:schemeClr val="lt1"/>
                </a:solidFill>
                <a:latin typeface="Roboto"/>
                <a:ea typeface="Roboto"/>
                <a:cs typeface="Roboto"/>
                <a:sym typeface="Roboto"/>
              </a:defRPr>
            </a:lvl2pPr>
            <a:lvl3pPr indent="-457200" lvl="2" marL="1371600" rtl="0">
              <a:lnSpc>
                <a:spcPct val="100000"/>
              </a:lnSpc>
              <a:spcBef>
                <a:spcPts val="2900"/>
              </a:spcBef>
              <a:spcAft>
                <a:spcPts val="0"/>
              </a:spcAft>
              <a:buClr>
                <a:schemeClr val="lt1"/>
              </a:buClr>
              <a:buSzPts val="3600"/>
              <a:buFont typeface="Roboto"/>
              <a:buChar char="■"/>
              <a:defRPr sz="3600">
                <a:solidFill>
                  <a:schemeClr val="lt1"/>
                </a:solidFill>
                <a:latin typeface="Roboto"/>
                <a:ea typeface="Roboto"/>
                <a:cs typeface="Roboto"/>
                <a:sym typeface="Roboto"/>
              </a:defRPr>
            </a:lvl3pPr>
            <a:lvl4pPr indent="-457200" lvl="3" marL="1828800" rtl="0">
              <a:lnSpc>
                <a:spcPct val="100000"/>
              </a:lnSpc>
              <a:spcBef>
                <a:spcPts val="2900"/>
              </a:spcBef>
              <a:spcAft>
                <a:spcPts val="0"/>
              </a:spcAft>
              <a:buClr>
                <a:schemeClr val="lt1"/>
              </a:buClr>
              <a:buSzPts val="3600"/>
              <a:buFont typeface="Roboto"/>
              <a:buChar char="●"/>
              <a:defRPr sz="3600">
                <a:solidFill>
                  <a:schemeClr val="lt1"/>
                </a:solidFill>
                <a:latin typeface="Roboto"/>
                <a:ea typeface="Roboto"/>
                <a:cs typeface="Roboto"/>
                <a:sym typeface="Roboto"/>
              </a:defRPr>
            </a:lvl4pPr>
            <a:lvl5pPr indent="-457200" lvl="4" marL="2286000" rtl="0">
              <a:lnSpc>
                <a:spcPct val="100000"/>
              </a:lnSpc>
              <a:spcBef>
                <a:spcPts val="2900"/>
              </a:spcBef>
              <a:spcAft>
                <a:spcPts val="0"/>
              </a:spcAft>
              <a:buClr>
                <a:schemeClr val="lt1"/>
              </a:buClr>
              <a:buSzPts val="3600"/>
              <a:buFont typeface="Roboto"/>
              <a:buChar char="○"/>
              <a:defRPr sz="3600">
                <a:solidFill>
                  <a:schemeClr val="lt1"/>
                </a:solidFill>
                <a:latin typeface="Roboto"/>
                <a:ea typeface="Roboto"/>
                <a:cs typeface="Roboto"/>
                <a:sym typeface="Roboto"/>
              </a:defRPr>
            </a:lvl5pPr>
            <a:lvl6pPr indent="-457200" lvl="5" marL="2743200" rtl="0">
              <a:lnSpc>
                <a:spcPct val="100000"/>
              </a:lnSpc>
              <a:spcBef>
                <a:spcPts val="2900"/>
              </a:spcBef>
              <a:spcAft>
                <a:spcPts val="0"/>
              </a:spcAft>
              <a:buClr>
                <a:schemeClr val="lt1"/>
              </a:buClr>
              <a:buSzPts val="3600"/>
              <a:buFont typeface="Roboto"/>
              <a:buChar char="■"/>
              <a:defRPr sz="3600">
                <a:solidFill>
                  <a:schemeClr val="lt1"/>
                </a:solidFill>
                <a:latin typeface="Roboto"/>
                <a:ea typeface="Roboto"/>
                <a:cs typeface="Roboto"/>
                <a:sym typeface="Roboto"/>
              </a:defRPr>
            </a:lvl6pPr>
            <a:lvl7pPr indent="-457200" lvl="6" marL="3200400" rtl="0">
              <a:lnSpc>
                <a:spcPct val="100000"/>
              </a:lnSpc>
              <a:spcBef>
                <a:spcPts val="2900"/>
              </a:spcBef>
              <a:spcAft>
                <a:spcPts val="0"/>
              </a:spcAft>
              <a:buClr>
                <a:schemeClr val="lt1"/>
              </a:buClr>
              <a:buSzPts val="3600"/>
              <a:buFont typeface="Roboto"/>
              <a:buChar char="●"/>
              <a:defRPr sz="3600">
                <a:solidFill>
                  <a:schemeClr val="lt1"/>
                </a:solidFill>
                <a:latin typeface="Roboto"/>
                <a:ea typeface="Roboto"/>
                <a:cs typeface="Roboto"/>
                <a:sym typeface="Roboto"/>
              </a:defRPr>
            </a:lvl7pPr>
            <a:lvl8pPr indent="-457200" lvl="7" marL="3657600" rtl="0">
              <a:lnSpc>
                <a:spcPct val="100000"/>
              </a:lnSpc>
              <a:spcBef>
                <a:spcPts val="2900"/>
              </a:spcBef>
              <a:spcAft>
                <a:spcPts val="0"/>
              </a:spcAft>
              <a:buClr>
                <a:schemeClr val="lt1"/>
              </a:buClr>
              <a:buSzPts val="3600"/>
              <a:buFont typeface="Roboto"/>
              <a:buChar char="○"/>
              <a:defRPr sz="3600">
                <a:solidFill>
                  <a:schemeClr val="lt1"/>
                </a:solidFill>
                <a:latin typeface="Roboto"/>
                <a:ea typeface="Roboto"/>
                <a:cs typeface="Roboto"/>
                <a:sym typeface="Roboto"/>
              </a:defRPr>
            </a:lvl8pPr>
            <a:lvl9pPr indent="-457200" lvl="8" marL="4114800" rtl="0">
              <a:lnSpc>
                <a:spcPct val="100000"/>
              </a:lnSpc>
              <a:spcBef>
                <a:spcPts val="2900"/>
              </a:spcBef>
              <a:spcAft>
                <a:spcPts val="2900"/>
              </a:spcAft>
              <a:buClr>
                <a:schemeClr val="lt1"/>
              </a:buClr>
              <a:buSzPts val="3600"/>
              <a:buFont typeface="Roboto"/>
              <a:buChar char="■"/>
              <a:defRPr sz="3600">
                <a:solidFill>
                  <a:schemeClr val="lt1"/>
                </a:solidFill>
                <a:latin typeface="Roboto"/>
                <a:ea typeface="Roboto"/>
                <a:cs typeface="Roboto"/>
                <a:sym typeface="Roboto"/>
              </a:defRPr>
            </a:lvl9pPr>
          </a:lstStyle>
          <a:p/>
        </p:txBody>
      </p:sp>
      <p:cxnSp>
        <p:nvCxnSpPr>
          <p:cNvPr id="77" name="Google Shape;77;p13"/>
          <p:cNvCxnSpPr/>
          <p:nvPr/>
        </p:nvCxnSpPr>
        <p:spPr>
          <a:xfrm>
            <a:off x="1743427" y="1017624"/>
            <a:ext cx="857400" cy="0"/>
          </a:xfrm>
          <a:prstGeom prst="straightConnector1">
            <a:avLst/>
          </a:prstGeom>
          <a:noFill/>
          <a:ln cap="flat" cmpd="sng" w="38100">
            <a:solidFill>
              <a:srgbClr val="4285F4"/>
            </a:solidFill>
            <a:prstDash val="solid"/>
            <a:round/>
            <a:headEnd len="med" w="med" type="none"/>
            <a:tailEnd len="med" w="med" type="none"/>
          </a:ln>
        </p:spPr>
      </p:cxnSp>
      <p:sp>
        <p:nvSpPr>
          <p:cNvPr id="78" name="Google Shape;78;p13"/>
          <p:cNvSpPr txBox="1"/>
          <p:nvPr>
            <p:ph idx="2" type="body"/>
          </p:nvPr>
        </p:nvSpPr>
        <p:spPr>
          <a:xfrm>
            <a:off x="9158975" y="2432125"/>
            <a:ext cx="7428900" cy="6775200"/>
          </a:xfrm>
          <a:prstGeom prst="rect">
            <a:avLst/>
          </a:prstGeom>
          <a:noFill/>
          <a:ln>
            <a:noFill/>
          </a:ln>
        </p:spPr>
        <p:txBody>
          <a:bodyPr anchorCtr="0" anchor="t" bIns="91425" lIns="91425" spcFirstLastPara="1" rIns="91425" wrap="square" tIns="91425">
            <a:noAutofit/>
          </a:bodyPr>
          <a:lstStyle>
            <a:lvl1pPr indent="-457200" lvl="0" marL="457200" rtl="0">
              <a:lnSpc>
                <a:spcPct val="100000"/>
              </a:lnSpc>
              <a:spcBef>
                <a:spcPts val="0"/>
              </a:spcBef>
              <a:spcAft>
                <a:spcPts val="0"/>
              </a:spcAft>
              <a:buClr>
                <a:schemeClr val="lt1"/>
              </a:buClr>
              <a:buSzPts val="3600"/>
              <a:buFont typeface="Roboto"/>
              <a:buChar char="●"/>
              <a:defRPr sz="3600">
                <a:solidFill>
                  <a:schemeClr val="lt1"/>
                </a:solidFill>
                <a:latin typeface="Roboto"/>
                <a:ea typeface="Roboto"/>
                <a:cs typeface="Roboto"/>
                <a:sym typeface="Roboto"/>
              </a:defRPr>
            </a:lvl1pPr>
            <a:lvl2pPr indent="-457200" lvl="1" marL="914400" rtl="0">
              <a:lnSpc>
                <a:spcPct val="100000"/>
              </a:lnSpc>
              <a:spcBef>
                <a:spcPts val="2900"/>
              </a:spcBef>
              <a:spcAft>
                <a:spcPts val="0"/>
              </a:spcAft>
              <a:buClr>
                <a:schemeClr val="lt1"/>
              </a:buClr>
              <a:buSzPts val="3600"/>
              <a:buFont typeface="Roboto"/>
              <a:buChar char="○"/>
              <a:defRPr sz="3600">
                <a:solidFill>
                  <a:schemeClr val="lt1"/>
                </a:solidFill>
                <a:latin typeface="Roboto"/>
                <a:ea typeface="Roboto"/>
                <a:cs typeface="Roboto"/>
                <a:sym typeface="Roboto"/>
              </a:defRPr>
            </a:lvl2pPr>
            <a:lvl3pPr indent="-457200" lvl="2" marL="1371600" rtl="0">
              <a:lnSpc>
                <a:spcPct val="100000"/>
              </a:lnSpc>
              <a:spcBef>
                <a:spcPts val="2900"/>
              </a:spcBef>
              <a:spcAft>
                <a:spcPts val="0"/>
              </a:spcAft>
              <a:buClr>
                <a:schemeClr val="lt1"/>
              </a:buClr>
              <a:buSzPts val="3600"/>
              <a:buFont typeface="Roboto"/>
              <a:buChar char="■"/>
              <a:defRPr sz="3600">
                <a:solidFill>
                  <a:schemeClr val="lt1"/>
                </a:solidFill>
                <a:latin typeface="Roboto"/>
                <a:ea typeface="Roboto"/>
                <a:cs typeface="Roboto"/>
                <a:sym typeface="Roboto"/>
              </a:defRPr>
            </a:lvl3pPr>
            <a:lvl4pPr indent="-457200" lvl="3" marL="1828800" rtl="0">
              <a:lnSpc>
                <a:spcPct val="100000"/>
              </a:lnSpc>
              <a:spcBef>
                <a:spcPts val="2900"/>
              </a:spcBef>
              <a:spcAft>
                <a:spcPts val="0"/>
              </a:spcAft>
              <a:buClr>
                <a:schemeClr val="lt1"/>
              </a:buClr>
              <a:buSzPts val="3600"/>
              <a:buFont typeface="Roboto"/>
              <a:buChar char="●"/>
              <a:defRPr sz="3600">
                <a:solidFill>
                  <a:schemeClr val="lt1"/>
                </a:solidFill>
                <a:latin typeface="Roboto"/>
                <a:ea typeface="Roboto"/>
                <a:cs typeface="Roboto"/>
                <a:sym typeface="Roboto"/>
              </a:defRPr>
            </a:lvl4pPr>
            <a:lvl5pPr indent="-457200" lvl="4" marL="2286000" rtl="0">
              <a:lnSpc>
                <a:spcPct val="100000"/>
              </a:lnSpc>
              <a:spcBef>
                <a:spcPts val="2900"/>
              </a:spcBef>
              <a:spcAft>
                <a:spcPts val="0"/>
              </a:spcAft>
              <a:buClr>
                <a:schemeClr val="lt1"/>
              </a:buClr>
              <a:buSzPts val="3600"/>
              <a:buFont typeface="Roboto"/>
              <a:buChar char="○"/>
              <a:defRPr sz="3600">
                <a:solidFill>
                  <a:schemeClr val="lt1"/>
                </a:solidFill>
                <a:latin typeface="Roboto"/>
                <a:ea typeface="Roboto"/>
                <a:cs typeface="Roboto"/>
                <a:sym typeface="Roboto"/>
              </a:defRPr>
            </a:lvl5pPr>
            <a:lvl6pPr indent="-457200" lvl="5" marL="2743200" rtl="0">
              <a:lnSpc>
                <a:spcPct val="100000"/>
              </a:lnSpc>
              <a:spcBef>
                <a:spcPts val="2900"/>
              </a:spcBef>
              <a:spcAft>
                <a:spcPts val="0"/>
              </a:spcAft>
              <a:buClr>
                <a:schemeClr val="lt1"/>
              </a:buClr>
              <a:buSzPts val="3600"/>
              <a:buFont typeface="Roboto"/>
              <a:buChar char="■"/>
              <a:defRPr sz="3600">
                <a:solidFill>
                  <a:schemeClr val="lt1"/>
                </a:solidFill>
                <a:latin typeface="Roboto"/>
                <a:ea typeface="Roboto"/>
                <a:cs typeface="Roboto"/>
                <a:sym typeface="Roboto"/>
              </a:defRPr>
            </a:lvl6pPr>
            <a:lvl7pPr indent="-457200" lvl="6" marL="3200400" rtl="0">
              <a:lnSpc>
                <a:spcPct val="100000"/>
              </a:lnSpc>
              <a:spcBef>
                <a:spcPts val="2900"/>
              </a:spcBef>
              <a:spcAft>
                <a:spcPts val="0"/>
              </a:spcAft>
              <a:buClr>
                <a:schemeClr val="lt1"/>
              </a:buClr>
              <a:buSzPts val="3600"/>
              <a:buFont typeface="Roboto"/>
              <a:buChar char="●"/>
              <a:defRPr sz="3600">
                <a:solidFill>
                  <a:schemeClr val="lt1"/>
                </a:solidFill>
                <a:latin typeface="Roboto"/>
                <a:ea typeface="Roboto"/>
                <a:cs typeface="Roboto"/>
                <a:sym typeface="Roboto"/>
              </a:defRPr>
            </a:lvl7pPr>
            <a:lvl8pPr indent="-457200" lvl="7" marL="3657600" rtl="0">
              <a:lnSpc>
                <a:spcPct val="100000"/>
              </a:lnSpc>
              <a:spcBef>
                <a:spcPts val="2900"/>
              </a:spcBef>
              <a:spcAft>
                <a:spcPts val="0"/>
              </a:spcAft>
              <a:buClr>
                <a:schemeClr val="lt1"/>
              </a:buClr>
              <a:buSzPts val="3600"/>
              <a:buFont typeface="Roboto"/>
              <a:buChar char="○"/>
              <a:defRPr sz="3600">
                <a:solidFill>
                  <a:schemeClr val="lt1"/>
                </a:solidFill>
                <a:latin typeface="Roboto"/>
                <a:ea typeface="Roboto"/>
                <a:cs typeface="Roboto"/>
                <a:sym typeface="Roboto"/>
              </a:defRPr>
            </a:lvl8pPr>
            <a:lvl9pPr indent="-457200" lvl="8" marL="4114800" rtl="0">
              <a:lnSpc>
                <a:spcPct val="100000"/>
              </a:lnSpc>
              <a:spcBef>
                <a:spcPts val="2900"/>
              </a:spcBef>
              <a:spcAft>
                <a:spcPts val="2900"/>
              </a:spcAft>
              <a:buClr>
                <a:schemeClr val="lt1"/>
              </a:buClr>
              <a:buSzPts val="3600"/>
              <a:buFont typeface="Roboto"/>
              <a:buChar char="■"/>
              <a:defRPr sz="3600">
                <a:solidFill>
                  <a:schemeClr val="lt1"/>
                </a:solidFill>
                <a:latin typeface="Roboto"/>
                <a:ea typeface="Roboto"/>
                <a:cs typeface="Roboto"/>
                <a:sym typeface="Roboto"/>
              </a:defRPr>
            </a:lvl9pPr>
          </a:lstStyle>
          <a:p/>
        </p:txBody>
      </p:sp>
      <p:sp>
        <p:nvSpPr>
          <p:cNvPr id="79" name="Google Shape;79;p13"/>
          <p:cNvSpPr txBox="1"/>
          <p:nvPr>
            <p:ph type="title"/>
          </p:nvPr>
        </p:nvSpPr>
        <p:spPr>
          <a:xfrm>
            <a:off x="1672475" y="1154875"/>
            <a:ext cx="7486500" cy="1140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4800">
                <a:solidFill>
                  <a:schemeClr val="dk1"/>
                </a:solidFill>
                <a:latin typeface="Google Sans"/>
                <a:ea typeface="Google Sans"/>
                <a:cs typeface="Google Sans"/>
                <a:sym typeface="Google Sans"/>
              </a:defRPr>
            </a:lvl1pPr>
            <a:lvl2pPr lvl="1" rtl="0">
              <a:spcBef>
                <a:spcPts val="0"/>
              </a:spcBef>
              <a:spcAft>
                <a:spcPts val="0"/>
              </a:spcAft>
              <a:buNone/>
              <a:defRPr sz="4800">
                <a:solidFill>
                  <a:schemeClr val="dk1"/>
                </a:solidFill>
                <a:latin typeface="Google Sans"/>
                <a:ea typeface="Google Sans"/>
                <a:cs typeface="Google Sans"/>
                <a:sym typeface="Google Sans"/>
              </a:defRPr>
            </a:lvl2pPr>
            <a:lvl3pPr lvl="2" rtl="0">
              <a:spcBef>
                <a:spcPts val="0"/>
              </a:spcBef>
              <a:spcAft>
                <a:spcPts val="0"/>
              </a:spcAft>
              <a:buNone/>
              <a:defRPr sz="4800">
                <a:solidFill>
                  <a:schemeClr val="dk1"/>
                </a:solidFill>
                <a:latin typeface="Google Sans"/>
                <a:ea typeface="Google Sans"/>
                <a:cs typeface="Google Sans"/>
                <a:sym typeface="Google Sans"/>
              </a:defRPr>
            </a:lvl3pPr>
            <a:lvl4pPr lvl="3" rtl="0">
              <a:spcBef>
                <a:spcPts val="0"/>
              </a:spcBef>
              <a:spcAft>
                <a:spcPts val="0"/>
              </a:spcAft>
              <a:buNone/>
              <a:defRPr sz="4800">
                <a:solidFill>
                  <a:schemeClr val="dk1"/>
                </a:solidFill>
                <a:latin typeface="Google Sans"/>
                <a:ea typeface="Google Sans"/>
                <a:cs typeface="Google Sans"/>
                <a:sym typeface="Google Sans"/>
              </a:defRPr>
            </a:lvl4pPr>
            <a:lvl5pPr lvl="4" rtl="0">
              <a:spcBef>
                <a:spcPts val="0"/>
              </a:spcBef>
              <a:spcAft>
                <a:spcPts val="0"/>
              </a:spcAft>
              <a:buNone/>
              <a:defRPr sz="4800">
                <a:solidFill>
                  <a:schemeClr val="dk1"/>
                </a:solidFill>
                <a:latin typeface="Google Sans"/>
                <a:ea typeface="Google Sans"/>
                <a:cs typeface="Google Sans"/>
                <a:sym typeface="Google Sans"/>
              </a:defRPr>
            </a:lvl5pPr>
            <a:lvl6pPr lvl="5" rtl="0">
              <a:spcBef>
                <a:spcPts val="0"/>
              </a:spcBef>
              <a:spcAft>
                <a:spcPts val="0"/>
              </a:spcAft>
              <a:buNone/>
              <a:defRPr sz="4800">
                <a:solidFill>
                  <a:schemeClr val="dk1"/>
                </a:solidFill>
                <a:latin typeface="Google Sans"/>
                <a:ea typeface="Google Sans"/>
                <a:cs typeface="Google Sans"/>
                <a:sym typeface="Google Sans"/>
              </a:defRPr>
            </a:lvl6pPr>
            <a:lvl7pPr lvl="6" rtl="0">
              <a:spcBef>
                <a:spcPts val="0"/>
              </a:spcBef>
              <a:spcAft>
                <a:spcPts val="0"/>
              </a:spcAft>
              <a:buNone/>
              <a:defRPr sz="4800">
                <a:solidFill>
                  <a:schemeClr val="dk1"/>
                </a:solidFill>
                <a:latin typeface="Google Sans"/>
                <a:ea typeface="Google Sans"/>
                <a:cs typeface="Google Sans"/>
                <a:sym typeface="Google Sans"/>
              </a:defRPr>
            </a:lvl7pPr>
            <a:lvl8pPr lvl="7" rtl="0">
              <a:spcBef>
                <a:spcPts val="0"/>
              </a:spcBef>
              <a:spcAft>
                <a:spcPts val="0"/>
              </a:spcAft>
              <a:buNone/>
              <a:defRPr sz="4800">
                <a:solidFill>
                  <a:schemeClr val="dk1"/>
                </a:solidFill>
                <a:latin typeface="Google Sans"/>
                <a:ea typeface="Google Sans"/>
                <a:cs typeface="Google Sans"/>
                <a:sym typeface="Google Sans"/>
              </a:defRPr>
            </a:lvl8pPr>
            <a:lvl9pPr lvl="8" rtl="0">
              <a:spcBef>
                <a:spcPts val="0"/>
              </a:spcBef>
              <a:spcAft>
                <a:spcPts val="0"/>
              </a:spcAft>
              <a:buNone/>
              <a:defRPr sz="4800">
                <a:solidFill>
                  <a:schemeClr val="dk1"/>
                </a:solidFill>
                <a:latin typeface="Google Sans"/>
                <a:ea typeface="Google Sans"/>
                <a:cs typeface="Google Sans"/>
                <a:sym typeface="Google Sans"/>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c - Agenda/Learn how to... - Journal ">
  <p:cSld name="CUSTOM_2_4_1_1_1_1_1">
    <p:spTree>
      <p:nvGrpSpPr>
        <p:cNvPr id="80" name="Shape 80"/>
        <p:cNvGrpSpPr/>
        <p:nvPr/>
      </p:nvGrpSpPr>
      <p:grpSpPr>
        <a:xfrm>
          <a:off x="0" y="0"/>
          <a:ext cx="0" cy="0"/>
          <a:chOff x="0" y="0"/>
          <a:chExt cx="0" cy="0"/>
        </a:xfrm>
      </p:grpSpPr>
      <p:sp>
        <p:nvSpPr>
          <p:cNvPr id="81" name="Google Shape;81;p14"/>
          <p:cNvSpPr txBox="1"/>
          <p:nvPr>
            <p:ph idx="1" type="body"/>
          </p:nvPr>
        </p:nvSpPr>
        <p:spPr>
          <a:xfrm>
            <a:off x="1701275" y="2432125"/>
            <a:ext cx="7319700" cy="6775200"/>
          </a:xfrm>
          <a:prstGeom prst="rect">
            <a:avLst/>
          </a:prstGeom>
          <a:noFill/>
          <a:ln>
            <a:noFill/>
          </a:ln>
        </p:spPr>
        <p:txBody>
          <a:bodyPr anchorCtr="0" anchor="t" bIns="91425" lIns="91425" spcFirstLastPara="1" rIns="91425" wrap="square" tIns="91425">
            <a:noAutofit/>
          </a:bodyPr>
          <a:lstStyle>
            <a:lvl1pPr indent="-457200" lvl="0" marL="457200" rtl="0">
              <a:lnSpc>
                <a:spcPct val="100000"/>
              </a:lnSpc>
              <a:spcBef>
                <a:spcPts val="0"/>
              </a:spcBef>
              <a:spcAft>
                <a:spcPts val="0"/>
              </a:spcAft>
              <a:buClr>
                <a:schemeClr val="lt1"/>
              </a:buClr>
              <a:buSzPts val="3600"/>
              <a:buFont typeface="Roboto"/>
              <a:buChar char="●"/>
              <a:defRPr sz="3600">
                <a:solidFill>
                  <a:schemeClr val="lt1"/>
                </a:solidFill>
                <a:latin typeface="Roboto"/>
                <a:ea typeface="Roboto"/>
                <a:cs typeface="Roboto"/>
                <a:sym typeface="Roboto"/>
              </a:defRPr>
            </a:lvl1pPr>
            <a:lvl2pPr indent="-457200" lvl="1" marL="914400" rtl="0">
              <a:lnSpc>
                <a:spcPct val="100000"/>
              </a:lnSpc>
              <a:spcBef>
                <a:spcPts val="2900"/>
              </a:spcBef>
              <a:spcAft>
                <a:spcPts val="0"/>
              </a:spcAft>
              <a:buClr>
                <a:schemeClr val="lt1"/>
              </a:buClr>
              <a:buSzPts val="3600"/>
              <a:buFont typeface="Roboto"/>
              <a:buChar char="○"/>
              <a:defRPr sz="3600">
                <a:solidFill>
                  <a:schemeClr val="lt1"/>
                </a:solidFill>
                <a:latin typeface="Roboto"/>
                <a:ea typeface="Roboto"/>
                <a:cs typeface="Roboto"/>
                <a:sym typeface="Roboto"/>
              </a:defRPr>
            </a:lvl2pPr>
            <a:lvl3pPr indent="-457200" lvl="2" marL="1371600" rtl="0">
              <a:lnSpc>
                <a:spcPct val="100000"/>
              </a:lnSpc>
              <a:spcBef>
                <a:spcPts val="2900"/>
              </a:spcBef>
              <a:spcAft>
                <a:spcPts val="0"/>
              </a:spcAft>
              <a:buClr>
                <a:schemeClr val="lt1"/>
              </a:buClr>
              <a:buSzPts val="3600"/>
              <a:buFont typeface="Roboto"/>
              <a:buChar char="■"/>
              <a:defRPr sz="3600">
                <a:solidFill>
                  <a:schemeClr val="lt1"/>
                </a:solidFill>
                <a:latin typeface="Roboto"/>
                <a:ea typeface="Roboto"/>
                <a:cs typeface="Roboto"/>
                <a:sym typeface="Roboto"/>
              </a:defRPr>
            </a:lvl3pPr>
            <a:lvl4pPr indent="-457200" lvl="3" marL="1828800" rtl="0">
              <a:lnSpc>
                <a:spcPct val="100000"/>
              </a:lnSpc>
              <a:spcBef>
                <a:spcPts val="2900"/>
              </a:spcBef>
              <a:spcAft>
                <a:spcPts val="0"/>
              </a:spcAft>
              <a:buClr>
                <a:schemeClr val="lt1"/>
              </a:buClr>
              <a:buSzPts val="3600"/>
              <a:buFont typeface="Roboto"/>
              <a:buChar char="●"/>
              <a:defRPr sz="3600">
                <a:solidFill>
                  <a:schemeClr val="lt1"/>
                </a:solidFill>
                <a:latin typeface="Roboto"/>
                <a:ea typeface="Roboto"/>
                <a:cs typeface="Roboto"/>
                <a:sym typeface="Roboto"/>
              </a:defRPr>
            </a:lvl4pPr>
            <a:lvl5pPr indent="-457200" lvl="4" marL="2286000" rtl="0">
              <a:lnSpc>
                <a:spcPct val="100000"/>
              </a:lnSpc>
              <a:spcBef>
                <a:spcPts val="2900"/>
              </a:spcBef>
              <a:spcAft>
                <a:spcPts val="0"/>
              </a:spcAft>
              <a:buClr>
                <a:schemeClr val="lt1"/>
              </a:buClr>
              <a:buSzPts val="3600"/>
              <a:buFont typeface="Roboto"/>
              <a:buChar char="○"/>
              <a:defRPr sz="3600">
                <a:solidFill>
                  <a:schemeClr val="lt1"/>
                </a:solidFill>
                <a:latin typeface="Roboto"/>
                <a:ea typeface="Roboto"/>
                <a:cs typeface="Roboto"/>
                <a:sym typeface="Roboto"/>
              </a:defRPr>
            </a:lvl5pPr>
            <a:lvl6pPr indent="-457200" lvl="5" marL="2743200" rtl="0">
              <a:lnSpc>
                <a:spcPct val="100000"/>
              </a:lnSpc>
              <a:spcBef>
                <a:spcPts val="2900"/>
              </a:spcBef>
              <a:spcAft>
                <a:spcPts val="0"/>
              </a:spcAft>
              <a:buClr>
                <a:schemeClr val="lt1"/>
              </a:buClr>
              <a:buSzPts val="3600"/>
              <a:buFont typeface="Roboto"/>
              <a:buChar char="■"/>
              <a:defRPr sz="3600">
                <a:solidFill>
                  <a:schemeClr val="lt1"/>
                </a:solidFill>
                <a:latin typeface="Roboto"/>
                <a:ea typeface="Roboto"/>
                <a:cs typeface="Roboto"/>
                <a:sym typeface="Roboto"/>
              </a:defRPr>
            </a:lvl6pPr>
            <a:lvl7pPr indent="-457200" lvl="6" marL="3200400" rtl="0">
              <a:lnSpc>
                <a:spcPct val="100000"/>
              </a:lnSpc>
              <a:spcBef>
                <a:spcPts val="2900"/>
              </a:spcBef>
              <a:spcAft>
                <a:spcPts val="0"/>
              </a:spcAft>
              <a:buClr>
                <a:schemeClr val="lt1"/>
              </a:buClr>
              <a:buSzPts val="3600"/>
              <a:buFont typeface="Roboto"/>
              <a:buChar char="●"/>
              <a:defRPr sz="3600">
                <a:solidFill>
                  <a:schemeClr val="lt1"/>
                </a:solidFill>
                <a:latin typeface="Roboto"/>
                <a:ea typeface="Roboto"/>
                <a:cs typeface="Roboto"/>
                <a:sym typeface="Roboto"/>
              </a:defRPr>
            </a:lvl7pPr>
            <a:lvl8pPr indent="-457200" lvl="7" marL="3657600" rtl="0">
              <a:lnSpc>
                <a:spcPct val="100000"/>
              </a:lnSpc>
              <a:spcBef>
                <a:spcPts val="2900"/>
              </a:spcBef>
              <a:spcAft>
                <a:spcPts val="0"/>
              </a:spcAft>
              <a:buClr>
                <a:schemeClr val="lt1"/>
              </a:buClr>
              <a:buSzPts val="3600"/>
              <a:buFont typeface="Roboto"/>
              <a:buChar char="○"/>
              <a:defRPr sz="3600">
                <a:solidFill>
                  <a:schemeClr val="lt1"/>
                </a:solidFill>
                <a:latin typeface="Roboto"/>
                <a:ea typeface="Roboto"/>
                <a:cs typeface="Roboto"/>
                <a:sym typeface="Roboto"/>
              </a:defRPr>
            </a:lvl8pPr>
            <a:lvl9pPr indent="-457200" lvl="8" marL="4114800" rtl="0">
              <a:lnSpc>
                <a:spcPct val="100000"/>
              </a:lnSpc>
              <a:spcBef>
                <a:spcPts val="2900"/>
              </a:spcBef>
              <a:spcAft>
                <a:spcPts val="2900"/>
              </a:spcAft>
              <a:buClr>
                <a:schemeClr val="lt1"/>
              </a:buClr>
              <a:buSzPts val="3600"/>
              <a:buFont typeface="Roboto"/>
              <a:buChar char="■"/>
              <a:defRPr sz="3600">
                <a:solidFill>
                  <a:schemeClr val="lt1"/>
                </a:solidFill>
                <a:latin typeface="Roboto"/>
                <a:ea typeface="Roboto"/>
                <a:cs typeface="Roboto"/>
                <a:sym typeface="Roboto"/>
              </a:defRPr>
            </a:lvl9pPr>
          </a:lstStyle>
          <a:p/>
        </p:txBody>
      </p:sp>
      <p:cxnSp>
        <p:nvCxnSpPr>
          <p:cNvPr id="82" name="Google Shape;82;p14"/>
          <p:cNvCxnSpPr/>
          <p:nvPr/>
        </p:nvCxnSpPr>
        <p:spPr>
          <a:xfrm>
            <a:off x="1743427" y="1017624"/>
            <a:ext cx="857400" cy="0"/>
          </a:xfrm>
          <a:prstGeom prst="straightConnector1">
            <a:avLst/>
          </a:prstGeom>
          <a:noFill/>
          <a:ln cap="flat" cmpd="sng" w="38100">
            <a:solidFill>
              <a:srgbClr val="4285F4"/>
            </a:solidFill>
            <a:prstDash val="solid"/>
            <a:round/>
            <a:headEnd len="med" w="med" type="none"/>
            <a:tailEnd len="med" w="med" type="none"/>
          </a:ln>
        </p:spPr>
      </p:cxnSp>
      <p:sp>
        <p:nvSpPr>
          <p:cNvPr id="83" name="Google Shape;83;p14"/>
          <p:cNvSpPr txBox="1"/>
          <p:nvPr>
            <p:ph type="title"/>
          </p:nvPr>
        </p:nvSpPr>
        <p:spPr>
          <a:xfrm>
            <a:off x="1672475" y="1154875"/>
            <a:ext cx="7486500" cy="1140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4800">
                <a:solidFill>
                  <a:schemeClr val="dk1"/>
                </a:solidFill>
                <a:latin typeface="Google Sans"/>
                <a:ea typeface="Google Sans"/>
                <a:cs typeface="Google Sans"/>
                <a:sym typeface="Google Sans"/>
              </a:defRPr>
            </a:lvl1pPr>
            <a:lvl2pPr lvl="1" rtl="0">
              <a:spcBef>
                <a:spcPts val="0"/>
              </a:spcBef>
              <a:spcAft>
                <a:spcPts val="0"/>
              </a:spcAft>
              <a:buNone/>
              <a:defRPr sz="4800">
                <a:solidFill>
                  <a:schemeClr val="dk1"/>
                </a:solidFill>
                <a:latin typeface="Google Sans"/>
                <a:ea typeface="Google Sans"/>
                <a:cs typeface="Google Sans"/>
                <a:sym typeface="Google Sans"/>
              </a:defRPr>
            </a:lvl2pPr>
            <a:lvl3pPr lvl="2" rtl="0">
              <a:spcBef>
                <a:spcPts val="0"/>
              </a:spcBef>
              <a:spcAft>
                <a:spcPts val="0"/>
              </a:spcAft>
              <a:buNone/>
              <a:defRPr sz="4800">
                <a:solidFill>
                  <a:schemeClr val="dk1"/>
                </a:solidFill>
                <a:latin typeface="Google Sans"/>
                <a:ea typeface="Google Sans"/>
                <a:cs typeface="Google Sans"/>
                <a:sym typeface="Google Sans"/>
              </a:defRPr>
            </a:lvl3pPr>
            <a:lvl4pPr lvl="3" rtl="0">
              <a:spcBef>
                <a:spcPts val="0"/>
              </a:spcBef>
              <a:spcAft>
                <a:spcPts val="0"/>
              </a:spcAft>
              <a:buNone/>
              <a:defRPr sz="4800">
                <a:solidFill>
                  <a:schemeClr val="dk1"/>
                </a:solidFill>
                <a:latin typeface="Google Sans"/>
                <a:ea typeface="Google Sans"/>
                <a:cs typeface="Google Sans"/>
                <a:sym typeface="Google Sans"/>
              </a:defRPr>
            </a:lvl4pPr>
            <a:lvl5pPr lvl="4" rtl="0">
              <a:spcBef>
                <a:spcPts val="0"/>
              </a:spcBef>
              <a:spcAft>
                <a:spcPts val="0"/>
              </a:spcAft>
              <a:buNone/>
              <a:defRPr sz="4800">
                <a:solidFill>
                  <a:schemeClr val="dk1"/>
                </a:solidFill>
                <a:latin typeface="Google Sans"/>
                <a:ea typeface="Google Sans"/>
                <a:cs typeface="Google Sans"/>
                <a:sym typeface="Google Sans"/>
              </a:defRPr>
            </a:lvl5pPr>
            <a:lvl6pPr lvl="5" rtl="0">
              <a:spcBef>
                <a:spcPts val="0"/>
              </a:spcBef>
              <a:spcAft>
                <a:spcPts val="0"/>
              </a:spcAft>
              <a:buNone/>
              <a:defRPr sz="4800">
                <a:solidFill>
                  <a:schemeClr val="dk1"/>
                </a:solidFill>
                <a:latin typeface="Google Sans"/>
                <a:ea typeface="Google Sans"/>
                <a:cs typeface="Google Sans"/>
                <a:sym typeface="Google Sans"/>
              </a:defRPr>
            </a:lvl6pPr>
            <a:lvl7pPr lvl="6" rtl="0">
              <a:spcBef>
                <a:spcPts val="0"/>
              </a:spcBef>
              <a:spcAft>
                <a:spcPts val="0"/>
              </a:spcAft>
              <a:buNone/>
              <a:defRPr sz="4800">
                <a:solidFill>
                  <a:schemeClr val="dk1"/>
                </a:solidFill>
                <a:latin typeface="Google Sans"/>
                <a:ea typeface="Google Sans"/>
                <a:cs typeface="Google Sans"/>
                <a:sym typeface="Google Sans"/>
              </a:defRPr>
            </a:lvl7pPr>
            <a:lvl8pPr lvl="7" rtl="0">
              <a:spcBef>
                <a:spcPts val="0"/>
              </a:spcBef>
              <a:spcAft>
                <a:spcPts val="0"/>
              </a:spcAft>
              <a:buNone/>
              <a:defRPr sz="4800">
                <a:solidFill>
                  <a:schemeClr val="dk1"/>
                </a:solidFill>
                <a:latin typeface="Google Sans"/>
                <a:ea typeface="Google Sans"/>
                <a:cs typeface="Google Sans"/>
                <a:sym typeface="Google Sans"/>
              </a:defRPr>
            </a:lvl8pPr>
            <a:lvl9pPr lvl="8" rtl="0">
              <a:spcBef>
                <a:spcPts val="0"/>
              </a:spcBef>
              <a:spcAft>
                <a:spcPts val="0"/>
              </a:spcAft>
              <a:buNone/>
              <a:defRPr sz="4800">
                <a:solidFill>
                  <a:schemeClr val="dk1"/>
                </a:solidFill>
                <a:latin typeface="Google Sans"/>
                <a:ea typeface="Google Sans"/>
                <a:cs typeface="Google Sans"/>
                <a:sym typeface="Google Sans"/>
              </a:defRPr>
            </a:lvl9pPr>
          </a:lstStyle>
          <a:p/>
        </p:txBody>
      </p:sp>
      <p:pic>
        <p:nvPicPr>
          <p:cNvPr id="84" name="Google Shape;84;p14"/>
          <p:cNvPicPr preferRelativeResize="0"/>
          <p:nvPr/>
        </p:nvPicPr>
        <p:blipFill>
          <a:blip r:embed="rId2">
            <a:alphaModFix/>
          </a:blip>
          <a:stretch>
            <a:fillRect/>
          </a:stretch>
        </p:blipFill>
        <p:spPr>
          <a:xfrm>
            <a:off x="10118401" y="2312725"/>
            <a:ext cx="5661547" cy="5661547"/>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c - Circle - Title">
  <p:cSld name="CUSTOM_3_1_1_1_1">
    <p:spTree>
      <p:nvGrpSpPr>
        <p:cNvPr id="85" name="Shape 85"/>
        <p:cNvGrpSpPr/>
        <p:nvPr/>
      </p:nvGrpSpPr>
      <p:grpSpPr>
        <a:xfrm>
          <a:off x="0" y="0"/>
          <a:ext cx="0" cy="0"/>
          <a:chOff x="0" y="0"/>
          <a:chExt cx="0" cy="0"/>
        </a:xfrm>
      </p:grpSpPr>
      <p:pic>
        <p:nvPicPr>
          <p:cNvPr id="86" name="Google Shape;86;p15"/>
          <p:cNvPicPr preferRelativeResize="0"/>
          <p:nvPr/>
        </p:nvPicPr>
        <p:blipFill>
          <a:blip r:embed="rId2">
            <a:alphaModFix/>
          </a:blip>
          <a:stretch>
            <a:fillRect/>
          </a:stretch>
        </p:blipFill>
        <p:spPr>
          <a:xfrm>
            <a:off x="-4" y="-2"/>
            <a:ext cx="18288000" cy="10286978"/>
          </a:xfrm>
          <a:prstGeom prst="rect">
            <a:avLst/>
          </a:prstGeom>
          <a:noFill/>
          <a:ln>
            <a:noFill/>
          </a:ln>
        </p:spPr>
      </p:pic>
      <p:cxnSp>
        <p:nvCxnSpPr>
          <p:cNvPr id="87" name="Google Shape;87;p15"/>
          <p:cNvCxnSpPr/>
          <p:nvPr/>
        </p:nvCxnSpPr>
        <p:spPr>
          <a:xfrm>
            <a:off x="1743427" y="1017624"/>
            <a:ext cx="857400" cy="0"/>
          </a:xfrm>
          <a:prstGeom prst="straightConnector1">
            <a:avLst/>
          </a:prstGeom>
          <a:noFill/>
          <a:ln cap="flat" cmpd="sng" w="38100">
            <a:solidFill>
              <a:srgbClr val="4285F4"/>
            </a:solidFill>
            <a:prstDash val="solid"/>
            <a:round/>
            <a:headEnd len="med" w="med" type="none"/>
            <a:tailEnd len="med" w="med" type="none"/>
          </a:ln>
        </p:spPr>
      </p:cxnSp>
      <p:sp>
        <p:nvSpPr>
          <p:cNvPr id="88" name="Google Shape;88;p15"/>
          <p:cNvSpPr txBox="1"/>
          <p:nvPr>
            <p:ph type="title"/>
          </p:nvPr>
        </p:nvSpPr>
        <p:spPr>
          <a:xfrm>
            <a:off x="1672475" y="1154875"/>
            <a:ext cx="14775300" cy="1140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4800">
                <a:solidFill>
                  <a:schemeClr val="dk1"/>
                </a:solidFill>
                <a:latin typeface="Google Sans"/>
                <a:ea typeface="Google Sans"/>
                <a:cs typeface="Google Sans"/>
                <a:sym typeface="Google Sans"/>
              </a:defRPr>
            </a:lvl1pPr>
            <a:lvl2pPr lvl="1" rtl="0">
              <a:spcBef>
                <a:spcPts val="0"/>
              </a:spcBef>
              <a:spcAft>
                <a:spcPts val="0"/>
              </a:spcAft>
              <a:buNone/>
              <a:defRPr sz="4800">
                <a:solidFill>
                  <a:schemeClr val="dk1"/>
                </a:solidFill>
                <a:latin typeface="Google Sans"/>
                <a:ea typeface="Google Sans"/>
                <a:cs typeface="Google Sans"/>
                <a:sym typeface="Google Sans"/>
              </a:defRPr>
            </a:lvl2pPr>
            <a:lvl3pPr lvl="2" rtl="0">
              <a:spcBef>
                <a:spcPts val="0"/>
              </a:spcBef>
              <a:spcAft>
                <a:spcPts val="0"/>
              </a:spcAft>
              <a:buNone/>
              <a:defRPr sz="4800">
                <a:solidFill>
                  <a:schemeClr val="dk1"/>
                </a:solidFill>
                <a:latin typeface="Google Sans"/>
                <a:ea typeface="Google Sans"/>
                <a:cs typeface="Google Sans"/>
                <a:sym typeface="Google Sans"/>
              </a:defRPr>
            </a:lvl3pPr>
            <a:lvl4pPr lvl="3" rtl="0">
              <a:spcBef>
                <a:spcPts val="0"/>
              </a:spcBef>
              <a:spcAft>
                <a:spcPts val="0"/>
              </a:spcAft>
              <a:buNone/>
              <a:defRPr sz="4800">
                <a:solidFill>
                  <a:schemeClr val="dk1"/>
                </a:solidFill>
                <a:latin typeface="Google Sans"/>
                <a:ea typeface="Google Sans"/>
                <a:cs typeface="Google Sans"/>
                <a:sym typeface="Google Sans"/>
              </a:defRPr>
            </a:lvl4pPr>
            <a:lvl5pPr lvl="4" rtl="0">
              <a:spcBef>
                <a:spcPts val="0"/>
              </a:spcBef>
              <a:spcAft>
                <a:spcPts val="0"/>
              </a:spcAft>
              <a:buNone/>
              <a:defRPr sz="4800">
                <a:solidFill>
                  <a:schemeClr val="dk1"/>
                </a:solidFill>
                <a:latin typeface="Google Sans"/>
                <a:ea typeface="Google Sans"/>
                <a:cs typeface="Google Sans"/>
                <a:sym typeface="Google Sans"/>
              </a:defRPr>
            </a:lvl5pPr>
            <a:lvl6pPr lvl="5" rtl="0">
              <a:spcBef>
                <a:spcPts val="0"/>
              </a:spcBef>
              <a:spcAft>
                <a:spcPts val="0"/>
              </a:spcAft>
              <a:buNone/>
              <a:defRPr sz="4800">
                <a:solidFill>
                  <a:schemeClr val="dk1"/>
                </a:solidFill>
                <a:latin typeface="Google Sans"/>
                <a:ea typeface="Google Sans"/>
                <a:cs typeface="Google Sans"/>
                <a:sym typeface="Google Sans"/>
              </a:defRPr>
            </a:lvl6pPr>
            <a:lvl7pPr lvl="6" rtl="0">
              <a:spcBef>
                <a:spcPts val="0"/>
              </a:spcBef>
              <a:spcAft>
                <a:spcPts val="0"/>
              </a:spcAft>
              <a:buNone/>
              <a:defRPr sz="4800">
                <a:solidFill>
                  <a:schemeClr val="dk1"/>
                </a:solidFill>
                <a:latin typeface="Google Sans"/>
                <a:ea typeface="Google Sans"/>
                <a:cs typeface="Google Sans"/>
                <a:sym typeface="Google Sans"/>
              </a:defRPr>
            </a:lvl7pPr>
            <a:lvl8pPr lvl="7" rtl="0">
              <a:spcBef>
                <a:spcPts val="0"/>
              </a:spcBef>
              <a:spcAft>
                <a:spcPts val="0"/>
              </a:spcAft>
              <a:buNone/>
              <a:defRPr sz="4800">
                <a:solidFill>
                  <a:schemeClr val="dk1"/>
                </a:solidFill>
                <a:latin typeface="Google Sans"/>
                <a:ea typeface="Google Sans"/>
                <a:cs typeface="Google Sans"/>
                <a:sym typeface="Google Sans"/>
              </a:defRPr>
            </a:lvl8pPr>
            <a:lvl9pPr lvl="8" rtl="0">
              <a:spcBef>
                <a:spcPts val="0"/>
              </a:spcBef>
              <a:spcAft>
                <a:spcPts val="0"/>
              </a:spcAft>
              <a:buNone/>
              <a:defRPr sz="4800">
                <a:solidFill>
                  <a:schemeClr val="dk1"/>
                </a:solidFill>
                <a:latin typeface="Google Sans"/>
                <a:ea typeface="Google Sans"/>
                <a:cs typeface="Google Sans"/>
                <a:sym typeface="Google Sans"/>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a - Pesenter - Title">
  <p:cSld name="CUSTOM_3_1_1_1_1_2">
    <p:spTree>
      <p:nvGrpSpPr>
        <p:cNvPr id="89" name="Shape 89"/>
        <p:cNvGrpSpPr/>
        <p:nvPr/>
      </p:nvGrpSpPr>
      <p:grpSpPr>
        <a:xfrm>
          <a:off x="0" y="0"/>
          <a:ext cx="0" cy="0"/>
          <a:chOff x="0" y="0"/>
          <a:chExt cx="0" cy="0"/>
        </a:xfrm>
      </p:grpSpPr>
      <p:pic>
        <p:nvPicPr>
          <p:cNvPr id="90" name="Google Shape;90;p16"/>
          <p:cNvPicPr preferRelativeResize="0"/>
          <p:nvPr/>
        </p:nvPicPr>
        <p:blipFill>
          <a:blip r:embed="rId2">
            <a:alphaModFix/>
          </a:blip>
          <a:stretch>
            <a:fillRect/>
          </a:stretch>
        </p:blipFill>
        <p:spPr>
          <a:xfrm>
            <a:off x="0" y="0"/>
            <a:ext cx="18288000" cy="10287000"/>
          </a:xfrm>
          <a:prstGeom prst="rect">
            <a:avLst/>
          </a:prstGeom>
          <a:noFill/>
          <a:ln>
            <a:noFill/>
          </a:ln>
        </p:spPr>
      </p:pic>
      <p:cxnSp>
        <p:nvCxnSpPr>
          <p:cNvPr id="91" name="Google Shape;91;p16"/>
          <p:cNvCxnSpPr/>
          <p:nvPr/>
        </p:nvCxnSpPr>
        <p:spPr>
          <a:xfrm>
            <a:off x="1743427" y="1017624"/>
            <a:ext cx="857400" cy="0"/>
          </a:xfrm>
          <a:prstGeom prst="straightConnector1">
            <a:avLst/>
          </a:prstGeom>
          <a:noFill/>
          <a:ln cap="flat" cmpd="sng" w="38100">
            <a:solidFill>
              <a:srgbClr val="4285F4"/>
            </a:solidFill>
            <a:prstDash val="solid"/>
            <a:round/>
            <a:headEnd len="med" w="med" type="none"/>
            <a:tailEnd len="med" w="med" type="none"/>
          </a:ln>
        </p:spPr>
      </p:cxnSp>
      <p:sp>
        <p:nvSpPr>
          <p:cNvPr id="92" name="Google Shape;92;p16"/>
          <p:cNvSpPr txBox="1"/>
          <p:nvPr>
            <p:ph type="title"/>
          </p:nvPr>
        </p:nvSpPr>
        <p:spPr>
          <a:xfrm>
            <a:off x="1672475" y="1154875"/>
            <a:ext cx="7486500" cy="1140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4800">
                <a:solidFill>
                  <a:schemeClr val="dk1"/>
                </a:solidFill>
                <a:latin typeface="Google Sans"/>
                <a:ea typeface="Google Sans"/>
                <a:cs typeface="Google Sans"/>
                <a:sym typeface="Google Sans"/>
              </a:defRPr>
            </a:lvl1pPr>
            <a:lvl2pPr lvl="1" rtl="0">
              <a:spcBef>
                <a:spcPts val="0"/>
              </a:spcBef>
              <a:spcAft>
                <a:spcPts val="0"/>
              </a:spcAft>
              <a:buNone/>
              <a:defRPr sz="4800">
                <a:solidFill>
                  <a:schemeClr val="dk1"/>
                </a:solidFill>
                <a:latin typeface="Google Sans"/>
                <a:ea typeface="Google Sans"/>
                <a:cs typeface="Google Sans"/>
                <a:sym typeface="Google Sans"/>
              </a:defRPr>
            </a:lvl2pPr>
            <a:lvl3pPr lvl="2" rtl="0">
              <a:spcBef>
                <a:spcPts val="0"/>
              </a:spcBef>
              <a:spcAft>
                <a:spcPts val="0"/>
              </a:spcAft>
              <a:buNone/>
              <a:defRPr sz="4800">
                <a:solidFill>
                  <a:schemeClr val="dk1"/>
                </a:solidFill>
                <a:latin typeface="Google Sans"/>
                <a:ea typeface="Google Sans"/>
                <a:cs typeface="Google Sans"/>
                <a:sym typeface="Google Sans"/>
              </a:defRPr>
            </a:lvl3pPr>
            <a:lvl4pPr lvl="3" rtl="0">
              <a:spcBef>
                <a:spcPts val="0"/>
              </a:spcBef>
              <a:spcAft>
                <a:spcPts val="0"/>
              </a:spcAft>
              <a:buNone/>
              <a:defRPr sz="4800">
                <a:solidFill>
                  <a:schemeClr val="dk1"/>
                </a:solidFill>
                <a:latin typeface="Google Sans"/>
                <a:ea typeface="Google Sans"/>
                <a:cs typeface="Google Sans"/>
                <a:sym typeface="Google Sans"/>
              </a:defRPr>
            </a:lvl4pPr>
            <a:lvl5pPr lvl="4" rtl="0">
              <a:spcBef>
                <a:spcPts val="0"/>
              </a:spcBef>
              <a:spcAft>
                <a:spcPts val="0"/>
              </a:spcAft>
              <a:buNone/>
              <a:defRPr sz="4800">
                <a:solidFill>
                  <a:schemeClr val="dk1"/>
                </a:solidFill>
                <a:latin typeface="Google Sans"/>
                <a:ea typeface="Google Sans"/>
                <a:cs typeface="Google Sans"/>
                <a:sym typeface="Google Sans"/>
              </a:defRPr>
            </a:lvl5pPr>
            <a:lvl6pPr lvl="5" rtl="0">
              <a:spcBef>
                <a:spcPts val="0"/>
              </a:spcBef>
              <a:spcAft>
                <a:spcPts val="0"/>
              </a:spcAft>
              <a:buNone/>
              <a:defRPr sz="4800">
                <a:solidFill>
                  <a:schemeClr val="dk1"/>
                </a:solidFill>
                <a:latin typeface="Google Sans"/>
                <a:ea typeface="Google Sans"/>
                <a:cs typeface="Google Sans"/>
                <a:sym typeface="Google Sans"/>
              </a:defRPr>
            </a:lvl6pPr>
            <a:lvl7pPr lvl="6" rtl="0">
              <a:spcBef>
                <a:spcPts val="0"/>
              </a:spcBef>
              <a:spcAft>
                <a:spcPts val="0"/>
              </a:spcAft>
              <a:buNone/>
              <a:defRPr sz="4800">
                <a:solidFill>
                  <a:schemeClr val="dk1"/>
                </a:solidFill>
                <a:latin typeface="Google Sans"/>
                <a:ea typeface="Google Sans"/>
                <a:cs typeface="Google Sans"/>
                <a:sym typeface="Google Sans"/>
              </a:defRPr>
            </a:lvl7pPr>
            <a:lvl8pPr lvl="7" rtl="0">
              <a:spcBef>
                <a:spcPts val="0"/>
              </a:spcBef>
              <a:spcAft>
                <a:spcPts val="0"/>
              </a:spcAft>
              <a:buNone/>
              <a:defRPr sz="4800">
                <a:solidFill>
                  <a:schemeClr val="dk1"/>
                </a:solidFill>
                <a:latin typeface="Google Sans"/>
                <a:ea typeface="Google Sans"/>
                <a:cs typeface="Google Sans"/>
                <a:sym typeface="Google Sans"/>
              </a:defRPr>
            </a:lvl8pPr>
            <a:lvl9pPr lvl="8" rtl="0">
              <a:spcBef>
                <a:spcPts val="0"/>
              </a:spcBef>
              <a:spcAft>
                <a:spcPts val="0"/>
              </a:spcAft>
              <a:buNone/>
              <a:defRPr sz="4800">
                <a:solidFill>
                  <a:schemeClr val="dk1"/>
                </a:solidFill>
                <a:latin typeface="Google Sans"/>
                <a:ea typeface="Google Sans"/>
                <a:cs typeface="Google Sans"/>
                <a:sym typeface="Google Sans"/>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b - Full - Title">
  <p:cSld name="CUSTOM_3_1_1_1_1_1">
    <p:spTree>
      <p:nvGrpSpPr>
        <p:cNvPr id="93" name="Shape 93"/>
        <p:cNvGrpSpPr/>
        <p:nvPr/>
      </p:nvGrpSpPr>
      <p:grpSpPr>
        <a:xfrm>
          <a:off x="0" y="0"/>
          <a:ext cx="0" cy="0"/>
          <a:chOff x="0" y="0"/>
          <a:chExt cx="0" cy="0"/>
        </a:xfrm>
      </p:grpSpPr>
      <p:cxnSp>
        <p:nvCxnSpPr>
          <p:cNvPr id="94" name="Google Shape;94;p17"/>
          <p:cNvCxnSpPr/>
          <p:nvPr/>
        </p:nvCxnSpPr>
        <p:spPr>
          <a:xfrm>
            <a:off x="1743427" y="1017624"/>
            <a:ext cx="857400" cy="0"/>
          </a:xfrm>
          <a:prstGeom prst="straightConnector1">
            <a:avLst/>
          </a:prstGeom>
          <a:noFill/>
          <a:ln cap="flat" cmpd="sng" w="38100">
            <a:solidFill>
              <a:srgbClr val="4285F4"/>
            </a:solidFill>
            <a:prstDash val="solid"/>
            <a:round/>
            <a:headEnd len="med" w="med" type="none"/>
            <a:tailEnd len="med" w="med" type="none"/>
          </a:ln>
        </p:spPr>
      </p:cxnSp>
      <p:sp>
        <p:nvSpPr>
          <p:cNvPr id="95" name="Google Shape;95;p17"/>
          <p:cNvSpPr txBox="1"/>
          <p:nvPr>
            <p:ph type="title"/>
          </p:nvPr>
        </p:nvSpPr>
        <p:spPr>
          <a:xfrm>
            <a:off x="1672475" y="1154875"/>
            <a:ext cx="14775300" cy="1140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4800">
                <a:solidFill>
                  <a:schemeClr val="dk1"/>
                </a:solidFill>
                <a:latin typeface="Google Sans"/>
                <a:ea typeface="Google Sans"/>
                <a:cs typeface="Google Sans"/>
                <a:sym typeface="Google Sans"/>
              </a:defRPr>
            </a:lvl1pPr>
            <a:lvl2pPr lvl="1" rtl="0">
              <a:spcBef>
                <a:spcPts val="0"/>
              </a:spcBef>
              <a:spcAft>
                <a:spcPts val="0"/>
              </a:spcAft>
              <a:buNone/>
              <a:defRPr sz="4800">
                <a:solidFill>
                  <a:schemeClr val="dk1"/>
                </a:solidFill>
                <a:latin typeface="Google Sans"/>
                <a:ea typeface="Google Sans"/>
                <a:cs typeface="Google Sans"/>
                <a:sym typeface="Google Sans"/>
              </a:defRPr>
            </a:lvl2pPr>
            <a:lvl3pPr lvl="2" rtl="0">
              <a:spcBef>
                <a:spcPts val="0"/>
              </a:spcBef>
              <a:spcAft>
                <a:spcPts val="0"/>
              </a:spcAft>
              <a:buNone/>
              <a:defRPr sz="4800">
                <a:solidFill>
                  <a:schemeClr val="dk1"/>
                </a:solidFill>
                <a:latin typeface="Google Sans"/>
                <a:ea typeface="Google Sans"/>
                <a:cs typeface="Google Sans"/>
                <a:sym typeface="Google Sans"/>
              </a:defRPr>
            </a:lvl3pPr>
            <a:lvl4pPr lvl="3" rtl="0">
              <a:spcBef>
                <a:spcPts val="0"/>
              </a:spcBef>
              <a:spcAft>
                <a:spcPts val="0"/>
              </a:spcAft>
              <a:buNone/>
              <a:defRPr sz="4800">
                <a:solidFill>
                  <a:schemeClr val="dk1"/>
                </a:solidFill>
                <a:latin typeface="Google Sans"/>
                <a:ea typeface="Google Sans"/>
                <a:cs typeface="Google Sans"/>
                <a:sym typeface="Google Sans"/>
              </a:defRPr>
            </a:lvl4pPr>
            <a:lvl5pPr lvl="4" rtl="0">
              <a:spcBef>
                <a:spcPts val="0"/>
              </a:spcBef>
              <a:spcAft>
                <a:spcPts val="0"/>
              </a:spcAft>
              <a:buNone/>
              <a:defRPr sz="4800">
                <a:solidFill>
                  <a:schemeClr val="dk1"/>
                </a:solidFill>
                <a:latin typeface="Google Sans"/>
                <a:ea typeface="Google Sans"/>
                <a:cs typeface="Google Sans"/>
                <a:sym typeface="Google Sans"/>
              </a:defRPr>
            </a:lvl5pPr>
            <a:lvl6pPr lvl="5" rtl="0">
              <a:spcBef>
                <a:spcPts val="0"/>
              </a:spcBef>
              <a:spcAft>
                <a:spcPts val="0"/>
              </a:spcAft>
              <a:buNone/>
              <a:defRPr sz="4800">
                <a:solidFill>
                  <a:schemeClr val="dk1"/>
                </a:solidFill>
                <a:latin typeface="Google Sans"/>
                <a:ea typeface="Google Sans"/>
                <a:cs typeface="Google Sans"/>
                <a:sym typeface="Google Sans"/>
              </a:defRPr>
            </a:lvl6pPr>
            <a:lvl7pPr lvl="6" rtl="0">
              <a:spcBef>
                <a:spcPts val="0"/>
              </a:spcBef>
              <a:spcAft>
                <a:spcPts val="0"/>
              </a:spcAft>
              <a:buNone/>
              <a:defRPr sz="4800">
                <a:solidFill>
                  <a:schemeClr val="dk1"/>
                </a:solidFill>
                <a:latin typeface="Google Sans"/>
                <a:ea typeface="Google Sans"/>
                <a:cs typeface="Google Sans"/>
                <a:sym typeface="Google Sans"/>
              </a:defRPr>
            </a:lvl7pPr>
            <a:lvl8pPr lvl="7" rtl="0">
              <a:spcBef>
                <a:spcPts val="0"/>
              </a:spcBef>
              <a:spcAft>
                <a:spcPts val="0"/>
              </a:spcAft>
              <a:buNone/>
              <a:defRPr sz="4800">
                <a:solidFill>
                  <a:schemeClr val="dk1"/>
                </a:solidFill>
                <a:latin typeface="Google Sans"/>
                <a:ea typeface="Google Sans"/>
                <a:cs typeface="Google Sans"/>
                <a:sym typeface="Google Sans"/>
              </a:defRPr>
            </a:lvl8pPr>
            <a:lvl9pPr lvl="8" rtl="0">
              <a:spcBef>
                <a:spcPts val="0"/>
              </a:spcBef>
              <a:spcAft>
                <a:spcPts val="0"/>
              </a:spcAft>
              <a:buNone/>
              <a:defRPr sz="4800">
                <a:solidFill>
                  <a:schemeClr val="dk1"/>
                </a:solidFill>
                <a:latin typeface="Google Sans"/>
                <a:ea typeface="Google Sans"/>
                <a:cs typeface="Google Sans"/>
                <a:sym typeface="Google Sans"/>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c - Circle - Title, Body">
  <p:cSld name="CUSTOM_3_1_1_1_1_4">
    <p:spTree>
      <p:nvGrpSpPr>
        <p:cNvPr id="96" name="Shape 96"/>
        <p:cNvGrpSpPr/>
        <p:nvPr/>
      </p:nvGrpSpPr>
      <p:grpSpPr>
        <a:xfrm>
          <a:off x="0" y="0"/>
          <a:ext cx="0" cy="0"/>
          <a:chOff x="0" y="0"/>
          <a:chExt cx="0" cy="0"/>
        </a:xfrm>
      </p:grpSpPr>
      <p:pic>
        <p:nvPicPr>
          <p:cNvPr id="97" name="Google Shape;97;p18"/>
          <p:cNvPicPr preferRelativeResize="0"/>
          <p:nvPr/>
        </p:nvPicPr>
        <p:blipFill>
          <a:blip r:embed="rId2">
            <a:alphaModFix/>
          </a:blip>
          <a:stretch>
            <a:fillRect/>
          </a:stretch>
        </p:blipFill>
        <p:spPr>
          <a:xfrm>
            <a:off x="-4" y="-2"/>
            <a:ext cx="18288000" cy="10286978"/>
          </a:xfrm>
          <a:prstGeom prst="rect">
            <a:avLst/>
          </a:prstGeom>
          <a:noFill/>
          <a:ln>
            <a:noFill/>
          </a:ln>
        </p:spPr>
      </p:pic>
      <p:sp>
        <p:nvSpPr>
          <p:cNvPr id="98" name="Google Shape;98;p18"/>
          <p:cNvSpPr txBox="1"/>
          <p:nvPr>
            <p:ph type="title"/>
          </p:nvPr>
        </p:nvSpPr>
        <p:spPr>
          <a:xfrm>
            <a:off x="1672475" y="1154875"/>
            <a:ext cx="14775300" cy="1140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4800">
                <a:solidFill>
                  <a:schemeClr val="dk1"/>
                </a:solidFill>
                <a:latin typeface="Google Sans"/>
                <a:ea typeface="Google Sans"/>
                <a:cs typeface="Google Sans"/>
                <a:sym typeface="Google Sans"/>
              </a:defRPr>
            </a:lvl1pPr>
            <a:lvl2pPr lvl="1" rtl="0">
              <a:spcBef>
                <a:spcPts val="0"/>
              </a:spcBef>
              <a:spcAft>
                <a:spcPts val="0"/>
              </a:spcAft>
              <a:buNone/>
              <a:defRPr sz="4800">
                <a:solidFill>
                  <a:schemeClr val="dk1"/>
                </a:solidFill>
                <a:latin typeface="Google Sans"/>
                <a:ea typeface="Google Sans"/>
                <a:cs typeface="Google Sans"/>
                <a:sym typeface="Google Sans"/>
              </a:defRPr>
            </a:lvl2pPr>
            <a:lvl3pPr lvl="2" rtl="0">
              <a:spcBef>
                <a:spcPts val="0"/>
              </a:spcBef>
              <a:spcAft>
                <a:spcPts val="0"/>
              </a:spcAft>
              <a:buNone/>
              <a:defRPr sz="4800">
                <a:solidFill>
                  <a:schemeClr val="dk1"/>
                </a:solidFill>
                <a:latin typeface="Google Sans"/>
                <a:ea typeface="Google Sans"/>
                <a:cs typeface="Google Sans"/>
                <a:sym typeface="Google Sans"/>
              </a:defRPr>
            </a:lvl3pPr>
            <a:lvl4pPr lvl="3" rtl="0">
              <a:spcBef>
                <a:spcPts val="0"/>
              </a:spcBef>
              <a:spcAft>
                <a:spcPts val="0"/>
              </a:spcAft>
              <a:buNone/>
              <a:defRPr sz="4800">
                <a:solidFill>
                  <a:schemeClr val="dk1"/>
                </a:solidFill>
                <a:latin typeface="Google Sans"/>
                <a:ea typeface="Google Sans"/>
                <a:cs typeface="Google Sans"/>
                <a:sym typeface="Google Sans"/>
              </a:defRPr>
            </a:lvl4pPr>
            <a:lvl5pPr lvl="4" rtl="0">
              <a:spcBef>
                <a:spcPts val="0"/>
              </a:spcBef>
              <a:spcAft>
                <a:spcPts val="0"/>
              </a:spcAft>
              <a:buNone/>
              <a:defRPr sz="4800">
                <a:solidFill>
                  <a:schemeClr val="dk1"/>
                </a:solidFill>
                <a:latin typeface="Google Sans"/>
                <a:ea typeface="Google Sans"/>
                <a:cs typeface="Google Sans"/>
                <a:sym typeface="Google Sans"/>
              </a:defRPr>
            </a:lvl5pPr>
            <a:lvl6pPr lvl="5" rtl="0">
              <a:spcBef>
                <a:spcPts val="0"/>
              </a:spcBef>
              <a:spcAft>
                <a:spcPts val="0"/>
              </a:spcAft>
              <a:buNone/>
              <a:defRPr sz="4800">
                <a:solidFill>
                  <a:schemeClr val="dk1"/>
                </a:solidFill>
                <a:latin typeface="Google Sans"/>
                <a:ea typeface="Google Sans"/>
                <a:cs typeface="Google Sans"/>
                <a:sym typeface="Google Sans"/>
              </a:defRPr>
            </a:lvl6pPr>
            <a:lvl7pPr lvl="6" rtl="0">
              <a:spcBef>
                <a:spcPts val="0"/>
              </a:spcBef>
              <a:spcAft>
                <a:spcPts val="0"/>
              </a:spcAft>
              <a:buNone/>
              <a:defRPr sz="4800">
                <a:solidFill>
                  <a:schemeClr val="dk1"/>
                </a:solidFill>
                <a:latin typeface="Google Sans"/>
                <a:ea typeface="Google Sans"/>
                <a:cs typeface="Google Sans"/>
                <a:sym typeface="Google Sans"/>
              </a:defRPr>
            </a:lvl7pPr>
            <a:lvl8pPr lvl="7" rtl="0">
              <a:spcBef>
                <a:spcPts val="0"/>
              </a:spcBef>
              <a:spcAft>
                <a:spcPts val="0"/>
              </a:spcAft>
              <a:buNone/>
              <a:defRPr sz="4800">
                <a:solidFill>
                  <a:schemeClr val="dk1"/>
                </a:solidFill>
                <a:latin typeface="Google Sans"/>
                <a:ea typeface="Google Sans"/>
                <a:cs typeface="Google Sans"/>
                <a:sym typeface="Google Sans"/>
              </a:defRPr>
            </a:lvl8pPr>
            <a:lvl9pPr lvl="8" rtl="0">
              <a:spcBef>
                <a:spcPts val="0"/>
              </a:spcBef>
              <a:spcAft>
                <a:spcPts val="0"/>
              </a:spcAft>
              <a:buNone/>
              <a:defRPr sz="4800">
                <a:solidFill>
                  <a:schemeClr val="dk1"/>
                </a:solidFill>
                <a:latin typeface="Google Sans"/>
                <a:ea typeface="Google Sans"/>
                <a:cs typeface="Google Sans"/>
                <a:sym typeface="Google Sans"/>
              </a:defRPr>
            </a:lvl9pPr>
          </a:lstStyle>
          <a:p/>
        </p:txBody>
      </p:sp>
      <p:sp>
        <p:nvSpPr>
          <p:cNvPr id="99" name="Google Shape;99;p18"/>
          <p:cNvSpPr txBox="1"/>
          <p:nvPr>
            <p:ph idx="1" type="body"/>
          </p:nvPr>
        </p:nvSpPr>
        <p:spPr>
          <a:xfrm>
            <a:off x="1742475" y="2432125"/>
            <a:ext cx="7251900" cy="6768600"/>
          </a:xfrm>
          <a:prstGeom prst="rect">
            <a:avLst/>
          </a:prstGeom>
          <a:noFill/>
          <a:ln>
            <a:noFill/>
          </a:ln>
        </p:spPr>
        <p:txBody>
          <a:bodyPr anchorCtr="0" anchor="t" bIns="91425" lIns="91425" spcFirstLastPara="1" rIns="91425" wrap="square" tIns="91425">
            <a:noAutofit/>
          </a:bodyPr>
          <a:lstStyle>
            <a:lvl1pPr indent="-406400" lvl="0" marL="4572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1pPr>
            <a:lvl2pPr indent="-406400" lvl="1" marL="9144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2pPr>
            <a:lvl3pPr indent="-406400" lvl="2" marL="13716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3pPr>
            <a:lvl4pPr indent="-406400" lvl="3" marL="18288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4pPr>
            <a:lvl5pPr indent="-406400" lvl="4" marL="22860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5pPr>
            <a:lvl6pPr indent="-406400" lvl="5" marL="27432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6pPr>
            <a:lvl7pPr indent="-406400" lvl="6" marL="32004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7pPr>
            <a:lvl8pPr indent="-406400" lvl="7" marL="36576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8pPr>
            <a:lvl9pPr indent="-406400" lvl="8" marL="41148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9pPr>
          </a:lstStyle>
          <a:p/>
        </p:txBody>
      </p:sp>
      <p:cxnSp>
        <p:nvCxnSpPr>
          <p:cNvPr id="100" name="Google Shape;100;p18"/>
          <p:cNvCxnSpPr/>
          <p:nvPr/>
        </p:nvCxnSpPr>
        <p:spPr>
          <a:xfrm>
            <a:off x="1743427" y="1017624"/>
            <a:ext cx="857400" cy="0"/>
          </a:xfrm>
          <a:prstGeom prst="straightConnector1">
            <a:avLst/>
          </a:prstGeom>
          <a:noFill/>
          <a:ln cap="flat" cmpd="sng" w="38100">
            <a:solidFill>
              <a:srgbClr val="4285F4"/>
            </a:solidFill>
            <a:prstDash val="solid"/>
            <a:round/>
            <a:headEnd len="med" w="med" type="none"/>
            <a:tailEnd len="med" w="med" type="none"/>
          </a:ln>
        </p:spPr>
      </p:cxn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a - Presenter - Title, Body">
  <p:cSld name="CUSTOM_3_1_1_1_1_2_2">
    <p:spTree>
      <p:nvGrpSpPr>
        <p:cNvPr id="101" name="Shape 101"/>
        <p:cNvGrpSpPr/>
        <p:nvPr/>
      </p:nvGrpSpPr>
      <p:grpSpPr>
        <a:xfrm>
          <a:off x="0" y="0"/>
          <a:ext cx="0" cy="0"/>
          <a:chOff x="0" y="0"/>
          <a:chExt cx="0" cy="0"/>
        </a:xfrm>
      </p:grpSpPr>
      <p:pic>
        <p:nvPicPr>
          <p:cNvPr id="102" name="Google Shape;102;p19"/>
          <p:cNvPicPr preferRelativeResize="0"/>
          <p:nvPr/>
        </p:nvPicPr>
        <p:blipFill>
          <a:blip r:embed="rId2">
            <a:alphaModFix/>
          </a:blip>
          <a:stretch>
            <a:fillRect/>
          </a:stretch>
        </p:blipFill>
        <p:spPr>
          <a:xfrm>
            <a:off x="0" y="0"/>
            <a:ext cx="18288000" cy="10287000"/>
          </a:xfrm>
          <a:prstGeom prst="rect">
            <a:avLst/>
          </a:prstGeom>
          <a:noFill/>
          <a:ln>
            <a:noFill/>
          </a:ln>
        </p:spPr>
      </p:pic>
      <p:sp>
        <p:nvSpPr>
          <p:cNvPr id="103" name="Google Shape;103;p19"/>
          <p:cNvSpPr txBox="1"/>
          <p:nvPr>
            <p:ph type="title"/>
          </p:nvPr>
        </p:nvSpPr>
        <p:spPr>
          <a:xfrm>
            <a:off x="1672475" y="1154875"/>
            <a:ext cx="7486500" cy="1140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4800">
                <a:solidFill>
                  <a:schemeClr val="dk1"/>
                </a:solidFill>
                <a:latin typeface="Google Sans"/>
                <a:ea typeface="Google Sans"/>
                <a:cs typeface="Google Sans"/>
                <a:sym typeface="Google Sans"/>
              </a:defRPr>
            </a:lvl1pPr>
            <a:lvl2pPr lvl="1" rtl="0">
              <a:spcBef>
                <a:spcPts val="0"/>
              </a:spcBef>
              <a:spcAft>
                <a:spcPts val="0"/>
              </a:spcAft>
              <a:buNone/>
              <a:defRPr sz="4800">
                <a:solidFill>
                  <a:schemeClr val="dk1"/>
                </a:solidFill>
                <a:latin typeface="Google Sans"/>
                <a:ea typeface="Google Sans"/>
                <a:cs typeface="Google Sans"/>
                <a:sym typeface="Google Sans"/>
              </a:defRPr>
            </a:lvl2pPr>
            <a:lvl3pPr lvl="2" rtl="0">
              <a:spcBef>
                <a:spcPts val="0"/>
              </a:spcBef>
              <a:spcAft>
                <a:spcPts val="0"/>
              </a:spcAft>
              <a:buNone/>
              <a:defRPr sz="4800">
                <a:solidFill>
                  <a:schemeClr val="dk1"/>
                </a:solidFill>
                <a:latin typeface="Google Sans"/>
                <a:ea typeface="Google Sans"/>
                <a:cs typeface="Google Sans"/>
                <a:sym typeface="Google Sans"/>
              </a:defRPr>
            </a:lvl3pPr>
            <a:lvl4pPr lvl="3" rtl="0">
              <a:spcBef>
                <a:spcPts val="0"/>
              </a:spcBef>
              <a:spcAft>
                <a:spcPts val="0"/>
              </a:spcAft>
              <a:buNone/>
              <a:defRPr sz="4800">
                <a:solidFill>
                  <a:schemeClr val="dk1"/>
                </a:solidFill>
                <a:latin typeface="Google Sans"/>
                <a:ea typeface="Google Sans"/>
                <a:cs typeface="Google Sans"/>
                <a:sym typeface="Google Sans"/>
              </a:defRPr>
            </a:lvl4pPr>
            <a:lvl5pPr lvl="4" rtl="0">
              <a:spcBef>
                <a:spcPts val="0"/>
              </a:spcBef>
              <a:spcAft>
                <a:spcPts val="0"/>
              </a:spcAft>
              <a:buNone/>
              <a:defRPr sz="4800">
                <a:solidFill>
                  <a:schemeClr val="dk1"/>
                </a:solidFill>
                <a:latin typeface="Google Sans"/>
                <a:ea typeface="Google Sans"/>
                <a:cs typeface="Google Sans"/>
                <a:sym typeface="Google Sans"/>
              </a:defRPr>
            </a:lvl5pPr>
            <a:lvl6pPr lvl="5" rtl="0">
              <a:spcBef>
                <a:spcPts val="0"/>
              </a:spcBef>
              <a:spcAft>
                <a:spcPts val="0"/>
              </a:spcAft>
              <a:buNone/>
              <a:defRPr sz="4800">
                <a:solidFill>
                  <a:schemeClr val="dk1"/>
                </a:solidFill>
                <a:latin typeface="Google Sans"/>
                <a:ea typeface="Google Sans"/>
                <a:cs typeface="Google Sans"/>
                <a:sym typeface="Google Sans"/>
              </a:defRPr>
            </a:lvl6pPr>
            <a:lvl7pPr lvl="6" rtl="0">
              <a:spcBef>
                <a:spcPts val="0"/>
              </a:spcBef>
              <a:spcAft>
                <a:spcPts val="0"/>
              </a:spcAft>
              <a:buNone/>
              <a:defRPr sz="4800">
                <a:solidFill>
                  <a:schemeClr val="dk1"/>
                </a:solidFill>
                <a:latin typeface="Google Sans"/>
                <a:ea typeface="Google Sans"/>
                <a:cs typeface="Google Sans"/>
                <a:sym typeface="Google Sans"/>
              </a:defRPr>
            </a:lvl7pPr>
            <a:lvl8pPr lvl="7" rtl="0">
              <a:spcBef>
                <a:spcPts val="0"/>
              </a:spcBef>
              <a:spcAft>
                <a:spcPts val="0"/>
              </a:spcAft>
              <a:buNone/>
              <a:defRPr sz="4800">
                <a:solidFill>
                  <a:schemeClr val="dk1"/>
                </a:solidFill>
                <a:latin typeface="Google Sans"/>
                <a:ea typeface="Google Sans"/>
                <a:cs typeface="Google Sans"/>
                <a:sym typeface="Google Sans"/>
              </a:defRPr>
            </a:lvl8pPr>
            <a:lvl9pPr lvl="8" rtl="0">
              <a:spcBef>
                <a:spcPts val="0"/>
              </a:spcBef>
              <a:spcAft>
                <a:spcPts val="0"/>
              </a:spcAft>
              <a:buNone/>
              <a:defRPr sz="4800">
                <a:solidFill>
                  <a:schemeClr val="dk1"/>
                </a:solidFill>
                <a:latin typeface="Google Sans"/>
                <a:ea typeface="Google Sans"/>
                <a:cs typeface="Google Sans"/>
                <a:sym typeface="Google Sans"/>
              </a:defRPr>
            </a:lvl9pPr>
          </a:lstStyle>
          <a:p/>
        </p:txBody>
      </p:sp>
      <p:sp>
        <p:nvSpPr>
          <p:cNvPr id="104" name="Google Shape;104;p19"/>
          <p:cNvSpPr txBox="1"/>
          <p:nvPr>
            <p:ph idx="1" type="body"/>
          </p:nvPr>
        </p:nvSpPr>
        <p:spPr>
          <a:xfrm>
            <a:off x="1742475" y="2432125"/>
            <a:ext cx="7428900" cy="6768600"/>
          </a:xfrm>
          <a:prstGeom prst="rect">
            <a:avLst/>
          </a:prstGeom>
          <a:noFill/>
          <a:ln>
            <a:noFill/>
          </a:ln>
        </p:spPr>
        <p:txBody>
          <a:bodyPr anchorCtr="0" anchor="t" bIns="91425" lIns="91425" spcFirstLastPara="1" rIns="91425" wrap="square" tIns="91425">
            <a:noAutofit/>
          </a:bodyPr>
          <a:lstStyle>
            <a:lvl1pPr indent="-406400" lvl="0" marL="4572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1pPr>
            <a:lvl2pPr indent="-406400" lvl="1" marL="9144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2pPr>
            <a:lvl3pPr indent="-406400" lvl="2" marL="13716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3pPr>
            <a:lvl4pPr indent="-406400" lvl="3" marL="18288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4pPr>
            <a:lvl5pPr indent="-406400" lvl="4" marL="22860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5pPr>
            <a:lvl6pPr indent="-406400" lvl="5" marL="27432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6pPr>
            <a:lvl7pPr indent="-406400" lvl="6" marL="32004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7pPr>
            <a:lvl8pPr indent="-406400" lvl="7" marL="36576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8pPr>
            <a:lvl9pPr indent="-406400" lvl="8" marL="41148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9pPr>
          </a:lstStyle>
          <a:p/>
        </p:txBody>
      </p:sp>
      <p:cxnSp>
        <p:nvCxnSpPr>
          <p:cNvPr id="105" name="Google Shape;105;p19"/>
          <p:cNvCxnSpPr/>
          <p:nvPr/>
        </p:nvCxnSpPr>
        <p:spPr>
          <a:xfrm>
            <a:off x="1743427" y="1017624"/>
            <a:ext cx="857400" cy="0"/>
          </a:xfrm>
          <a:prstGeom prst="straightConnector1">
            <a:avLst/>
          </a:prstGeom>
          <a:noFill/>
          <a:ln cap="flat" cmpd="sng" w="38100">
            <a:solidFill>
              <a:srgbClr val="4285F4"/>
            </a:solidFill>
            <a:prstDash val="solid"/>
            <a:round/>
            <a:headEnd len="med" w="med" type="none"/>
            <a:tailEnd len="med" w="med" type="none"/>
          </a:ln>
        </p:spPr>
      </p:cxn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b - Full - Title, Body">
  <p:cSld name="CUSTOM_3_1_1_1_1_1_3">
    <p:spTree>
      <p:nvGrpSpPr>
        <p:cNvPr id="106" name="Shape 106"/>
        <p:cNvGrpSpPr/>
        <p:nvPr/>
      </p:nvGrpSpPr>
      <p:grpSpPr>
        <a:xfrm>
          <a:off x="0" y="0"/>
          <a:ext cx="0" cy="0"/>
          <a:chOff x="0" y="0"/>
          <a:chExt cx="0" cy="0"/>
        </a:xfrm>
      </p:grpSpPr>
      <p:cxnSp>
        <p:nvCxnSpPr>
          <p:cNvPr id="107" name="Google Shape;107;p20"/>
          <p:cNvCxnSpPr/>
          <p:nvPr/>
        </p:nvCxnSpPr>
        <p:spPr>
          <a:xfrm>
            <a:off x="1743427" y="1017624"/>
            <a:ext cx="857400" cy="0"/>
          </a:xfrm>
          <a:prstGeom prst="straightConnector1">
            <a:avLst/>
          </a:prstGeom>
          <a:noFill/>
          <a:ln cap="flat" cmpd="sng" w="38100">
            <a:solidFill>
              <a:srgbClr val="4285F4"/>
            </a:solidFill>
            <a:prstDash val="solid"/>
            <a:round/>
            <a:headEnd len="med" w="med" type="none"/>
            <a:tailEnd len="med" w="med" type="none"/>
          </a:ln>
        </p:spPr>
      </p:cxnSp>
      <p:sp>
        <p:nvSpPr>
          <p:cNvPr id="108" name="Google Shape;108;p20"/>
          <p:cNvSpPr txBox="1"/>
          <p:nvPr>
            <p:ph type="title"/>
          </p:nvPr>
        </p:nvSpPr>
        <p:spPr>
          <a:xfrm>
            <a:off x="1672475" y="1154875"/>
            <a:ext cx="14775300" cy="1140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4800">
                <a:solidFill>
                  <a:schemeClr val="dk1"/>
                </a:solidFill>
                <a:latin typeface="Google Sans"/>
                <a:ea typeface="Google Sans"/>
                <a:cs typeface="Google Sans"/>
                <a:sym typeface="Google Sans"/>
              </a:defRPr>
            </a:lvl1pPr>
            <a:lvl2pPr lvl="1" rtl="0">
              <a:spcBef>
                <a:spcPts val="0"/>
              </a:spcBef>
              <a:spcAft>
                <a:spcPts val="0"/>
              </a:spcAft>
              <a:buNone/>
              <a:defRPr sz="4800">
                <a:solidFill>
                  <a:schemeClr val="dk1"/>
                </a:solidFill>
                <a:latin typeface="Google Sans"/>
                <a:ea typeface="Google Sans"/>
                <a:cs typeface="Google Sans"/>
                <a:sym typeface="Google Sans"/>
              </a:defRPr>
            </a:lvl2pPr>
            <a:lvl3pPr lvl="2" rtl="0">
              <a:spcBef>
                <a:spcPts val="0"/>
              </a:spcBef>
              <a:spcAft>
                <a:spcPts val="0"/>
              </a:spcAft>
              <a:buNone/>
              <a:defRPr sz="4800">
                <a:solidFill>
                  <a:schemeClr val="dk1"/>
                </a:solidFill>
                <a:latin typeface="Google Sans"/>
                <a:ea typeface="Google Sans"/>
                <a:cs typeface="Google Sans"/>
                <a:sym typeface="Google Sans"/>
              </a:defRPr>
            </a:lvl3pPr>
            <a:lvl4pPr lvl="3" rtl="0">
              <a:spcBef>
                <a:spcPts val="0"/>
              </a:spcBef>
              <a:spcAft>
                <a:spcPts val="0"/>
              </a:spcAft>
              <a:buNone/>
              <a:defRPr sz="4800">
                <a:solidFill>
                  <a:schemeClr val="dk1"/>
                </a:solidFill>
                <a:latin typeface="Google Sans"/>
                <a:ea typeface="Google Sans"/>
                <a:cs typeface="Google Sans"/>
                <a:sym typeface="Google Sans"/>
              </a:defRPr>
            </a:lvl4pPr>
            <a:lvl5pPr lvl="4" rtl="0">
              <a:spcBef>
                <a:spcPts val="0"/>
              </a:spcBef>
              <a:spcAft>
                <a:spcPts val="0"/>
              </a:spcAft>
              <a:buNone/>
              <a:defRPr sz="4800">
                <a:solidFill>
                  <a:schemeClr val="dk1"/>
                </a:solidFill>
                <a:latin typeface="Google Sans"/>
                <a:ea typeface="Google Sans"/>
                <a:cs typeface="Google Sans"/>
                <a:sym typeface="Google Sans"/>
              </a:defRPr>
            </a:lvl5pPr>
            <a:lvl6pPr lvl="5" rtl="0">
              <a:spcBef>
                <a:spcPts val="0"/>
              </a:spcBef>
              <a:spcAft>
                <a:spcPts val="0"/>
              </a:spcAft>
              <a:buNone/>
              <a:defRPr sz="4800">
                <a:solidFill>
                  <a:schemeClr val="dk1"/>
                </a:solidFill>
                <a:latin typeface="Google Sans"/>
                <a:ea typeface="Google Sans"/>
                <a:cs typeface="Google Sans"/>
                <a:sym typeface="Google Sans"/>
              </a:defRPr>
            </a:lvl6pPr>
            <a:lvl7pPr lvl="6" rtl="0">
              <a:spcBef>
                <a:spcPts val="0"/>
              </a:spcBef>
              <a:spcAft>
                <a:spcPts val="0"/>
              </a:spcAft>
              <a:buNone/>
              <a:defRPr sz="4800">
                <a:solidFill>
                  <a:schemeClr val="dk1"/>
                </a:solidFill>
                <a:latin typeface="Google Sans"/>
                <a:ea typeface="Google Sans"/>
                <a:cs typeface="Google Sans"/>
                <a:sym typeface="Google Sans"/>
              </a:defRPr>
            </a:lvl7pPr>
            <a:lvl8pPr lvl="7" rtl="0">
              <a:spcBef>
                <a:spcPts val="0"/>
              </a:spcBef>
              <a:spcAft>
                <a:spcPts val="0"/>
              </a:spcAft>
              <a:buNone/>
              <a:defRPr sz="4800">
                <a:solidFill>
                  <a:schemeClr val="dk1"/>
                </a:solidFill>
                <a:latin typeface="Google Sans"/>
                <a:ea typeface="Google Sans"/>
                <a:cs typeface="Google Sans"/>
                <a:sym typeface="Google Sans"/>
              </a:defRPr>
            </a:lvl8pPr>
            <a:lvl9pPr lvl="8" rtl="0">
              <a:spcBef>
                <a:spcPts val="0"/>
              </a:spcBef>
              <a:spcAft>
                <a:spcPts val="0"/>
              </a:spcAft>
              <a:buNone/>
              <a:defRPr sz="4800">
                <a:solidFill>
                  <a:schemeClr val="dk1"/>
                </a:solidFill>
                <a:latin typeface="Google Sans"/>
                <a:ea typeface="Google Sans"/>
                <a:cs typeface="Google Sans"/>
                <a:sym typeface="Google Sans"/>
              </a:defRPr>
            </a:lvl9pPr>
          </a:lstStyle>
          <a:p/>
        </p:txBody>
      </p:sp>
      <p:sp>
        <p:nvSpPr>
          <p:cNvPr id="109" name="Google Shape;109;p20"/>
          <p:cNvSpPr txBox="1"/>
          <p:nvPr>
            <p:ph idx="1" type="body"/>
          </p:nvPr>
        </p:nvSpPr>
        <p:spPr>
          <a:xfrm>
            <a:off x="1742475" y="2432125"/>
            <a:ext cx="7251900" cy="6768600"/>
          </a:xfrm>
          <a:prstGeom prst="rect">
            <a:avLst/>
          </a:prstGeom>
          <a:noFill/>
          <a:ln>
            <a:noFill/>
          </a:ln>
        </p:spPr>
        <p:txBody>
          <a:bodyPr anchorCtr="0" anchor="t" bIns="91425" lIns="91425" spcFirstLastPara="1" rIns="91425" wrap="square" tIns="91425">
            <a:noAutofit/>
          </a:bodyPr>
          <a:lstStyle>
            <a:lvl1pPr indent="-406400" lvl="0" marL="4572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1pPr>
            <a:lvl2pPr indent="-406400" lvl="1" marL="9144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2pPr>
            <a:lvl3pPr indent="-406400" lvl="2" marL="13716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3pPr>
            <a:lvl4pPr indent="-406400" lvl="3" marL="18288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4pPr>
            <a:lvl5pPr indent="-406400" lvl="4" marL="22860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5pPr>
            <a:lvl6pPr indent="-406400" lvl="5" marL="27432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6pPr>
            <a:lvl7pPr indent="-406400" lvl="6" marL="32004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7pPr>
            <a:lvl8pPr indent="-406400" lvl="7" marL="36576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8pPr>
            <a:lvl9pPr indent="-406400" lvl="8" marL="41148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c - Circle - Title, Subtitle, Body">
  <p:cSld name="CUSTOM_3_1_1_1_1_3_1">
    <p:spTree>
      <p:nvGrpSpPr>
        <p:cNvPr id="110" name="Shape 110"/>
        <p:cNvGrpSpPr/>
        <p:nvPr/>
      </p:nvGrpSpPr>
      <p:grpSpPr>
        <a:xfrm>
          <a:off x="0" y="0"/>
          <a:ext cx="0" cy="0"/>
          <a:chOff x="0" y="0"/>
          <a:chExt cx="0" cy="0"/>
        </a:xfrm>
      </p:grpSpPr>
      <p:pic>
        <p:nvPicPr>
          <p:cNvPr id="111" name="Google Shape;111;p21"/>
          <p:cNvPicPr preferRelativeResize="0"/>
          <p:nvPr/>
        </p:nvPicPr>
        <p:blipFill>
          <a:blip r:embed="rId2">
            <a:alphaModFix/>
          </a:blip>
          <a:stretch>
            <a:fillRect/>
          </a:stretch>
        </p:blipFill>
        <p:spPr>
          <a:xfrm>
            <a:off x="-4" y="-2"/>
            <a:ext cx="18288000" cy="10286978"/>
          </a:xfrm>
          <a:prstGeom prst="rect">
            <a:avLst/>
          </a:prstGeom>
          <a:noFill/>
          <a:ln>
            <a:noFill/>
          </a:ln>
        </p:spPr>
      </p:pic>
      <p:cxnSp>
        <p:nvCxnSpPr>
          <p:cNvPr id="112" name="Google Shape;112;p21"/>
          <p:cNvCxnSpPr/>
          <p:nvPr/>
        </p:nvCxnSpPr>
        <p:spPr>
          <a:xfrm>
            <a:off x="1743427" y="1017624"/>
            <a:ext cx="857400" cy="0"/>
          </a:xfrm>
          <a:prstGeom prst="straightConnector1">
            <a:avLst/>
          </a:prstGeom>
          <a:noFill/>
          <a:ln cap="flat" cmpd="sng" w="38100">
            <a:solidFill>
              <a:srgbClr val="4285F4"/>
            </a:solidFill>
            <a:prstDash val="solid"/>
            <a:round/>
            <a:headEnd len="med" w="med" type="none"/>
            <a:tailEnd len="med" w="med" type="none"/>
          </a:ln>
        </p:spPr>
      </p:cxnSp>
      <p:sp>
        <p:nvSpPr>
          <p:cNvPr id="113" name="Google Shape;113;p21"/>
          <p:cNvSpPr txBox="1"/>
          <p:nvPr>
            <p:ph type="title"/>
          </p:nvPr>
        </p:nvSpPr>
        <p:spPr>
          <a:xfrm>
            <a:off x="1672475" y="1154875"/>
            <a:ext cx="14775300" cy="1140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4800">
                <a:solidFill>
                  <a:schemeClr val="dk1"/>
                </a:solidFill>
                <a:latin typeface="Google Sans"/>
                <a:ea typeface="Google Sans"/>
                <a:cs typeface="Google Sans"/>
                <a:sym typeface="Google Sans"/>
              </a:defRPr>
            </a:lvl1pPr>
            <a:lvl2pPr lvl="1" rtl="0">
              <a:spcBef>
                <a:spcPts val="0"/>
              </a:spcBef>
              <a:spcAft>
                <a:spcPts val="0"/>
              </a:spcAft>
              <a:buNone/>
              <a:defRPr sz="4800">
                <a:solidFill>
                  <a:schemeClr val="dk1"/>
                </a:solidFill>
                <a:latin typeface="Google Sans"/>
                <a:ea typeface="Google Sans"/>
                <a:cs typeface="Google Sans"/>
                <a:sym typeface="Google Sans"/>
              </a:defRPr>
            </a:lvl2pPr>
            <a:lvl3pPr lvl="2" rtl="0">
              <a:spcBef>
                <a:spcPts val="0"/>
              </a:spcBef>
              <a:spcAft>
                <a:spcPts val="0"/>
              </a:spcAft>
              <a:buNone/>
              <a:defRPr sz="4800">
                <a:solidFill>
                  <a:schemeClr val="dk1"/>
                </a:solidFill>
                <a:latin typeface="Google Sans"/>
                <a:ea typeface="Google Sans"/>
                <a:cs typeface="Google Sans"/>
                <a:sym typeface="Google Sans"/>
              </a:defRPr>
            </a:lvl3pPr>
            <a:lvl4pPr lvl="3" rtl="0">
              <a:spcBef>
                <a:spcPts val="0"/>
              </a:spcBef>
              <a:spcAft>
                <a:spcPts val="0"/>
              </a:spcAft>
              <a:buNone/>
              <a:defRPr sz="4800">
                <a:solidFill>
                  <a:schemeClr val="dk1"/>
                </a:solidFill>
                <a:latin typeface="Google Sans"/>
                <a:ea typeface="Google Sans"/>
                <a:cs typeface="Google Sans"/>
                <a:sym typeface="Google Sans"/>
              </a:defRPr>
            </a:lvl4pPr>
            <a:lvl5pPr lvl="4" rtl="0">
              <a:spcBef>
                <a:spcPts val="0"/>
              </a:spcBef>
              <a:spcAft>
                <a:spcPts val="0"/>
              </a:spcAft>
              <a:buNone/>
              <a:defRPr sz="4800">
                <a:solidFill>
                  <a:schemeClr val="dk1"/>
                </a:solidFill>
                <a:latin typeface="Google Sans"/>
                <a:ea typeface="Google Sans"/>
                <a:cs typeface="Google Sans"/>
                <a:sym typeface="Google Sans"/>
              </a:defRPr>
            </a:lvl5pPr>
            <a:lvl6pPr lvl="5" rtl="0">
              <a:spcBef>
                <a:spcPts val="0"/>
              </a:spcBef>
              <a:spcAft>
                <a:spcPts val="0"/>
              </a:spcAft>
              <a:buNone/>
              <a:defRPr sz="4800">
                <a:solidFill>
                  <a:schemeClr val="dk1"/>
                </a:solidFill>
                <a:latin typeface="Google Sans"/>
                <a:ea typeface="Google Sans"/>
                <a:cs typeface="Google Sans"/>
                <a:sym typeface="Google Sans"/>
              </a:defRPr>
            </a:lvl6pPr>
            <a:lvl7pPr lvl="6" rtl="0">
              <a:spcBef>
                <a:spcPts val="0"/>
              </a:spcBef>
              <a:spcAft>
                <a:spcPts val="0"/>
              </a:spcAft>
              <a:buNone/>
              <a:defRPr sz="4800">
                <a:solidFill>
                  <a:schemeClr val="dk1"/>
                </a:solidFill>
                <a:latin typeface="Google Sans"/>
                <a:ea typeface="Google Sans"/>
                <a:cs typeface="Google Sans"/>
                <a:sym typeface="Google Sans"/>
              </a:defRPr>
            </a:lvl7pPr>
            <a:lvl8pPr lvl="7" rtl="0">
              <a:spcBef>
                <a:spcPts val="0"/>
              </a:spcBef>
              <a:spcAft>
                <a:spcPts val="0"/>
              </a:spcAft>
              <a:buNone/>
              <a:defRPr sz="4800">
                <a:solidFill>
                  <a:schemeClr val="dk1"/>
                </a:solidFill>
                <a:latin typeface="Google Sans"/>
                <a:ea typeface="Google Sans"/>
                <a:cs typeface="Google Sans"/>
                <a:sym typeface="Google Sans"/>
              </a:defRPr>
            </a:lvl8pPr>
            <a:lvl9pPr lvl="8" rtl="0">
              <a:spcBef>
                <a:spcPts val="0"/>
              </a:spcBef>
              <a:spcAft>
                <a:spcPts val="0"/>
              </a:spcAft>
              <a:buNone/>
              <a:defRPr sz="4800">
                <a:solidFill>
                  <a:schemeClr val="dk1"/>
                </a:solidFill>
                <a:latin typeface="Google Sans"/>
                <a:ea typeface="Google Sans"/>
                <a:cs typeface="Google Sans"/>
                <a:sym typeface="Google Sans"/>
              </a:defRPr>
            </a:lvl9pPr>
          </a:lstStyle>
          <a:p/>
        </p:txBody>
      </p:sp>
      <p:sp>
        <p:nvSpPr>
          <p:cNvPr id="114" name="Google Shape;114;p21"/>
          <p:cNvSpPr txBox="1"/>
          <p:nvPr>
            <p:ph idx="1" type="subTitle"/>
          </p:nvPr>
        </p:nvSpPr>
        <p:spPr>
          <a:xfrm>
            <a:off x="1730150" y="2027325"/>
            <a:ext cx="14693100" cy="9114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3600">
                <a:solidFill>
                  <a:schemeClr val="lt1"/>
                </a:solidFill>
                <a:latin typeface="Google Sans"/>
                <a:ea typeface="Google Sans"/>
                <a:cs typeface="Google Sans"/>
                <a:sym typeface="Google Sans"/>
              </a:defRPr>
            </a:lvl1pPr>
            <a:lvl2pPr lvl="1" rtl="0">
              <a:spcBef>
                <a:spcPts val="0"/>
              </a:spcBef>
              <a:spcAft>
                <a:spcPts val="0"/>
              </a:spcAft>
              <a:buNone/>
              <a:defRPr sz="3600">
                <a:solidFill>
                  <a:schemeClr val="lt1"/>
                </a:solidFill>
                <a:latin typeface="Google Sans"/>
                <a:ea typeface="Google Sans"/>
                <a:cs typeface="Google Sans"/>
                <a:sym typeface="Google Sans"/>
              </a:defRPr>
            </a:lvl2pPr>
            <a:lvl3pPr lvl="2" rtl="0">
              <a:spcBef>
                <a:spcPts val="0"/>
              </a:spcBef>
              <a:spcAft>
                <a:spcPts val="0"/>
              </a:spcAft>
              <a:buNone/>
              <a:defRPr sz="3600">
                <a:solidFill>
                  <a:schemeClr val="lt1"/>
                </a:solidFill>
                <a:latin typeface="Google Sans"/>
                <a:ea typeface="Google Sans"/>
                <a:cs typeface="Google Sans"/>
                <a:sym typeface="Google Sans"/>
              </a:defRPr>
            </a:lvl3pPr>
            <a:lvl4pPr lvl="3" rtl="0">
              <a:spcBef>
                <a:spcPts val="0"/>
              </a:spcBef>
              <a:spcAft>
                <a:spcPts val="0"/>
              </a:spcAft>
              <a:buNone/>
              <a:defRPr sz="3600">
                <a:solidFill>
                  <a:schemeClr val="lt1"/>
                </a:solidFill>
                <a:latin typeface="Google Sans"/>
                <a:ea typeface="Google Sans"/>
                <a:cs typeface="Google Sans"/>
                <a:sym typeface="Google Sans"/>
              </a:defRPr>
            </a:lvl4pPr>
            <a:lvl5pPr lvl="4" rtl="0">
              <a:spcBef>
                <a:spcPts val="0"/>
              </a:spcBef>
              <a:spcAft>
                <a:spcPts val="0"/>
              </a:spcAft>
              <a:buNone/>
              <a:defRPr sz="3600">
                <a:solidFill>
                  <a:schemeClr val="lt1"/>
                </a:solidFill>
                <a:latin typeface="Google Sans"/>
                <a:ea typeface="Google Sans"/>
                <a:cs typeface="Google Sans"/>
                <a:sym typeface="Google Sans"/>
              </a:defRPr>
            </a:lvl5pPr>
            <a:lvl6pPr lvl="5" rtl="0">
              <a:spcBef>
                <a:spcPts val="0"/>
              </a:spcBef>
              <a:spcAft>
                <a:spcPts val="0"/>
              </a:spcAft>
              <a:buNone/>
              <a:defRPr sz="3600">
                <a:solidFill>
                  <a:schemeClr val="lt1"/>
                </a:solidFill>
                <a:latin typeface="Google Sans"/>
                <a:ea typeface="Google Sans"/>
                <a:cs typeface="Google Sans"/>
                <a:sym typeface="Google Sans"/>
              </a:defRPr>
            </a:lvl6pPr>
            <a:lvl7pPr lvl="6" rtl="0">
              <a:spcBef>
                <a:spcPts val="0"/>
              </a:spcBef>
              <a:spcAft>
                <a:spcPts val="0"/>
              </a:spcAft>
              <a:buNone/>
              <a:defRPr sz="3600">
                <a:solidFill>
                  <a:schemeClr val="lt1"/>
                </a:solidFill>
                <a:latin typeface="Google Sans"/>
                <a:ea typeface="Google Sans"/>
                <a:cs typeface="Google Sans"/>
                <a:sym typeface="Google Sans"/>
              </a:defRPr>
            </a:lvl7pPr>
            <a:lvl8pPr lvl="7" rtl="0">
              <a:spcBef>
                <a:spcPts val="0"/>
              </a:spcBef>
              <a:spcAft>
                <a:spcPts val="0"/>
              </a:spcAft>
              <a:buNone/>
              <a:defRPr sz="3600">
                <a:solidFill>
                  <a:schemeClr val="lt1"/>
                </a:solidFill>
                <a:latin typeface="Google Sans"/>
                <a:ea typeface="Google Sans"/>
                <a:cs typeface="Google Sans"/>
                <a:sym typeface="Google Sans"/>
              </a:defRPr>
            </a:lvl8pPr>
            <a:lvl9pPr lvl="8" rtl="0">
              <a:spcBef>
                <a:spcPts val="0"/>
              </a:spcBef>
              <a:spcAft>
                <a:spcPts val="0"/>
              </a:spcAft>
              <a:buNone/>
              <a:defRPr sz="3600">
                <a:solidFill>
                  <a:schemeClr val="lt1"/>
                </a:solidFill>
                <a:latin typeface="Google Sans"/>
                <a:ea typeface="Google Sans"/>
                <a:cs typeface="Google Sans"/>
                <a:sym typeface="Google Sans"/>
              </a:defRPr>
            </a:lvl9pPr>
          </a:lstStyle>
          <a:p/>
        </p:txBody>
      </p:sp>
      <p:sp>
        <p:nvSpPr>
          <p:cNvPr id="115" name="Google Shape;115;p21"/>
          <p:cNvSpPr txBox="1"/>
          <p:nvPr>
            <p:ph idx="2" type="body"/>
          </p:nvPr>
        </p:nvSpPr>
        <p:spPr>
          <a:xfrm>
            <a:off x="1754525" y="3011100"/>
            <a:ext cx="7217100" cy="6189600"/>
          </a:xfrm>
          <a:prstGeom prst="rect">
            <a:avLst/>
          </a:prstGeom>
          <a:noFill/>
          <a:ln>
            <a:noFill/>
          </a:ln>
        </p:spPr>
        <p:txBody>
          <a:bodyPr anchorCtr="0" anchor="t" bIns="91425" lIns="91425" spcFirstLastPara="1" rIns="91425" wrap="square" tIns="91425">
            <a:noAutofit/>
          </a:bodyPr>
          <a:lstStyle>
            <a:lvl1pPr indent="-406400" lvl="0" marL="4572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1pPr>
            <a:lvl2pPr indent="-406400" lvl="1" marL="9144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2pPr>
            <a:lvl3pPr indent="-406400" lvl="2" marL="13716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3pPr>
            <a:lvl4pPr indent="-406400" lvl="3" marL="18288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4pPr>
            <a:lvl5pPr indent="-406400" lvl="4" marL="22860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5pPr>
            <a:lvl6pPr indent="-406400" lvl="5" marL="27432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6pPr>
            <a:lvl7pPr indent="-406400" lvl="6" marL="32004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7pPr>
            <a:lvl8pPr indent="-406400" lvl="7" marL="36576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8pPr>
            <a:lvl9pPr indent="-406400" lvl="8" marL="41148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a - Presenter - Title, Subtitle, Body">
  <p:cSld name="CUSTOM_3_1_1_1_1_2_1">
    <p:spTree>
      <p:nvGrpSpPr>
        <p:cNvPr id="116" name="Shape 116"/>
        <p:cNvGrpSpPr/>
        <p:nvPr/>
      </p:nvGrpSpPr>
      <p:grpSpPr>
        <a:xfrm>
          <a:off x="0" y="0"/>
          <a:ext cx="0" cy="0"/>
          <a:chOff x="0" y="0"/>
          <a:chExt cx="0" cy="0"/>
        </a:xfrm>
      </p:grpSpPr>
      <p:pic>
        <p:nvPicPr>
          <p:cNvPr id="117" name="Google Shape;117;p22"/>
          <p:cNvPicPr preferRelativeResize="0"/>
          <p:nvPr/>
        </p:nvPicPr>
        <p:blipFill>
          <a:blip r:embed="rId2">
            <a:alphaModFix/>
          </a:blip>
          <a:stretch>
            <a:fillRect/>
          </a:stretch>
        </p:blipFill>
        <p:spPr>
          <a:xfrm>
            <a:off x="0" y="0"/>
            <a:ext cx="18288000" cy="10287000"/>
          </a:xfrm>
          <a:prstGeom prst="rect">
            <a:avLst/>
          </a:prstGeom>
          <a:noFill/>
          <a:ln>
            <a:noFill/>
          </a:ln>
        </p:spPr>
      </p:pic>
      <p:cxnSp>
        <p:nvCxnSpPr>
          <p:cNvPr id="118" name="Google Shape;118;p22"/>
          <p:cNvCxnSpPr/>
          <p:nvPr/>
        </p:nvCxnSpPr>
        <p:spPr>
          <a:xfrm>
            <a:off x="1743427" y="1017624"/>
            <a:ext cx="857400" cy="0"/>
          </a:xfrm>
          <a:prstGeom prst="straightConnector1">
            <a:avLst/>
          </a:prstGeom>
          <a:noFill/>
          <a:ln cap="flat" cmpd="sng" w="38100">
            <a:solidFill>
              <a:srgbClr val="4285F4"/>
            </a:solidFill>
            <a:prstDash val="solid"/>
            <a:round/>
            <a:headEnd len="med" w="med" type="none"/>
            <a:tailEnd len="med" w="med" type="none"/>
          </a:ln>
        </p:spPr>
      </p:cxnSp>
      <p:sp>
        <p:nvSpPr>
          <p:cNvPr id="119" name="Google Shape;119;p22"/>
          <p:cNvSpPr txBox="1"/>
          <p:nvPr>
            <p:ph type="title"/>
          </p:nvPr>
        </p:nvSpPr>
        <p:spPr>
          <a:xfrm>
            <a:off x="1672475" y="1154875"/>
            <a:ext cx="7486500" cy="1140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4800">
                <a:solidFill>
                  <a:schemeClr val="dk1"/>
                </a:solidFill>
                <a:latin typeface="Google Sans"/>
                <a:ea typeface="Google Sans"/>
                <a:cs typeface="Google Sans"/>
                <a:sym typeface="Google Sans"/>
              </a:defRPr>
            </a:lvl1pPr>
            <a:lvl2pPr lvl="1" rtl="0">
              <a:spcBef>
                <a:spcPts val="0"/>
              </a:spcBef>
              <a:spcAft>
                <a:spcPts val="0"/>
              </a:spcAft>
              <a:buNone/>
              <a:defRPr sz="4800">
                <a:solidFill>
                  <a:schemeClr val="dk1"/>
                </a:solidFill>
                <a:latin typeface="Google Sans"/>
                <a:ea typeface="Google Sans"/>
                <a:cs typeface="Google Sans"/>
                <a:sym typeface="Google Sans"/>
              </a:defRPr>
            </a:lvl2pPr>
            <a:lvl3pPr lvl="2" rtl="0">
              <a:spcBef>
                <a:spcPts val="0"/>
              </a:spcBef>
              <a:spcAft>
                <a:spcPts val="0"/>
              </a:spcAft>
              <a:buNone/>
              <a:defRPr sz="4800">
                <a:solidFill>
                  <a:schemeClr val="dk1"/>
                </a:solidFill>
                <a:latin typeface="Google Sans"/>
                <a:ea typeface="Google Sans"/>
                <a:cs typeface="Google Sans"/>
                <a:sym typeface="Google Sans"/>
              </a:defRPr>
            </a:lvl3pPr>
            <a:lvl4pPr lvl="3" rtl="0">
              <a:spcBef>
                <a:spcPts val="0"/>
              </a:spcBef>
              <a:spcAft>
                <a:spcPts val="0"/>
              </a:spcAft>
              <a:buNone/>
              <a:defRPr sz="4800">
                <a:solidFill>
                  <a:schemeClr val="dk1"/>
                </a:solidFill>
                <a:latin typeface="Google Sans"/>
                <a:ea typeface="Google Sans"/>
                <a:cs typeface="Google Sans"/>
                <a:sym typeface="Google Sans"/>
              </a:defRPr>
            </a:lvl4pPr>
            <a:lvl5pPr lvl="4" rtl="0">
              <a:spcBef>
                <a:spcPts val="0"/>
              </a:spcBef>
              <a:spcAft>
                <a:spcPts val="0"/>
              </a:spcAft>
              <a:buNone/>
              <a:defRPr sz="4800">
                <a:solidFill>
                  <a:schemeClr val="dk1"/>
                </a:solidFill>
                <a:latin typeface="Google Sans"/>
                <a:ea typeface="Google Sans"/>
                <a:cs typeface="Google Sans"/>
                <a:sym typeface="Google Sans"/>
              </a:defRPr>
            </a:lvl5pPr>
            <a:lvl6pPr lvl="5" rtl="0">
              <a:spcBef>
                <a:spcPts val="0"/>
              </a:spcBef>
              <a:spcAft>
                <a:spcPts val="0"/>
              </a:spcAft>
              <a:buNone/>
              <a:defRPr sz="4800">
                <a:solidFill>
                  <a:schemeClr val="dk1"/>
                </a:solidFill>
                <a:latin typeface="Google Sans"/>
                <a:ea typeface="Google Sans"/>
                <a:cs typeface="Google Sans"/>
                <a:sym typeface="Google Sans"/>
              </a:defRPr>
            </a:lvl6pPr>
            <a:lvl7pPr lvl="6" rtl="0">
              <a:spcBef>
                <a:spcPts val="0"/>
              </a:spcBef>
              <a:spcAft>
                <a:spcPts val="0"/>
              </a:spcAft>
              <a:buNone/>
              <a:defRPr sz="4800">
                <a:solidFill>
                  <a:schemeClr val="dk1"/>
                </a:solidFill>
                <a:latin typeface="Google Sans"/>
                <a:ea typeface="Google Sans"/>
                <a:cs typeface="Google Sans"/>
                <a:sym typeface="Google Sans"/>
              </a:defRPr>
            </a:lvl7pPr>
            <a:lvl8pPr lvl="7" rtl="0">
              <a:spcBef>
                <a:spcPts val="0"/>
              </a:spcBef>
              <a:spcAft>
                <a:spcPts val="0"/>
              </a:spcAft>
              <a:buNone/>
              <a:defRPr sz="4800">
                <a:solidFill>
                  <a:schemeClr val="dk1"/>
                </a:solidFill>
                <a:latin typeface="Google Sans"/>
                <a:ea typeface="Google Sans"/>
                <a:cs typeface="Google Sans"/>
                <a:sym typeface="Google Sans"/>
              </a:defRPr>
            </a:lvl8pPr>
            <a:lvl9pPr lvl="8" rtl="0">
              <a:spcBef>
                <a:spcPts val="0"/>
              </a:spcBef>
              <a:spcAft>
                <a:spcPts val="0"/>
              </a:spcAft>
              <a:buNone/>
              <a:defRPr sz="4800">
                <a:solidFill>
                  <a:schemeClr val="dk1"/>
                </a:solidFill>
                <a:latin typeface="Google Sans"/>
                <a:ea typeface="Google Sans"/>
                <a:cs typeface="Google Sans"/>
                <a:sym typeface="Google Sans"/>
              </a:defRPr>
            </a:lvl9pPr>
          </a:lstStyle>
          <a:p/>
        </p:txBody>
      </p:sp>
      <p:sp>
        <p:nvSpPr>
          <p:cNvPr id="120" name="Google Shape;120;p22"/>
          <p:cNvSpPr txBox="1"/>
          <p:nvPr>
            <p:ph idx="1" type="subTitle"/>
          </p:nvPr>
        </p:nvSpPr>
        <p:spPr>
          <a:xfrm>
            <a:off x="1730150" y="2027325"/>
            <a:ext cx="7428900" cy="9114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3600">
                <a:solidFill>
                  <a:schemeClr val="lt1"/>
                </a:solidFill>
                <a:latin typeface="Google Sans"/>
                <a:ea typeface="Google Sans"/>
                <a:cs typeface="Google Sans"/>
                <a:sym typeface="Google Sans"/>
              </a:defRPr>
            </a:lvl1pPr>
            <a:lvl2pPr lvl="1" rtl="0">
              <a:spcBef>
                <a:spcPts val="0"/>
              </a:spcBef>
              <a:spcAft>
                <a:spcPts val="0"/>
              </a:spcAft>
              <a:buNone/>
              <a:defRPr sz="3600">
                <a:solidFill>
                  <a:schemeClr val="lt1"/>
                </a:solidFill>
                <a:latin typeface="Google Sans"/>
                <a:ea typeface="Google Sans"/>
                <a:cs typeface="Google Sans"/>
                <a:sym typeface="Google Sans"/>
              </a:defRPr>
            </a:lvl2pPr>
            <a:lvl3pPr lvl="2" rtl="0">
              <a:spcBef>
                <a:spcPts val="0"/>
              </a:spcBef>
              <a:spcAft>
                <a:spcPts val="0"/>
              </a:spcAft>
              <a:buNone/>
              <a:defRPr sz="3600">
                <a:solidFill>
                  <a:schemeClr val="lt1"/>
                </a:solidFill>
                <a:latin typeface="Google Sans"/>
                <a:ea typeface="Google Sans"/>
                <a:cs typeface="Google Sans"/>
                <a:sym typeface="Google Sans"/>
              </a:defRPr>
            </a:lvl3pPr>
            <a:lvl4pPr lvl="3" rtl="0">
              <a:spcBef>
                <a:spcPts val="0"/>
              </a:spcBef>
              <a:spcAft>
                <a:spcPts val="0"/>
              </a:spcAft>
              <a:buNone/>
              <a:defRPr sz="3600">
                <a:solidFill>
                  <a:schemeClr val="lt1"/>
                </a:solidFill>
                <a:latin typeface="Google Sans"/>
                <a:ea typeface="Google Sans"/>
                <a:cs typeface="Google Sans"/>
                <a:sym typeface="Google Sans"/>
              </a:defRPr>
            </a:lvl4pPr>
            <a:lvl5pPr lvl="4" rtl="0">
              <a:spcBef>
                <a:spcPts val="0"/>
              </a:spcBef>
              <a:spcAft>
                <a:spcPts val="0"/>
              </a:spcAft>
              <a:buNone/>
              <a:defRPr sz="3600">
                <a:solidFill>
                  <a:schemeClr val="lt1"/>
                </a:solidFill>
                <a:latin typeface="Google Sans"/>
                <a:ea typeface="Google Sans"/>
                <a:cs typeface="Google Sans"/>
                <a:sym typeface="Google Sans"/>
              </a:defRPr>
            </a:lvl5pPr>
            <a:lvl6pPr lvl="5" rtl="0">
              <a:spcBef>
                <a:spcPts val="0"/>
              </a:spcBef>
              <a:spcAft>
                <a:spcPts val="0"/>
              </a:spcAft>
              <a:buNone/>
              <a:defRPr sz="3600">
                <a:solidFill>
                  <a:schemeClr val="lt1"/>
                </a:solidFill>
                <a:latin typeface="Google Sans"/>
                <a:ea typeface="Google Sans"/>
                <a:cs typeface="Google Sans"/>
                <a:sym typeface="Google Sans"/>
              </a:defRPr>
            </a:lvl6pPr>
            <a:lvl7pPr lvl="6" rtl="0">
              <a:spcBef>
                <a:spcPts val="0"/>
              </a:spcBef>
              <a:spcAft>
                <a:spcPts val="0"/>
              </a:spcAft>
              <a:buNone/>
              <a:defRPr sz="3600">
                <a:solidFill>
                  <a:schemeClr val="lt1"/>
                </a:solidFill>
                <a:latin typeface="Google Sans"/>
                <a:ea typeface="Google Sans"/>
                <a:cs typeface="Google Sans"/>
                <a:sym typeface="Google Sans"/>
              </a:defRPr>
            </a:lvl7pPr>
            <a:lvl8pPr lvl="7" rtl="0">
              <a:spcBef>
                <a:spcPts val="0"/>
              </a:spcBef>
              <a:spcAft>
                <a:spcPts val="0"/>
              </a:spcAft>
              <a:buNone/>
              <a:defRPr sz="3600">
                <a:solidFill>
                  <a:schemeClr val="lt1"/>
                </a:solidFill>
                <a:latin typeface="Google Sans"/>
                <a:ea typeface="Google Sans"/>
                <a:cs typeface="Google Sans"/>
                <a:sym typeface="Google Sans"/>
              </a:defRPr>
            </a:lvl8pPr>
            <a:lvl9pPr lvl="8" rtl="0">
              <a:spcBef>
                <a:spcPts val="0"/>
              </a:spcBef>
              <a:spcAft>
                <a:spcPts val="0"/>
              </a:spcAft>
              <a:buNone/>
              <a:defRPr sz="3600">
                <a:solidFill>
                  <a:schemeClr val="lt1"/>
                </a:solidFill>
                <a:latin typeface="Google Sans"/>
                <a:ea typeface="Google Sans"/>
                <a:cs typeface="Google Sans"/>
                <a:sym typeface="Google Sans"/>
              </a:defRPr>
            </a:lvl9pPr>
          </a:lstStyle>
          <a:p/>
        </p:txBody>
      </p:sp>
      <p:sp>
        <p:nvSpPr>
          <p:cNvPr id="121" name="Google Shape;121;p22"/>
          <p:cNvSpPr txBox="1"/>
          <p:nvPr>
            <p:ph idx="2" type="body"/>
          </p:nvPr>
        </p:nvSpPr>
        <p:spPr>
          <a:xfrm>
            <a:off x="1754525" y="3011100"/>
            <a:ext cx="7217100" cy="6189600"/>
          </a:xfrm>
          <a:prstGeom prst="rect">
            <a:avLst/>
          </a:prstGeom>
          <a:noFill/>
          <a:ln>
            <a:noFill/>
          </a:ln>
        </p:spPr>
        <p:txBody>
          <a:bodyPr anchorCtr="0" anchor="t" bIns="91425" lIns="91425" spcFirstLastPara="1" rIns="91425" wrap="square" tIns="91425">
            <a:noAutofit/>
          </a:bodyPr>
          <a:lstStyle>
            <a:lvl1pPr indent="-406400" lvl="0" marL="4572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1pPr>
            <a:lvl2pPr indent="-406400" lvl="1" marL="9144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2pPr>
            <a:lvl3pPr indent="-406400" lvl="2" marL="13716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3pPr>
            <a:lvl4pPr indent="-406400" lvl="3" marL="18288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4pPr>
            <a:lvl5pPr indent="-406400" lvl="4" marL="22860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5pPr>
            <a:lvl6pPr indent="-406400" lvl="5" marL="27432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6pPr>
            <a:lvl7pPr indent="-406400" lvl="6" marL="32004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7pPr>
            <a:lvl8pPr indent="-406400" lvl="7" marL="36576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8pPr>
            <a:lvl9pPr indent="-406400" lvl="8" marL="41148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b - Full - Title, Subtitle, Body">
  <p:cSld name="CUSTOM_3_1_1_1_1_1_2">
    <p:spTree>
      <p:nvGrpSpPr>
        <p:cNvPr id="122" name="Shape 122"/>
        <p:cNvGrpSpPr/>
        <p:nvPr/>
      </p:nvGrpSpPr>
      <p:grpSpPr>
        <a:xfrm>
          <a:off x="0" y="0"/>
          <a:ext cx="0" cy="0"/>
          <a:chOff x="0" y="0"/>
          <a:chExt cx="0" cy="0"/>
        </a:xfrm>
      </p:grpSpPr>
      <p:cxnSp>
        <p:nvCxnSpPr>
          <p:cNvPr id="123" name="Google Shape;123;p23"/>
          <p:cNvCxnSpPr/>
          <p:nvPr/>
        </p:nvCxnSpPr>
        <p:spPr>
          <a:xfrm>
            <a:off x="1743427" y="1017624"/>
            <a:ext cx="857400" cy="0"/>
          </a:xfrm>
          <a:prstGeom prst="straightConnector1">
            <a:avLst/>
          </a:prstGeom>
          <a:noFill/>
          <a:ln cap="flat" cmpd="sng" w="38100">
            <a:solidFill>
              <a:srgbClr val="4285F4"/>
            </a:solidFill>
            <a:prstDash val="solid"/>
            <a:round/>
            <a:headEnd len="med" w="med" type="none"/>
            <a:tailEnd len="med" w="med" type="none"/>
          </a:ln>
        </p:spPr>
      </p:cxnSp>
      <p:sp>
        <p:nvSpPr>
          <p:cNvPr id="124" name="Google Shape;124;p23"/>
          <p:cNvSpPr txBox="1"/>
          <p:nvPr>
            <p:ph type="title"/>
          </p:nvPr>
        </p:nvSpPr>
        <p:spPr>
          <a:xfrm>
            <a:off x="1672475" y="1154875"/>
            <a:ext cx="14775300" cy="1140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4800">
                <a:solidFill>
                  <a:schemeClr val="dk1"/>
                </a:solidFill>
                <a:latin typeface="Google Sans"/>
                <a:ea typeface="Google Sans"/>
                <a:cs typeface="Google Sans"/>
                <a:sym typeface="Google Sans"/>
              </a:defRPr>
            </a:lvl1pPr>
            <a:lvl2pPr lvl="1" rtl="0">
              <a:spcBef>
                <a:spcPts val="0"/>
              </a:spcBef>
              <a:spcAft>
                <a:spcPts val="0"/>
              </a:spcAft>
              <a:buNone/>
              <a:defRPr sz="4800">
                <a:solidFill>
                  <a:schemeClr val="dk1"/>
                </a:solidFill>
                <a:latin typeface="Google Sans"/>
                <a:ea typeface="Google Sans"/>
                <a:cs typeface="Google Sans"/>
                <a:sym typeface="Google Sans"/>
              </a:defRPr>
            </a:lvl2pPr>
            <a:lvl3pPr lvl="2" rtl="0">
              <a:spcBef>
                <a:spcPts val="0"/>
              </a:spcBef>
              <a:spcAft>
                <a:spcPts val="0"/>
              </a:spcAft>
              <a:buNone/>
              <a:defRPr sz="4800">
                <a:solidFill>
                  <a:schemeClr val="dk1"/>
                </a:solidFill>
                <a:latin typeface="Google Sans"/>
                <a:ea typeface="Google Sans"/>
                <a:cs typeface="Google Sans"/>
                <a:sym typeface="Google Sans"/>
              </a:defRPr>
            </a:lvl3pPr>
            <a:lvl4pPr lvl="3" rtl="0">
              <a:spcBef>
                <a:spcPts val="0"/>
              </a:spcBef>
              <a:spcAft>
                <a:spcPts val="0"/>
              </a:spcAft>
              <a:buNone/>
              <a:defRPr sz="4800">
                <a:solidFill>
                  <a:schemeClr val="dk1"/>
                </a:solidFill>
                <a:latin typeface="Google Sans"/>
                <a:ea typeface="Google Sans"/>
                <a:cs typeface="Google Sans"/>
                <a:sym typeface="Google Sans"/>
              </a:defRPr>
            </a:lvl4pPr>
            <a:lvl5pPr lvl="4" rtl="0">
              <a:spcBef>
                <a:spcPts val="0"/>
              </a:spcBef>
              <a:spcAft>
                <a:spcPts val="0"/>
              </a:spcAft>
              <a:buNone/>
              <a:defRPr sz="4800">
                <a:solidFill>
                  <a:schemeClr val="dk1"/>
                </a:solidFill>
                <a:latin typeface="Google Sans"/>
                <a:ea typeface="Google Sans"/>
                <a:cs typeface="Google Sans"/>
                <a:sym typeface="Google Sans"/>
              </a:defRPr>
            </a:lvl5pPr>
            <a:lvl6pPr lvl="5" rtl="0">
              <a:spcBef>
                <a:spcPts val="0"/>
              </a:spcBef>
              <a:spcAft>
                <a:spcPts val="0"/>
              </a:spcAft>
              <a:buNone/>
              <a:defRPr sz="4800">
                <a:solidFill>
                  <a:schemeClr val="dk1"/>
                </a:solidFill>
                <a:latin typeface="Google Sans"/>
                <a:ea typeface="Google Sans"/>
                <a:cs typeface="Google Sans"/>
                <a:sym typeface="Google Sans"/>
              </a:defRPr>
            </a:lvl6pPr>
            <a:lvl7pPr lvl="6" rtl="0">
              <a:spcBef>
                <a:spcPts val="0"/>
              </a:spcBef>
              <a:spcAft>
                <a:spcPts val="0"/>
              </a:spcAft>
              <a:buNone/>
              <a:defRPr sz="4800">
                <a:solidFill>
                  <a:schemeClr val="dk1"/>
                </a:solidFill>
                <a:latin typeface="Google Sans"/>
                <a:ea typeface="Google Sans"/>
                <a:cs typeface="Google Sans"/>
                <a:sym typeface="Google Sans"/>
              </a:defRPr>
            </a:lvl7pPr>
            <a:lvl8pPr lvl="7" rtl="0">
              <a:spcBef>
                <a:spcPts val="0"/>
              </a:spcBef>
              <a:spcAft>
                <a:spcPts val="0"/>
              </a:spcAft>
              <a:buNone/>
              <a:defRPr sz="4800">
                <a:solidFill>
                  <a:schemeClr val="dk1"/>
                </a:solidFill>
                <a:latin typeface="Google Sans"/>
                <a:ea typeface="Google Sans"/>
                <a:cs typeface="Google Sans"/>
                <a:sym typeface="Google Sans"/>
              </a:defRPr>
            </a:lvl8pPr>
            <a:lvl9pPr lvl="8" rtl="0">
              <a:spcBef>
                <a:spcPts val="0"/>
              </a:spcBef>
              <a:spcAft>
                <a:spcPts val="0"/>
              </a:spcAft>
              <a:buNone/>
              <a:defRPr sz="4800">
                <a:solidFill>
                  <a:schemeClr val="dk1"/>
                </a:solidFill>
                <a:latin typeface="Google Sans"/>
                <a:ea typeface="Google Sans"/>
                <a:cs typeface="Google Sans"/>
                <a:sym typeface="Google Sans"/>
              </a:defRPr>
            </a:lvl9pPr>
          </a:lstStyle>
          <a:p/>
        </p:txBody>
      </p:sp>
      <p:sp>
        <p:nvSpPr>
          <p:cNvPr id="125" name="Google Shape;125;p23"/>
          <p:cNvSpPr txBox="1"/>
          <p:nvPr>
            <p:ph idx="1" type="subTitle"/>
          </p:nvPr>
        </p:nvSpPr>
        <p:spPr>
          <a:xfrm>
            <a:off x="1730150" y="2027325"/>
            <a:ext cx="14693100" cy="9114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3600">
                <a:solidFill>
                  <a:schemeClr val="lt1"/>
                </a:solidFill>
                <a:latin typeface="Google Sans"/>
                <a:ea typeface="Google Sans"/>
                <a:cs typeface="Google Sans"/>
                <a:sym typeface="Google Sans"/>
              </a:defRPr>
            </a:lvl1pPr>
            <a:lvl2pPr lvl="1" rtl="0">
              <a:spcBef>
                <a:spcPts val="0"/>
              </a:spcBef>
              <a:spcAft>
                <a:spcPts val="0"/>
              </a:spcAft>
              <a:buNone/>
              <a:defRPr sz="3600">
                <a:solidFill>
                  <a:schemeClr val="lt1"/>
                </a:solidFill>
                <a:latin typeface="Google Sans"/>
                <a:ea typeface="Google Sans"/>
                <a:cs typeface="Google Sans"/>
                <a:sym typeface="Google Sans"/>
              </a:defRPr>
            </a:lvl2pPr>
            <a:lvl3pPr lvl="2" rtl="0">
              <a:spcBef>
                <a:spcPts val="0"/>
              </a:spcBef>
              <a:spcAft>
                <a:spcPts val="0"/>
              </a:spcAft>
              <a:buNone/>
              <a:defRPr sz="3600">
                <a:solidFill>
                  <a:schemeClr val="lt1"/>
                </a:solidFill>
                <a:latin typeface="Google Sans"/>
                <a:ea typeface="Google Sans"/>
                <a:cs typeface="Google Sans"/>
                <a:sym typeface="Google Sans"/>
              </a:defRPr>
            </a:lvl3pPr>
            <a:lvl4pPr lvl="3" rtl="0">
              <a:spcBef>
                <a:spcPts val="0"/>
              </a:spcBef>
              <a:spcAft>
                <a:spcPts val="0"/>
              </a:spcAft>
              <a:buNone/>
              <a:defRPr sz="3600">
                <a:solidFill>
                  <a:schemeClr val="lt1"/>
                </a:solidFill>
                <a:latin typeface="Google Sans"/>
                <a:ea typeface="Google Sans"/>
                <a:cs typeface="Google Sans"/>
                <a:sym typeface="Google Sans"/>
              </a:defRPr>
            </a:lvl4pPr>
            <a:lvl5pPr lvl="4" rtl="0">
              <a:spcBef>
                <a:spcPts val="0"/>
              </a:spcBef>
              <a:spcAft>
                <a:spcPts val="0"/>
              </a:spcAft>
              <a:buNone/>
              <a:defRPr sz="3600">
                <a:solidFill>
                  <a:schemeClr val="lt1"/>
                </a:solidFill>
                <a:latin typeface="Google Sans"/>
                <a:ea typeface="Google Sans"/>
                <a:cs typeface="Google Sans"/>
                <a:sym typeface="Google Sans"/>
              </a:defRPr>
            </a:lvl5pPr>
            <a:lvl6pPr lvl="5" rtl="0">
              <a:spcBef>
                <a:spcPts val="0"/>
              </a:spcBef>
              <a:spcAft>
                <a:spcPts val="0"/>
              </a:spcAft>
              <a:buNone/>
              <a:defRPr sz="3600">
                <a:solidFill>
                  <a:schemeClr val="lt1"/>
                </a:solidFill>
                <a:latin typeface="Google Sans"/>
                <a:ea typeface="Google Sans"/>
                <a:cs typeface="Google Sans"/>
                <a:sym typeface="Google Sans"/>
              </a:defRPr>
            </a:lvl6pPr>
            <a:lvl7pPr lvl="6" rtl="0">
              <a:spcBef>
                <a:spcPts val="0"/>
              </a:spcBef>
              <a:spcAft>
                <a:spcPts val="0"/>
              </a:spcAft>
              <a:buNone/>
              <a:defRPr sz="3600">
                <a:solidFill>
                  <a:schemeClr val="lt1"/>
                </a:solidFill>
                <a:latin typeface="Google Sans"/>
                <a:ea typeface="Google Sans"/>
                <a:cs typeface="Google Sans"/>
                <a:sym typeface="Google Sans"/>
              </a:defRPr>
            </a:lvl7pPr>
            <a:lvl8pPr lvl="7" rtl="0">
              <a:spcBef>
                <a:spcPts val="0"/>
              </a:spcBef>
              <a:spcAft>
                <a:spcPts val="0"/>
              </a:spcAft>
              <a:buNone/>
              <a:defRPr sz="3600">
                <a:solidFill>
                  <a:schemeClr val="lt1"/>
                </a:solidFill>
                <a:latin typeface="Google Sans"/>
                <a:ea typeface="Google Sans"/>
                <a:cs typeface="Google Sans"/>
                <a:sym typeface="Google Sans"/>
              </a:defRPr>
            </a:lvl8pPr>
            <a:lvl9pPr lvl="8" rtl="0">
              <a:spcBef>
                <a:spcPts val="0"/>
              </a:spcBef>
              <a:spcAft>
                <a:spcPts val="0"/>
              </a:spcAft>
              <a:buNone/>
              <a:defRPr sz="3600">
                <a:solidFill>
                  <a:schemeClr val="lt1"/>
                </a:solidFill>
                <a:latin typeface="Google Sans"/>
                <a:ea typeface="Google Sans"/>
                <a:cs typeface="Google Sans"/>
                <a:sym typeface="Google Sans"/>
              </a:defRPr>
            </a:lvl9pPr>
          </a:lstStyle>
          <a:p/>
        </p:txBody>
      </p:sp>
      <p:sp>
        <p:nvSpPr>
          <p:cNvPr id="126" name="Google Shape;126;p23"/>
          <p:cNvSpPr txBox="1"/>
          <p:nvPr>
            <p:ph idx="2" type="body"/>
          </p:nvPr>
        </p:nvSpPr>
        <p:spPr>
          <a:xfrm>
            <a:off x="1754525" y="3011100"/>
            <a:ext cx="7217100" cy="6189600"/>
          </a:xfrm>
          <a:prstGeom prst="rect">
            <a:avLst/>
          </a:prstGeom>
          <a:noFill/>
          <a:ln>
            <a:noFill/>
          </a:ln>
        </p:spPr>
        <p:txBody>
          <a:bodyPr anchorCtr="0" anchor="t" bIns="91425" lIns="91425" spcFirstLastPara="1" rIns="91425" wrap="square" tIns="91425">
            <a:noAutofit/>
          </a:bodyPr>
          <a:lstStyle>
            <a:lvl1pPr indent="-406400" lvl="0" marL="4572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1pPr>
            <a:lvl2pPr indent="-406400" lvl="1" marL="9144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2pPr>
            <a:lvl3pPr indent="-406400" lvl="2" marL="13716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3pPr>
            <a:lvl4pPr indent="-406400" lvl="3" marL="18288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4pPr>
            <a:lvl5pPr indent="-406400" lvl="4" marL="22860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5pPr>
            <a:lvl6pPr indent="-406400" lvl="5" marL="27432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6pPr>
            <a:lvl7pPr indent="-406400" lvl="6" marL="32004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7pPr>
            <a:lvl8pPr indent="-406400" lvl="7" marL="36576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8pPr>
            <a:lvl9pPr indent="-406400" lvl="8" marL="41148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b - Full - Presenter only">
  <p:cSld name="CUSTOM">
    <p:spTree>
      <p:nvGrpSpPr>
        <p:cNvPr id="127" name="Shape 127"/>
        <p:cNvGrpSpPr/>
        <p:nvPr/>
      </p:nvGrpSpPr>
      <p:grpSpPr>
        <a:xfrm>
          <a:off x="0" y="0"/>
          <a:ext cx="0" cy="0"/>
          <a:chOff x="0" y="0"/>
          <a:chExt cx="0" cy="0"/>
        </a:xfrm>
      </p:grpSpPr>
      <p:pic>
        <p:nvPicPr>
          <p:cNvPr id="128" name="Google Shape;128;p24"/>
          <p:cNvPicPr preferRelativeResize="0"/>
          <p:nvPr/>
        </p:nvPicPr>
        <p:blipFill>
          <a:blip r:embed="rId2">
            <a:alphaModFix/>
          </a:blip>
          <a:stretch>
            <a:fillRect/>
          </a:stretch>
        </p:blipFill>
        <p:spPr>
          <a:xfrm>
            <a:off x="0" y="0"/>
            <a:ext cx="18288000" cy="10286995"/>
          </a:xfrm>
          <a:prstGeom prst="rect">
            <a:avLst/>
          </a:pr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a - Presenter - No text">
  <p:cSld name="CUSTOM_2">
    <p:spTree>
      <p:nvGrpSpPr>
        <p:cNvPr id="129" name="Shape 129"/>
        <p:cNvGrpSpPr/>
        <p:nvPr/>
      </p:nvGrpSpPr>
      <p:grpSpPr>
        <a:xfrm>
          <a:off x="0" y="0"/>
          <a:ext cx="0" cy="0"/>
          <a:chOff x="0" y="0"/>
          <a:chExt cx="0" cy="0"/>
        </a:xfrm>
      </p:grpSpPr>
      <p:pic>
        <p:nvPicPr>
          <p:cNvPr id="130" name="Google Shape;130;p25"/>
          <p:cNvPicPr preferRelativeResize="0"/>
          <p:nvPr/>
        </p:nvPicPr>
        <p:blipFill>
          <a:blip r:embed="rId2">
            <a:alphaModFix/>
          </a:blip>
          <a:stretch>
            <a:fillRect/>
          </a:stretch>
        </p:blipFill>
        <p:spPr>
          <a:xfrm>
            <a:off x="0" y="0"/>
            <a:ext cx="18288000" cy="10287000"/>
          </a:xfrm>
          <a:prstGeom prst="rect">
            <a:avLst/>
          </a:prstGeom>
          <a:noFill/>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b - Full - No text">
  <p:cSld name="CUSTOM_2_6">
    <p:spTree>
      <p:nvGrpSpPr>
        <p:cNvPr id="131" name="Shape 131"/>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c - Circle - No text">
  <p:cSld name="CUSTOM_2_5">
    <p:spTree>
      <p:nvGrpSpPr>
        <p:cNvPr id="132" name="Shape 132"/>
        <p:cNvGrpSpPr/>
        <p:nvPr/>
      </p:nvGrpSpPr>
      <p:grpSpPr>
        <a:xfrm>
          <a:off x="0" y="0"/>
          <a:ext cx="0" cy="0"/>
          <a:chOff x="0" y="0"/>
          <a:chExt cx="0" cy="0"/>
        </a:xfrm>
      </p:grpSpPr>
      <p:pic>
        <p:nvPicPr>
          <p:cNvPr id="133" name="Google Shape;133;p27"/>
          <p:cNvPicPr preferRelativeResize="0"/>
          <p:nvPr/>
        </p:nvPicPr>
        <p:blipFill>
          <a:blip r:embed="rId2">
            <a:alphaModFix/>
          </a:blip>
          <a:stretch>
            <a:fillRect/>
          </a:stretch>
        </p:blipFill>
        <p:spPr>
          <a:xfrm>
            <a:off x="-4" y="-2"/>
            <a:ext cx="18288000" cy="10286978"/>
          </a:xfrm>
          <a:prstGeom prst="rect">
            <a:avLst/>
          </a:prstGeom>
          <a:noFill/>
          <a:ln>
            <a:noFill/>
          </a:ln>
        </p:spPr>
      </p:pic>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a - Screencast Placeholder">
  <p:cSld name="CUSTOM_1">
    <p:spTree>
      <p:nvGrpSpPr>
        <p:cNvPr id="134" name="Shape 134"/>
        <p:cNvGrpSpPr/>
        <p:nvPr/>
      </p:nvGrpSpPr>
      <p:grpSpPr>
        <a:xfrm>
          <a:off x="0" y="0"/>
          <a:ext cx="0" cy="0"/>
          <a:chOff x="0" y="0"/>
          <a:chExt cx="0" cy="0"/>
        </a:xfrm>
      </p:grpSpPr>
      <p:sp>
        <p:nvSpPr>
          <p:cNvPr id="135" name="Google Shape;135;p28"/>
          <p:cNvSpPr/>
          <p:nvPr/>
        </p:nvSpPr>
        <p:spPr>
          <a:xfrm>
            <a:off x="910625" y="529125"/>
            <a:ext cx="16451100" cy="8700600"/>
          </a:xfrm>
          <a:prstGeom prst="rect">
            <a:avLst/>
          </a:prstGeom>
          <a:solidFill>
            <a:srgbClr val="FBBC05"/>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sp>
        <p:nvSpPr>
          <p:cNvPr id="136" name="Google Shape;136;p28"/>
          <p:cNvSpPr txBox="1"/>
          <p:nvPr/>
        </p:nvSpPr>
        <p:spPr>
          <a:xfrm>
            <a:off x="2350950" y="4552950"/>
            <a:ext cx="13662600" cy="1593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7200">
                <a:solidFill>
                  <a:schemeClr val="lt1"/>
                </a:solidFill>
                <a:latin typeface="Google Sans"/>
                <a:ea typeface="Google Sans"/>
                <a:cs typeface="Google Sans"/>
                <a:sym typeface="Google Sans"/>
              </a:rPr>
              <a:t>Screencast</a:t>
            </a:r>
            <a:endParaRPr sz="7200">
              <a:solidFill>
                <a:schemeClr val="lt1"/>
              </a:solidFill>
              <a:latin typeface="Google Sans"/>
              <a:ea typeface="Google Sans"/>
              <a:cs typeface="Google Sans"/>
              <a:sym typeface="Google Sans"/>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a - Template - Video Info" showMasterSp="0">
  <p:cSld name="Blank_1_1">
    <p:bg>
      <p:bgPr>
        <a:noFill/>
      </p:bgPr>
    </p:bg>
    <p:spTree>
      <p:nvGrpSpPr>
        <p:cNvPr id="137" name="Shape 137"/>
        <p:cNvGrpSpPr/>
        <p:nvPr/>
      </p:nvGrpSpPr>
      <p:grpSpPr>
        <a:xfrm>
          <a:off x="0" y="0"/>
          <a:ext cx="0" cy="0"/>
          <a:chOff x="0" y="0"/>
          <a:chExt cx="0" cy="0"/>
        </a:xfrm>
      </p:grpSpPr>
      <p:sp>
        <p:nvSpPr>
          <p:cNvPr id="138" name="Google Shape;138;p29"/>
          <p:cNvSpPr/>
          <p:nvPr/>
        </p:nvSpPr>
        <p:spPr>
          <a:xfrm>
            <a:off x="-18300" y="-95250"/>
            <a:ext cx="18400800" cy="10496400"/>
          </a:xfrm>
          <a:prstGeom prst="rect">
            <a:avLst/>
          </a:prstGeom>
          <a:solidFill>
            <a:srgbClr val="4285F4"/>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sp>
        <p:nvSpPr>
          <p:cNvPr id="139" name="Google Shape;139;p29"/>
          <p:cNvSpPr txBox="1"/>
          <p:nvPr>
            <p:ph type="title"/>
          </p:nvPr>
        </p:nvSpPr>
        <p:spPr>
          <a:xfrm>
            <a:off x="1503300" y="2771400"/>
            <a:ext cx="15357600" cy="4744200"/>
          </a:xfrm>
          <a:prstGeom prst="rect">
            <a:avLst/>
          </a:prstGeom>
          <a:noFill/>
          <a:ln>
            <a:noFill/>
          </a:ln>
        </p:spPr>
        <p:txBody>
          <a:bodyPr anchorCtr="0" anchor="t" bIns="91450" lIns="91450" spcFirstLastPara="1" rIns="91450" wrap="square" tIns="91450">
            <a:noAutofit/>
          </a:bodyPr>
          <a:lstStyle>
            <a:lvl1pPr lvl="0" rtl="0">
              <a:spcBef>
                <a:spcPts val="0"/>
              </a:spcBef>
              <a:spcAft>
                <a:spcPts val="0"/>
              </a:spcAft>
              <a:buNone/>
              <a:defRPr sz="4800">
                <a:solidFill>
                  <a:srgbClr val="FAFAFA"/>
                </a:solidFill>
                <a:latin typeface="Google Sans"/>
                <a:ea typeface="Google Sans"/>
                <a:cs typeface="Google Sans"/>
                <a:sym typeface="Google Sans"/>
              </a:defRPr>
            </a:lvl1pPr>
            <a:lvl2pPr lvl="1" rtl="0">
              <a:spcBef>
                <a:spcPts val="0"/>
              </a:spcBef>
              <a:spcAft>
                <a:spcPts val="0"/>
              </a:spcAft>
              <a:buNone/>
              <a:defRPr sz="4800"/>
            </a:lvl2pPr>
            <a:lvl3pPr lvl="2" rtl="0">
              <a:spcBef>
                <a:spcPts val="0"/>
              </a:spcBef>
              <a:spcAft>
                <a:spcPts val="0"/>
              </a:spcAft>
              <a:buNone/>
              <a:defRPr sz="4800"/>
            </a:lvl3pPr>
            <a:lvl4pPr lvl="3" rtl="0">
              <a:spcBef>
                <a:spcPts val="0"/>
              </a:spcBef>
              <a:spcAft>
                <a:spcPts val="0"/>
              </a:spcAft>
              <a:buNone/>
              <a:defRPr sz="4800"/>
            </a:lvl4pPr>
            <a:lvl5pPr lvl="4" rtl="0">
              <a:spcBef>
                <a:spcPts val="0"/>
              </a:spcBef>
              <a:spcAft>
                <a:spcPts val="0"/>
              </a:spcAft>
              <a:buNone/>
              <a:defRPr sz="4800"/>
            </a:lvl5pPr>
            <a:lvl6pPr lvl="5" rtl="0">
              <a:spcBef>
                <a:spcPts val="0"/>
              </a:spcBef>
              <a:spcAft>
                <a:spcPts val="0"/>
              </a:spcAft>
              <a:buNone/>
              <a:defRPr sz="4800"/>
            </a:lvl6pPr>
            <a:lvl7pPr lvl="6" rtl="0">
              <a:spcBef>
                <a:spcPts val="0"/>
              </a:spcBef>
              <a:spcAft>
                <a:spcPts val="0"/>
              </a:spcAft>
              <a:buNone/>
              <a:defRPr sz="4800"/>
            </a:lvl7pPr>
            <a:lvl8pPr lvl="7" rtl="0">
              <a:spcBef>
                <a:spcPts val="0"/>
              </a:spcBef>
              <a:spcAft>
                <a:spcPts val="0"/>
              </a:spcAft>
              <a:buNone/>
              <a:defRPr sz="4800"/>
            </a:lvl8pPr>
            <a:lvl9pPr lvl="8" rtl="0">
              <a:spcBef>
                <a:spcPts val="0"/>
              </a:spcBef>
              <a:spcAft>
                <a:spcPts val="0"/>
              </a:spcAft>
              <a:buNone/>
              <a:defRPr sz="4800"/>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c - Template - Instructions Slide" showMasterSp="0">
  <p:cSld name="Blank_1_1_1">
    <p:bg>
      <p:bgPr>
        <a:noFill/>
      </p:bgPr>
    </p:bg>
    <p:spTree>
      <p:nvGrpSpPr>
        <p:cNvPr id="140" name="Shape 140"/>
        <p:cNvGrpSpPr/>
        <p:nvPr/>
      </p:nvGrpSpPr>
      <p:grpSpPr>
        <a:xfrm>
          <a:off x="0" y="0"/>
          <a:ext cx="0" cy="0"/>
          <a:chOff x="0" y="0"/>
          <a:chExt cx="0" cy="0"/>
        </a:xfrm>
      </p:grpSpPr>
      <p:sp>
        <p:nvSpPr>
          <p:cNvPr id="141" name="Google Shape;141;p30"/>
          <p:cNvSpPr/>
          <p:nvPr/>
        </p:nvSpPr>
        <p:spPr>
          <a:xfrm>
            <a:off x="-18300" y="-95250"/>
            <a:ext cx="18400800" cy="10496400"/>
          </a:xfrm>
          <a:prstGeom prst="rect">
            <a:avLst/>
          </a:prstGeom>
          <a:solidFill>
            <a:schemeClr val="accent1"/>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sp>
        <p:nvSpPr>
          <p:cNvPr id="142" name="Google Shape;142;p30"/>
          <p:cNvSpPr txBox="1"/>
          <p:nvPr>
            <p:ph type="title"/>
          </p:nvPr>
        </p:nvSpPr>
        <p:spPr>
          <a:xfrm>
            <a:off x="1733550" y="4552950"/>
            <a:ext cx="14897400" cy="2362200"/>
          </a:xfrm>
          <a:prstGeom prst="rect">
            <a:avLst/>
          </a:prstGeom>
          <a:noFill/>
          <a:ln>
            <a:noFill/>
          </a:ln>
        </p:spPr>
        <p:txBody>
          <a:bodyPr anchorCtr="0" anchor="t" bIns="91450" lIns="91450" spcFirstLastPara="1" rIns="91450" wrap="square" tIns="91450">
            <a:noAutofit/>
          </a:bodyPr>
          <a:lstStyle>
            <a:lvl1pPr lvl="0" rtl="0" algn="ctr">
              <a:spcBef>
                <a:spcPts val="0"/>
              </a:spcBef>
              <a:spcAft>
                <a:spcPts val="0"/>
              </a:spcAft>
              <a:buNone/>
              <a:defRPr sz="7200">
                <a:solidFill>
                  <a:srgbClr val="FAFAFA"/>
                </a:solidFill>
                <a:latin typeface="Google Sans"/>
                <a:ea typeface="Google Sans"/>
                <a:cs typeface="Google Sans"/>
                <a:sym typeface="Google Sans"/>
              </a:defRPr>
            </a:lvl1pPr>
            <a:lvl2pPr lvl="1" rtl="0">
              <a:spcBef>
                <a:spcPts val="0"/>
              </a:spcBef>
              <a:spcAft>
                <a:spcPts val="0"/>
              </a:spcAft>
              <a:buNone/>
              <a:defRPr sz="7200"/>
            </a:lvl2pPr>
            <a:lvl3pPr lvl="2" rtl="0">
              <a:spcBef>
                <a:spcPts val="0"/>
              </a:spcBef>
              <a:spcAft>
                <a:spcPts val="0"/>
              </a:spcAft>
              <a:buNone/>
              <a:defRPr sz="7200"/>
            </a:lvl3pPr>
            <a:lvl4pPr lvl="3" rtl="0">
              <a:spcBef>
                <a:spcPts val="0"/>
              </a:spcBef>
              <a:spcAft>
                <a:spcPts val="0"/>
              </a:spcAft>
              <a:buNone/>
              <a:defRPr sz="7200"/>
            </a:lvl4pPr>
            <a:lvl5pPr lvl="4" rtl="0">
              <a:spcBef>
                <a:spcPts val="0"/>
              </a:spcBef>
              <a:spcAft>
                <a:spcPts val="0"/>
              </a:spcAft>
              <a:buNone/>
              <a:defRPr sz="7200"/>
            </a:lvl5pPr>
            <a:lvl6pPr lvl="5" rtl="0">
              <a:spcBef>
                <a:spcPts val="0"/>
              </a:spcBef>
              <a:spcAft>
                <a:spcPts val="0"/>
              </a:spcAft>
              <a:buNone/>
              <a:defRPr sz="7200"/>
            </a:lvl6pPr>
            <a:lvl7pPr lvl="6" rtl="0">
              <a:spcBef>
                <a:spcPts val="0"/>
              </a:spcBef>
              <a:spcAft>
                <a:spcPts val="0"/>
              </a:spcAft>
              <a:buNone/>
              <a:defRPr sz="7200"/>
            </a:lvl7pPr>
            <a:lvl8pPr lvl="7" rtl="0">
              <a:spcBef>
                <a:spcPts val="0"/>
              </a:spcBef>
              <a:spcAft>
                <a:spcPts val="0"/>
              </a:spcAft>
              <a:buNone/>
              <a:defRPr sz="7200"/>
            </a:lvl8pPr>
            <a:lvl9pPr lvl="8" rtl="0">
              <a:spcBef>
                <a:spcPts val="0"/>
              </a:spcBef>
              <a:spcAft>
                <a:spcPts val="0"/>
              </a:spcAft>
              <a:buNone/>
              <a:defRPr sz="7200"/>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b - Template - ILT Start/End" showMasterSp="0">
  <p:cSld name="Blank_1_1_1_1">
    <p:bg>
      <p:bgPr>
        <a:noFill/>
      </p:bgPr>
    </p:bg>
    <p:spTree>
      <p:nvGrpSpPr>
        <p:cNvPr id="143" name="Shape 143"/>
        <p:cNvGrpSpPr/>
        <p:nvPr/>
      </p:nvGrpSpPr>
      <p:grpSpPr>
        <a:xfrm>
          <a:off x="0" y="0"/>
          <a:ext cx="0" cy="0"/>
          <a:chOff x="0" y="0"/>
          <a:chExt cx="0" cy="0"/>
        </a:xfrm>
      </p:grpSpPr>
      <p:sp>
        <p:nvSpPr>
          <p:cNvPr id="144" name="Google Shape;144;p31"/>
          <p:cNvSpPr/>
          <p:nvPr/>
        </p:nvSpPr>
        <p:spPr>
          <a:xfrm>
            <a:off x="-18300" y="-95250"/>
            <a:ext cx="18400800" cy="10496400"/>
          </a:xfrm>
          <a:prstGeom prst="rect">
            <a:avLst/>
          </a:prstGeom>
          <a:solidFill>
            <a:schemeClr val="accent6"/>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sp>
        <p:nvSpPr>
          <p:cNvPr id="145" name="Google Shape;145;p31"/>
          <p:cNvSpPr txBox="1"/>
          <p:nvPr>
            <p:ph type="title"/>
          </p:nvPr>
        </p:nvSpPr>
        <p:spPr>
          <a:xfrm>
            <a:off x="1733550" y="4552950"/>
            <a:ext cx="14897400" cy="2362200"/>
          </a:xfrm>
          <a:prstGeom prst="rect">
            <a:avLst/>
          </a:prstGeom>
          <a:noFill/>
          <a:ln>
            <a:noFill/>
          </a:ln>
        </p:spPr>
        <p:txBody>
          <a:bodyPr anchorCtr="0" anchor="t" bIns="91450" lIns="91450" spcFirstLastPara="1" rIns="91450" wrap="square" tIns="91450">
            <a:noAutofit/>
          </a:bodyPr>
          <a:lstStyle>
            <a:lvl1pPr lvl="0" rtl="0" algn="ctr">
              <a:spcBef>
                <a:spcPts val="0"/>
              </a:spcBef>
              <a:spcAft>
                <a:spcPts val="0"/>
              </a:spcAft>
              <a:buNone/>
              <a:defRPr sz="7200">
                <a:solidFill>
                  <a:srgbClr val="FAFAFA"/>
                </a:solidFill>
                <a:latin typeface="Google Sans"/>
                <a:ea typeface="Google Sans"/>
                <a:cs typeface="Google Sans"/>
                <a:sym typeface="Google Sans"/>
              </a:defRPr>
            </a:lvl1pPr>
            <a:lvl2pPr lvl="1" rtl="0">
              <a:spcBef>
                <a:spcPts val="0"/>
              </a:spcBef>
              <a:spcAft>
                <a:spcPts val="0"/>
              </a:spcAft>
              <a:buNone/>
              <a:defRPr sz="7200"/>
            </a:lvl2pPr>
            <a:lvl3pPr lvl="2" rtl="0">
              <a:spcBef>
                <a:spcPts val="0"/>
              </a:spcBef>
              <a:spcAft>
                <a:spcPts val="0"/>
              </a:spcAft>
              <a:buNone/>
              <a:defRPr sz="7200"/>
            </a:lvl3pPr>
            <a:lvl4pPr lvl="3" rtl="0">
              <a:spcBef>
                <a:spcPts val="0"/>
              </a:spcBef>
              <a:spcAft>
                <a:spcPts val="0"/>
              </a:spcAft>
              <a:buNone/>
              <a:defRPr sz="7200"/>
            </a:lvl4pPr>
            <a:lvl5pPr lvl="4" rtl="0">
              <a:spcBef>
                <a:spcPts val="0"/>
              </a:spcBef>
              <a:spcAft>
                <a:spcPts val="0"/>
              </a:spcAft>
              <a:buNone/>
              <a:defRPr sz="7200"/>
            </a:lvl5pPr>
            <a:lvl6pPr lvl="5" rtl="0">
              <a:spcBef>
                <a:spcPts val="0"/>
              </a:spcBef>
              <a:spcAft>
                <a:spcPts val="0"/>
              </a:spcAft>
              <a:buNone/>
              <a:defRPr sz="7200"/>
            </a:lvl6pPr>
            <a:lvl7pPr lvl="6" rtl="0">
              <a:spcBef>
                <a:spcPts val="0"/>
              </a:spcBef>
              <a:spcAft>
                <a:spcPts val="0"/>
              </a:spcAft>
              <a:buNone/>
              <a:defRPr sz="7200"/>
            </a:lvl7pPr>
            <a:lvl8pPr lvl="7" rtl="0">
              <a:spcBef>
                <a:spcPts val="0"/>
              </a:spcBef>
              <a:spcAft>
                <a:spcPts val="0"/>
              </a:spcAft>
              <a:buNone/>
              <a:defRPr sz="7200"/>
            </a:lvl8pPr>
            <a:lvl9pPr lvl="8" rtl="0">
              <a:spcBef>
                <a:spcPts val="0"/>
              </a:spcBef>
              <a:spcAft>
                <a:spcPts val="0"/>
              </a:spcAft>
              <a:buNone/>
              <a:defRPr sz="7200"/>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afe and Google Cloud logo Saved Here - Copy to Master Slide when needed">
  <p:cSld name="CUSTOM_3">
    <p:spTree>
      <p:nvGrpSpPr>
        <p:cNvPr id="146" name="Shape 146"/>
        <p:cNvGrpSpPr/>
        <p:nvPr/>
      </p:nvGrpSpPr>
      <p:grpSpPr>
        <a:xfrm>
          <a:off x="0" y="0"/>
          <a:ext cx="0" cy="0"/>
          <a:chOff x="0" y="0"/>
          <a:chExt cx="0" cy="0"/>
        </a:xfrm>
      </p:grpSpPr>
      <p:pic>
        <p:nvPicPr>
          <p:cNvPr id="147" name="Google Shape;147;p32"/>
          <p:cNvPicPr preferRelativeResize="0"/>
          <p:nvPr/>
        </p:nvPicPr>
        <p:blipFill>
          <a:blip r:embed="rId2">
            <a:alphaModFix/>
          </a:blip>
          <a:stretch>
            <a:fillRect/>
          </a:stretch>
        </p:blipFill>
        <p:spPr>
          <a:xfrm>
            <a:off x="0" y="26"/>
            <a:ext cx="18288000" cy="10286960"/>
          </a:xfrm>
          <a:prstGeom prst="rect">
            <a:avLst/>
          </a:prstGeom>
          <a:noFill/>
          <a:ln>
            <a:noFill/>
          </a:ln>
        </p:spPr>
      </p:pic>
      <p:pic>
        <p:nvPicPr>
          <p:cNvPr id="148" name="Google Shape;148;p32"/>
          <p:cNvPicPr preferRelativeResize="0"/>
          <p:nvPr/>
        </p:nvPicPr>
        <p:blipFill rotWithShape="1">
          <a:blip r:embed="rId3">
            <a:alphaModFix/>
          </a:blip>
          <a:srcRect b="0" l="0" r="-21669" t="0"/>
          <a:stretch/>
        </p:blipFill>
        <p:spPr>
          <a:xfrm>
            <a:off x="1010600" y="9256050"/>
            <a:ext cx="3223152" cy="507026"/>
          </a:xfrm>
          <a:prstGeom prst="rect">
            <a:avLst/>
          </a:prstGeom>
          <a:noFill/>
          <a:ln>
            <a:noFill/>
          </a:ln>
        </p:spPr>
      </p:pic>
      <p:sp>
        <p:nvSpPr>
          <p:cNvPr id="149" name="Google Shape;149;p32"/>
          <p:cNvSpPr txBox="1"/>
          <p:nvPr/>
        </p:nvSpPr>
        <p:spPr>
          <a:xfrm>
            <a:off x="594300" y="8552850"/>
            <a:ext cx="1225800" cy="450000"/>
          </a:xfrm>
          <a:prstGeom prst="rect">
            <a:avLst/>
          </a:prstGeom>
          <a:noFill/>
          <a:ln>
            <a:noFill/>
          </a:ln>
        </p:spPr>
        <p:txBody>
          <a:bodyPr anchorCtr="0" anchor="t" bIns="91450" lIns="91450" spcFirstLastPara="1" rIns="91450" wrap="square" tIns="91450">
            <a:noAutofit/>
          </a:bodyPr>
          <a:lstStyle/>
          <a:p>
            <a:pPr indent="0" lvl="0" marL="0" rtl="0" algn="r">
              <a:spcBef>
                <a:spcPts val="0"/>
              </a:spcBef>
              <a:spcAft>
                <a:spcPts val="0"/>
              </a:spcAft>
              <a:buNone/>
            </a:pPr>
            <a:r>
              <a:rPr lang="en" sz="1400">
                <a:solidFill>
                  <a:srgbClr val="EA4335"/>
                </a:solidFill>
                <a:latin typeface="Google Sans"/>
                <a:ea typeface="Google Sans"/>
                <a:cs typeface="Google Sans"/>
                <a:sym typeface="Google Sans"/>
              </a:rPr>
              <a:t>  Title Safe &gt;  </a:t>
            </a:r>
            <a:endParaRPr sz="1400"/>
          </a:p>
        </p:txBody>
      </p:sp>
      <p:sp>
        <p:nvSpPr>
          <p:cNvPr id="150" name="Google Shape;150;p32"/>
          <p:cNvSpPr txBox="1"/>
          <p:nvPr/>
        </p:nvSpPr>
        <p:spPr>
          <a:xfrm>
            <a:off x="858200" y="7957950"/>
            <a:ext cx="1368600" cy="450000"/>
          </a:xfrm>
          <a:prstGeom prst="rect">
            <a:avLst/>
          </a:prstGeom>
          <a:noFill/>
          <a:ln>
            <a:noFill/>
          </a:ln>
        </p:spPr>
        <p:txBody>
          <a:bodyPr anchorCtr="0" anchor="t" bIns="91450" lIns="91450" spcFirstLastPara="1" rIns="91450" wrap="square" tIns="91450">
            <a:noAutofit/>
          </a:bodyPr>
          <a:lstStyle/>
          <a:p>
            <a:pPr indent="0" lvl="0" marL="0" rtl="0" algn="l">
              <a:spcBef>
                <a:spcPts val="0"/>
              </a:spcBef>
              <a:spcAft>
                <a:spcPts val="0"/>
              </a:spcAft>
              <a:buNone/>
            </a:pPr>
            <a:r>
              <a:rPr lang="en" sz="1400">
                <a:solidFill>
                  <a:srgbClr val="EA4335"/>
                </a:solidFill>
                <a:latin typeface="Google Sans"/>
                <a:ea typeface="Google Sans"/>
                <a:cs typeface="Google Sans"/>
                <a:sym typeface="Google Sans"/>
              </a:rPr>
              <a:t> &lt; Action Safe </a:t>
            </a:r>
            <a:endParaRPr sz="1400"/>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osing Slide">
  <p:cSld name="CUSTOM_5">
    <p:spTree>
      <p:nvGrpSpPr>
        <p:cNvPr id="151" name="Shape 151"/>
        <p:cNvGrpSpPr/>
        <p:nvPr/>
      </p:nvGrpSpPr>
      <p:grpSpPr>
        <a:xfrm>
          <a:off x="0" y="0"/>
          <a:ext cx="0" cy="0"/>
          <a:chOff x="0" y="0"/>
          <a:chExt cx="0" cy="0"/>
        </a:xfrm>
      </p:grpSpPr>
      <p:pic>
        <p:nvPicPr>
          <p:cNvPr id="152" name="Google Shape;152;p33"/>
          <p:cNvPicPr preferRelativeResize="0"/>
          <p:nvPr/>
        </p:nvPicPr>
        <p:blipFill>
          <a:blip r:embed="rId2">
            <a:alphaModFix/>
          </a:blip>
          <a:stretch>
            <a:fillRect/>
          </a:stretch>
        </p:blipFill>
        <p:spPr>
          <a:xfrm>
            <a:off x="5180400" y="4192500"/>
            <a:ext cx="7530232" cy="1441176"/>
          </a:xfrm>
          <a:prstGeom prst="rect">
            <a:avLst/>
          </a:prstGeom>
          <a:noFill/>
          <a:ln>
            <a:noFill/>
          </a:ln>
        </p:spPr>
      </p:pic>
      <p:sp>
        <p:nvSpPr>
          <p:cNvPr id="153" name="Google Shape;153;p33"/>
          <p:cNvSpPr/>
          <p:nvPr/>
        </p:nvSpPr>
        <p:spPr>
          <a:xfrm>
            <a:off x="590450" y="8936550"/>
            <a:ext cx="3670500" cy="9735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5_Content">
  <p:cSld name="CUSTOM_2_3">
    <p:spTree>
      <p:nvGrpSpPr>
        <p:cNvPr id="154" name="Shape 154"/>
        <p:cNvGrpSpPr/>
        <p:nvPr/>
      </p:nvGrpSpPr>
      <p:grpSpPr>
        <a:xfrm>
          <a:off x="0" y="0"/>
          <a:ext cx="0" cy="0"/>
          <a:chOff x="0" y="0"/>
          <a:chExt cx="0" cy="0"/>
        </a:xfrm>
      </p:grpSpPr>
      <p:sp>
        <p:nvSpPr>
          <p:cNvPr id="155" name="Google Shape;155;p34"/>
          <p:cNvSpPr txBox="1"/>
          <p:nvPr>
            <p:ph type="title"/>
          </p:nvPr>
        </p:nvSpPr>
        <p:spPr>
          <a:xfrm>
            <a:off x="1523900" y="1619150"/>
            <a:ext cx="10160400" cy="7044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156" name="Google Shape;156;p34"/>
          <p:cNvSpPr txBox="1"/>
          <p:nvPr>
            <p:ph idx="1" type="body"/>
          </p:nvPr>
        </p:nvSpPr>
        <p:spPr>
          <a:xfrm>
            <a:off x="1524050" y="3028450"/>
            <a:ext cx="10160400" cy="5639400"/>
          </a:xfrm>
          <a:prstGeom prst="rect">
            <a:avLst/>
          </a:prstGeom>
          <a:noFill/>
          <a:ln>
            <a:noFill/>
          </a:ln>
        </p:spPr>
        <p:txBody>
          <a:bodyPr anchorCtr="0" anchor="t" bIns="91425" lIns="91425" spcFirstLastPara="1" rIns="91425" wrap="square" tIns="91425">
            <a:noAutofit/>
          </a:bodyPr>
          <a:lstStyle>
            <a:lvl1pPr indent="-317500" lvl="0" marL="457200" rtl="0">
              <a:spcBef>
                <a:spcPts val="0"/>
              </a:spcBef>
              <a:spcAft>
                <a:spcPts val="0"/>
              </a:spcAft>
              <a:buSzPts val="14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grpSp>
        <p:nvGrpSpPr>
          <p:cNvPr id="157" name="Google Shape;157;p34"/>
          <p:cNvGrpSpPr/>
          <p:nvPr/>
        </p:nvGrpSpPr>
        <p:grpSpPr>
          <a:xfrm>
            <a:off x="1228241" y="9137251"/>
            <a:ext cx="580334" cy="466754"/>
            <a:chOff x="614120" y="4568626"/>
            <a:chExt cx="290167" cy="233377"/>
          </a:xfrm>
        </p:grpSpPr>
        <p:sp>
          <p:nvSpPr>
            <p:cNvPr id="158" name="Google Shape;158;p34"/>
            <p:cNvSpPr/>
            <p:nvPr/>
          </p:nvSpPr>
          <p:spPr>
            <a:xfrm>
              <a:off x="649563" y="4568626"/>
              <a:ext cx="184863" cy="83805"/>
            </a:xfrm>
            <a:custGeom>
              <a:rect b="b" l="l" r="r" t="t"/>
              <a:pathLst>
                <a:path extrusionOk="0" h="12669" w="27946">
                  <a:moveTo>
                    <a:pt x="16372" y="0"/>
                  </a:moveTo>
                  <a:lnTo>
                    <a:pt x="14729" y="95"/>
                  </a:lnTo>
                  <a:lnTo>
                    <a:pt x="13098" y="345"/>
                  </a:lnTo>
                  <a:lnTo>
                    <a:pt x="11502" y="762"/>
                  </a:lnTo>
                  <a:lnTo>
                    <a:pt x="9942" y="1322"/>
                  </a:lnTo>
                  <a:lnTo>
                    <a:pt x="8430" y="2036"/>
                  </a:lnTo>
                  <a:lnTo>
                    <a:pt x="6989" y="2905"/>
                  </a:lnTo>
                  <a:lnTo>
                    <a:pt x="5620" y="3929"/>
                  </a:lnTo>
                  <a:lnTo>
                    <a:pt x="4334" y="5108"/>
                  </a:lnTo>
                  <a:lnTo>
                    <a:pt x="3739" y="5751"/>
                  </a:lnTo>
                  <a:lnTo>
                    <a:pt x="3405" y="6132"/>
                  </a:lnTo>
                  <a:lnTo>
                    <a:pt x="2798" y="6906"/>
                  </a:lnTo>
                  <a:lnTo>
                    <a:pt x="2227" y="7716"/>
                  </a:lnTo>
                  <a:lnTo>
                    <a:pt x="1703" y="8561"/>
                  </a:lnTo>
                  <a:lnTo>
                    <a:pt x="1238" y="9430"/>
                  </a:lnTo>
                  <a:lnTo>
                    <a:pt x="810" y="10335"/>
                  </a:lnTo>
                  <a:lnTo>
                    <a:pt x="453" y="11252"/>
                  </a:lnTo>
                  <a:lnTo>
                    <a:pt x="131" y="12192"/>
                  </a:lnTo>
                  <a:lnTo>
                    <a:pt x="0" y="12669"/>
                  </a:lnTo>
                  <a:lnTo>
                    <a:pt x="179" y="12573"/>
                  </a:lnTo>
                  <a:lnTo>
                    <a:pt x="595" y="12514"/>
                  </a:lnTo>
                  <a:lnTo>
                    <a:pt x="1203" y="12573"/>
                  </a:lnTo>
                  <a:lnTo>
                    <a:pt x="1310" y="12597"/>
                  </a:lnTo>
                  <a:lnTo>
                    <a:pt x="8930" y="11347"/>
                  </a:lnTo>
                  <a:lnTo>
                    <a:pt x="8978" y="11264"/>
                  </a:lnTo>
                  <a:lnTo>
                    <a:pt x="9252" y="10906"/>
                  </a:lnTo>
                  <a:lnTo>
                    <a:pt x="9442" y="10740"/>
                  </a:lnTo>
                  <a:lnTo>
                    <a:pt x="9526" y="10740"/>
                  </a:lnTo>
                  <a:lnTo>
                    <a:pt x="9847" y="10395"/>
                  </a:lnTo>
                  <a:lnTo>
                    <a:pt x="10538" y="9775"/>
                  </a:lnTo>
                  <a:lnTo>
                    <a:pt x="11276" y="9240"/>
                  </a:lnTo>
                  <a:lnTo>
                    <a:pt x="12050" y="8775"/>
                  </a:lnTo>
                  <a:lnTo>
                    <a:pt x="12847" y="8382"/>
                  </a:lnTo>
                  <a:lnTo>
                    <a:pt x="13681" y="8085"/>
                  </a:lnTo>
                  <a:lnTo>
                    <a:pt x="14538" y="7846"/>
                  </a:lnTo>
                  <a:lnTo>
                    <a:pt x="15407" y="7704"/>
                  </a:lnTo>
                  <a:lnTo>
                    <a:pt x="16289" y="7644"/>
                  </a:lnTo>
                  <a:lnTo>
                    <a:pt x="17170" y="7656"/>
                  </a:lnTo>
                  <a:lnTo>
                    <a:pt x="18039" y="7751"/>
                  </a:lnTo>
                  <a:lnTo>
                    <a:pt x="18908" y="7930"/>
                  </a:lnTo>
                  <a:lnTo>
                    <a:pt x="19765" y="8192"/>
                  </a:lnTo>
                  <a:lnTo>
                    <a:pt x="20599" y="8537"/>
                  </a:lnTo>
                  <a:lnTo>
                    <a:pt x="21408" y="8966"/>
                  </a:lnTo>
                  <a:lnTo>
                    <a:pt x="22182" y="9478"/>
                  </a:lnTo>
                  <a:lnTo>
                    <a:pt x="22551" y="9775"/>
                  </a:lnTo>
                  <a:lnTo>
                    <a:pt x="22551" y="9740"/>
                  </a:lnTo>
                  <a:lnTo>
                    <a:pt x="23956" y="9775"/>
                  </a:lnTo>
                  <a:lnTo>
                    <a:pt x="27767" y="5965"/>
                  </a:lnTo>
                  <a:lnTo>
                    <a:pt x="27945" y="4334"/>
                  </a:lnTo>
                  <a:lnTo>
                    <a:pt x="27267" y="3763"/>
                  </a:lnTo>
                  <a:lnTo>
                    <a:pt x="25862" y="2750"/>
                  </a:lnTo>
                  <a:lnTo>
                    <a:pt x="24385" y="1893"/>
                  </a:lnTo>
                  <a:lnTo>
                    <a:pt x="22849" y="1191"/>
                  </a:lnTo>
                  <a:lnTo>
                    <a:pt x="21266" y="655"/>
                  </a:lnTo>
                  <a:lnTo>
                    <a:pt x="19646" y="274"/>
                  </a:lnTo>
                  <a:lnTo>
                    <a:pt x="18015" y="60"/>
                  </a:lnTo>
                  <a:lnTo>
                    <a:pt x="16372" y="0"/>
                  </a:lnTo>
                  <a:close/>
                </a:path>
              </a:pathLst>
            </a:custGeom>
            <a:solidFill>
              <a:schemeClr val="accent2"/>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159" name="Google Shape;159;p34"/>
            <p:cNvSpPr/>
            <p:nvPr/>
          </p:nvSpPr>
          <p:spPr>
            <a:xfrm>
              <a:off x="752817" y="4597368"/>
              <a:ext cx="151470" cy="204556"/>
            </a:xfrm>
            <a:custGeom>
              <a:rect b="b" l="l" r="r" t="t"/>
              <a:pathLst>
                <a:path extrusionOk="0" h="30923" w="22898">
                  <a:moveTo>
                    <a:pt x="12348" y="1"/>
                  </a:moveTo>
                  <a:lnTo>
                    <a:pt x="6942" y="5395"/>
                  </a:lnTo>
                  <a:lnTo>
                    <a:pt x="7359" y="5740"/>
                  </a:lnTo>
                  <a:lnTo>
                    <a:pt x="8109" y="6502"/>
                  </a:lnTo>
                  <a:lnTo>
                    <a:pt x="8764" y="7335"/>
                  </a:lnTo>
                  <a:lnTo>
                    <a:pt x="9324" y="8228"/>
                  </a:lnTo>
                  <a:lnTo>
                    <a:pt x="9788" y="9181"/>
                  </a:lnTo>
                  <a:lnTo>
                    <a:pt x="10133" y="10169"/>
                  </a:lnTo>
                  <a:lnTo>
                    <a:pt x="10372" y="11205"/>
                  </a:lnTo>
                  <a:lnTo>
                    <a:pt x="10491" y="12265"/>
                  </a:lnTo>
                  <a:lnTo>
                    <a:pt x="10503" y="12812"/>
                  </a:lnTo>
                  <a:lnTo>
                    <a:pt x="10503" y="13777"/>
                  </a:lnTo>
                  <a:lnTo>
                    <a:pt x="10991" y="13789"/>
                  </a:lnTo>
                  <a:lnTo>
                    <a:pt x="11920" y="13979"/>
                  </a:lnTo>
                  <a:lnTo>
                    <a:pt x="12777" y="14348"/>
                  </a:lnTo>
                  <a:lnTo>
                    <a:pt x="13539" y="14860"/>
                  </a:lnTo>
                  <a:lnTo>
                    <a:pt x="14182" y="15503"/>
                  </a:lnTo>
                  <a:lnTo>
                    <a:pt x="14694" y="16265"/>
                  </a:lnTo>
                  <a:lnTo>
                    <a:pt x="15051" y="17123"/>
                  </a:lnTo>
                  <a:lnTo>
                    <a:pt x="15241" y="18051"/>
                  </a:lnTo>
                  <a:lnTo>
                    <a:pt x="15265" y="18540"/>
                  </a:lnTo>
                  <a:lnTo>
                    <a:pt x="15241" y="19028"/>
                  </a:lnTo>
                  <a:lnTo>
                    <a:pt x="15051" y="19956"/>
                  </a:lnTo>
                  <a:lnTo>
                    <a:pt x="14694" y="20814"/>
                  </a:lnTo>
                  <a:lnTo>
                    <a:pt x="14182" y="21576"/>
                  </a:lnTo>
                  <a:lnTo>
                    <a:pt x="13539" y="22219"/>
                  </a:lnTo>
                  <a:lnTo>
                    <a:pt x="12777" y="22731"/>
                  </a:lnTo>
                  <a:lnTo>
                    <a:pt x="11920" y="23100"/>
                  </a:lnTo>
                  <a:lnTo>
                    <a:pt x="10991" y="23290"/>
                  </a:lnTo>
                  <a:lnTo>
                    <a:pt x="10503" y="23302"/>
                  </a:lnTo>
                  <a:lnTo>
                    <a:pt x="977" y="23302"/>
                  </a:lnTo>
                  <a:lnTo>
                    <a:pt x="1" y="24267"/>
                  </a:lnTo>
                  <a:lnTo>
                    <a:pt x="1" y="29958"/>
                  </a:lnTo>
                  <a:lnTo>
                    <a:pt x="977" y="30922"/>
                  </a:lnTo>
                  <a:lnTo>
                    <a:pt x="10503" y="30922"/>
                  </a:lnTo>
                  <a:lnTo>
                    <a:pt x="11134" y="30911"/>
                  </a:lnTo>
                  <a:lnTo>
                    <a:pt x="12384" y="30780"/>
                  </a:lnTo>
                  <a:lnTo>
                    <a:pt x="13598" y="30541"/>
                  </a:lnTo>
                  <a:lnTo>
                    <a:pt x="14765" y="30172"/>
                  </a:lnTo>
                  <a:lnTo>
                    <a:pt x="15873" y="29708"/>
                  </a:lnTo>
                  <a:lnTo>
                    <a:pt x="16932" y="29136"/>
                  </a:lnTo>
                  <a:lnTo>
                    <a:pt x="17921" y="28470"/>
                  </a:lnTo>
                  <a:lnTo>
                    <a:pt x="18837" y="27708"/>
                  </a:lnTo>
                  <a:lnTo>
                    <a:pt x="19671" y="26874"/>
                  </a:lnTo>
                  <a:lnTo>
                    <a:pt x="20433" y="25957"/>
                  </a:lnTo>
                  <a:lnTo>
                    <a:pt x="21100" y="24969"/>
                  </a:lnTo>
                  <a:lnTo>
                    <a:pt x="21671" y="23909"/>
                  </a:lnTo>
                  <a:lnTo>
                    <a:pt x="22147" y="22802"/>
                  </a:lnTo>
                  <a:lnTo>
                    <a:pt x="22505" y="21635"/>
                  </a:lnTo>
                  <a:lnTo>
                    <a:pt x="22755" y="20433"/>
                  </a:lnTo>
                  <a:lnTo>
                    <a:pt x="22886" y="19183"/>
                  </a:lnTo>
                  <a:lnTo>
                    <a:pt x="22898" y="18540"/>
                  </a:lnTo>
                  <a:lnTo>
                    <a:pt x="22886" y="17778"/>
                  </a:lnTo>
                  <a:lnTo>
                    <a:pt x="22695" y="16289"/>
                  </a:lnTo>
                  <a:lnTo>
                    <a:pt x="22338" y="14837"/>
                  </a:lnTo>
                  <a:lnTo>
                    <a:pt x="21802" y="13455"/>
                  </a:lnTo>
                  <a:lnTo>
                    <a:pt x="21112" y="12134"/>
                  </a:lnTo>
                  <a:lnTo>
                    <a:pt x="20266" y="10907"/>
                  </a:lnTo>
                  <a:lnTo>
                    <a:pt x="19278" y="9788"/>
                  </a:lnTo>
                  <a:lnTo>
                    <a:pt x="18147" y="8776"/>
                  </a:lnTo>
                  <a:lnTo>
                    <a:pt x="17528" y="8336"/>
                  </a:lnTo>
                  <a:lnTo>
                    <a:pt x="17349" y="7728"/>
                  </a:lnTo>
                  <a:lnTo>
                    <a:pt x="16944" y="6550"/>
                  </a:lnTo>
                  <a:lnTo>
                    <a:pt x="16444" y="5407"/>
                  </a:lnTo>
                  <a:lnTo>
                    <a:pt x="15861" y="4311"/>
                  </a:lnTo>
                  <a:lnTo>
                    <a:pt x="15206" y="3263"/>
                  </a:lnTo>
                  <a:lnTo>
                    <a:pt x="14479" y="2263"/>
                  </a:lnTo>
                  <a:lnTo>
                    <a:pt x="13682" y="1311"/>
                  </a:lnTo>
                  <a:lnTo>
                    <a:pt x="12813" y="418"/>
                  </a:lnTo>
                  <a:lnTo>
                    <a:pt x="12348" y="1"/>
                  </a:lnTo>
                  <a:close/>
                </a:path>
              </a:pathLst>
            </a:custGeom>
            <a:solidFill>
              <a:schemeClr val="accent1"/>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160" name="Google Shape;160;p34"/>
            <p:cNvSpPr/>
            <p:nvPr/>
          </p:nvSpPr>
          <p:spPr>
            <a:xfrm>
              <a:off x="646726" y="4748673"/>
              <a:ext cx="112561" cy="53330"/>
            </a:xfrm>
            <a:custGeom>
              <a:rect b="b" l="l" r="r" t="t"/>
              <a:pathLst>
                <a:path extrusionOk="0" h="8062" w="17016">
                  <a:moveTo>
                    <a:pt x="5513" y="1"/>
                  </a:moveTo>
                  <a:lnTo>
                    <a:pt x="4144" y="417"/>
                  </a:lnTo>
                  <a:lnTo>
                    <a:pt x="334" y="4227"/>
                  </a:lnTo>
                  <a:lnTo>
                    <a:pt x="0" y="5525"/>
                  </a:lnTo>
                  <a:lnTo>
                    <a:pt x="405" y="5823"/>
                  </a:lnTo>
                  <a:lnTo>
                    <a:pt x="1251" y="6359"/>
                  </a:lnTo>
                  <a:lnTo>
                    <a:pt x="2144" y="6835"/>
                  </a:lnTo>
                  <a:lnTo>
                    <a:pt x="3061" y="7228"/>
                  </a:lnTo>
                  <a:lnTo>
                    <a:pt x="4001" y="7549"/>
                  </a:lnTo>
                  <a:lnTo>
                    <a:pt x="4977" y="7799"/>
                  </a:lnTo>
                  <a:lnTo>
                    <a:pt x="5966" y="7966"/>
                  </a:lnTo>
                  <a:lnTo>
                    <a:pt x="6966" y="8049"/>
                  </a:lnTo>
                  <a:lnTo>
                    <a:pt x="7478" y="8061"/>
                  </a:lnTo>
                  <a:lnTo>
                    <a:pt x="17015" y="8061"/>
                  </a:lnTo>
                  <a:lnTo>
                    <a:pt x="17015" y="429"/>
                  </a:lnTo>
                  <a:lnTo>
                    <a:pt x="7478" y="429"/>
                  </a:lnTo>
                  <a:lnTo>
                    <a:pt x="6966" y="405"/>
                  </a:lnTo>
                  <a:lnTo>
                    <a:pt x="5978" y="191"/>
                  </a:lnTo>
                  <a:lnTo>
                    <a:pt x="5513" y="1"/>
                  </a:lnTo>
                  <a:close/>
                </a:path>
              </a:pathLst>
            </a:custGeom>
            <a:solidFill>
              <a:schemeClr val="accent4"/>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161" name="Google Shape;161;p34"/>
            <p:cNvSpPr/>
            <p:nvPr/>
          </p:nvSpPr>
          <p:spPr>
            <a:xfrm>
              <a:off x="614120" y="4638010"/>
              <a:ext cx="147290" cy="147376"/>
            </a:xfrm>
            <a:custGeom>
              <a:rect b="b" l="l" r="r" t="t"/>
              <a:pathLst>
                <a:path extrusionOk="0" h="22279" w="22266">
                  <a:moveTo>
                    <a:pt x="12407" y="1"/>
                  </a:moveTo>
                  <a:lnTo>
                    <a:pt x="11764" y="13"/>
                  </a:lnTo>
                  <a:lnTo>
                    <a:pt x="10514" y="132"/>
                  </a:lnTo>
                  <a:lnTo>
                    <a:pt x="9299" y="382"/>
                  </a:lnTo>
                  <a:lnTo>
                    <a:pt x="8132" y="739"/>
                  </a:lnTo>
                  <a:lnTo>
                    <a:pt x="7025" y="1203"/>
                  </a:lnTo>
                  <a:lnTo>
                    <a:pt x="5965" y="1775"/>
                  </a:lnTo>
                  <a:lnTo>
                    <a:pt x="4977" y="2442"/>
                  </a:lnTo>
                  <a:lnTo>
                    <a:pt x="4060" y="3192"/>
                  </a:lnTo>
                  <a:lnTo>
                    <a:pt x="3215" y="4037"/>
                  </a:lnTo>
                  <a:lnTo>
                    <a:pt x="2465" y="4954"/>
                  </a:lnTo>
                  <a:lnTo>
                    <a:pt x="1798" y="5942"/>
                  </a:lnTo>
                  <a:lnTo>
                    <a:pt x="1226" y="6990"/>
                  </a:lnTo>
                  <a:lnTo>
                    <a:pt x="750" y="8097"/>
                  </a:lnTo>
                  <a:lnTo>
                    <a:pt x="393" y="9264"/>
                  </a:lnTo>
                  <a:lnTo>
                    <a:pt x="143" y="10479"/>
                  </a:lnTo>
                  <a:lnTo>
                    <a:pt x="12" y="11729"/>
                  </a:lnTo>
                  <a:lnTo>
                    <a:pt x="0" y="12360"/>
                  </a:lnTo>
                  <a:lnTo>
                    <a:pt x="12" y="13098"/>
                  </a:lnTo>
                  <a:lnTo>
                    <a:pt x="179" y="14527"/>
                  </a:lnTo>
                  <a:lnTo>
                    <a:pt x="512" y="15920"/>
                  </a:lnTo>
                  <a:lnTo>
                    <a:pt x="1000" y="17265"/>
                  </a:lnTo>
                  <a:lnTo>
                    <a:pt x="1631" y="18527"/>
                  </a:lnTo>
                  <a:lnTo>
                    <a:pt x="2405" y="19730"/>
                  </a:lnTo>
                  <a:lnTo>
                    <a:pt x="3310" y="20825"/>
                  </a:lnTo>
                  <a:lnTo>
                    <a:pt x="4358" y="21826"/>
                  </a:lnTo>
                  <a:lnTo>
                    <a:pt x="4929" y="22278"/>
                  </a:lnTo>
                  <a:lnTo>
                    <a:pt x="10454" y="16741"/>
                  </a:lnTo>
                  <a:lnTo>
                    <a:pt x="10014" y="16527"/>
                  </a:lnTo>
                  <a:lnTo>
                    <a:pt x="9240" y="15979"/>
                  </a:lnTo>
                  <a:lnTo>
                    <a:pt x="8609" y="15301"/>
                  </a:lnTo>
                  <a:lnTo>
                    <a:pt x="8120" y="14515"/>
                  </a:lnTo>
                  <a:lnTo>
                    <a:pt x="7799" y="13670"/>
                  </a:lnTo>
                  <a:lnTo>
                    <a:pt x="7644" y="12765"/>
                  </a:lnTo>
                  <a:lnTo>
                    <a:pt x="7656" y="11836"/>
                  </a:lnTo>
                  <a:lnTo>
                    <a:pt x="7870" y="10895"/>
                  </a:lnTo>
                  <a:lnTo>
                    <a:pt x="8061" y="10443"/>
                  </a:lnTo>
                  <a:lnTo>
                    <a:pt x="8275" y="10002"/>
                  </a:lnTo>
                  <a:lnTo>
                    <a:pt x="8823" y="9240"/>
                  </a:lnTo>
                  <a:lnTo>
                    <a:pt x="9502" y="8597"/>
                  </a:lnTo>
                  <a:lnTo>
                    <a:pt x="10276" y="8121"/>
                  </a:lnTo>
                  <a:lnTo>
                    <a:pt x="11133" y="7788"/>
                  </a:lnTo>
                  <a:lnTo>
                    <a:pt x="12038" y="7633"/>
                  </a:lnTo>
                  <a:lnTo>
                    <a:pt x="12967" y="7657"/>
                  </a:lnTo>
                  <a:lnTo>
                    <a:pt x="13895" y="7859"/>
                  </a:lnTo>
                  <a:lnTo>
                    <a:pt x="14348" y="8050"/>
                  </a:lnTo>
                  <a:lnTo>
                    <a:pt x="14741" y="8240"/>
                  </a:lnTo>
                  <a:lnTo>
                    <a:pt x="15455" y="8728"/>
                  </a:lnTo>
                  <a:lnTo>
                    <a:pt x="16062" y="9347"/>
                  </a:lnTo>
                  <a:lnTo>
                    <a:pt x="16562" y="10050"/>
                  </a:lnTo>
                  <a:lnTo>
                    <a:pt x="16753" y="10443"/>
                  </a:lnTo>
                  <a:lnTo>
                    <a:pt x="22266" y="4930"/>
                  </a:lnTo>
                  <a:lnTo>
                    <a:pt x="21825" y="4347"/>
                  </a:lnTo>
                  <a:lnTo>
                    <a:pt x="20825" y="3311"/>
                  </a:lnTo>
                  <a:lnTo>
                    <a:pt x="19730" y="2394"/>
                  </a:lnTo>
                  <a:lnTo>
                    <a:pt x="18539" y="1620"/>
                  </a:lnTo>
                  <a:lnTo>
                    <a:pt x="17277" y="989"/>
                  </a:lnTo>
                  <a:lnTo>
                    <a:pt x="15943" y="513"/>
                  </a:lnTo>
                  <a:lnTo>
                    <a:pt x="14550" y="179"/>
                  </a:lnTo>
                  <a:lnTo>
                    <a:pt x="13133" y="13"/>
                  </a:lnTo>
                  <a:lnTo>
                    <a:pt x="12407" y="1"/>
                  </a:lnTo>
                  <a:close/>
                </a:path>
              </a:pathLst>
            </a:custGeom>
            <a:solidFill>
              <a:schemeClr val="accent3"/>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itle Slide">
  <p:cSld name="Image Slide_2_2">
    <p:spTree>
      <p:nvGrpSpPr>
        <p:cNvPr id="162" name="Shape 162"/>
        <p:cNvGrpSpPr/>
        <p:nvPr/>
      </p:nvGrpSpPr>
      <p:grpSpPr>
        <a:xfrm>
          <a:off x="0" y="0"/>
          <a:ext cx="0" cy="0"/>
          <a:chOff x="0" y="0"/>
          <a:chExt cx="0" cy="0"/>
        </a:xfrm>
      </p:grpSpPr>
      <p:sp>
        <p:nvSpPr>
          <p:cNvPr id="163" name="Google Shape;163;p35"/>
          <p:cNvSpPr/>
          <p:nvPr/>
        </p:nvSpPr>
        <p:spPr>
          <a:xfrm>
            <a:off x="-18300" y="0"/>
            <a:ext cx="18400800" cy="10496400"/>
          </a:xfrm>
          <a:prstGeom prst="rect">
            <a:avLst/>
          </a:prstGeom>
          <a:solidFill>
            <a:srgbClr val="FFFFFF"/>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pic>
        <p:nvPicPr>
          <p:cNvPr id="164" name="Google Shape;164;p35"/>
          <p:cNvPicPr preferRelativeResize="0"/>
          <p:nvPr/>
        </p:nvPicPr>
        <p:blipFill>
          <a:blip r:embed="rId2">
            <a:alphaModFix/>
          </a:blip>
          <a:stretch>
            <a:fillRect/>
          </a:stretch>
        </p:blipFill>
        <p:spPr>
          <a:xfrm>
            <a:off x="991050" y="1828800"/>
            <a:ext cx="8680651" cy="2215375"/>
          </a:xfrm>
          <a:prstGeom prst="rect">
            <a:avLst/>
          </a:prstGeom>
          <a:noFill/>
          <a:ln>
            <a:noFill/>
          </a:ln>
        </p:spPr>
      </p:pic>
      <p:cxnSp>
        <p:nvCxnSpPr>
          <p:cNvPr id="165" name="Google Shape;165;p35"/>
          <p:cNvCxnSpPr/>
          <p:nvPr/>
        </p:nvCxnSpPr>
        <p:spPr>
          <a:xfrm>
            <a:off x="1901952" y="3657600"/>
            <a:ext cx="7156200" cy="0"/>
          </a:xfrm>
          <a:prstGeom prst="straightConnector1">
            <a:avLst/>
          </a:prstGeom>
          <a:noFill/>
          <a:ln cap="flat" cmpd="sng" w="28575">
            <a:solidFill>
              <a:srgbClr val="666666"/>
            </a:solidFill>
            <a:prstDash val="solid"/>
            <a:round/>
            <a:headEnd len="med" w="med" type="none"/>
            <a:tailEnd len="med" w="med" type="none"/>
          </a:ln>
        </p:spPr>
      </p:cxnSp>
      <p:sp>
        <p:nvSpPr>
          <p:cNvPr id="166" name="Google Shape;166;p35"/>
          <p:cNvSpPr txBox="1"/>
          <p:nvPr>
            <p:ph idx="1" type="subTitle"/>
          </p:nvPr>
        </p:nvSpPr>
        <p:spPr>
          <a:xfrm>
            <a:off x="1901950" y="3735575"/>
            <a:ext cx="7156200" cy="12162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4800">
                <a:solidFill>
                  <a:srgbClr val="434343"/>
                </a:solidFill>
                <a:latin typeface="Google Sans"/>
                <a:ea typeface="Google Sans"/>
                <a:cs typeface="Google Sans"/>
                <a:sym typeface="Google Sans"/>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167" name="Google Shape;167;p35"/>
          <p:cNvSpPr/>
          <p:nvPr/>
        </p:nvSpPr>
        <p:spPr>
          <a:xfrm>
            <a:off x="887500" y="9265025"/>
            <a:ext cx="2918100" cy="5379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Agenda Slide">
  <p:cSld name="CUSTOM_1_1">
    <p:spTree>
      <p:nvGrpSpPr>
        <p:cNvPr id="168" name="Shape 168"/>
        <p:cNvGrpSpPr/>
        <p:nvPr/>
      </p:nvGrpSpPr>
      <p:grpSpPr>
        <a:xfrm>
          <a:off x="0" y="0"/>
          <a:ext cx="0" cy="0"/>
          <a:chOff x="0" y="0"/>
          <a:chExt cx="0" cy="0"/>
        </a:xfrm>
      </p:grpSpPr>
      <p:sp>
        <p:nvSpPr>
          <p:cNvPr id="169" name="Google Shape;169;p36"/>
          <p:cNvSpPr/>
          <p:nvPr/>
        </p:nvSpPr>
        <p:spPr>
          <a:xfrm>
            <a:off x="-18300" y="0"/>
            <a:ext cx="18400800" cy="10496400"/>
          </a:xfrm>
          <a:prstGeom prst="rect">
            <a:avLst/>
          </a:prstGeom>
          <a:solidFill>
            <a:srgbClr val="FFFFFF"/>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pic>
        <p:nvPicPr>
          <p:cNvPr id="170" name="Google Shape;170;p36"/>
          <p:cNvPicPr preferRelativeResize="0"/>
          <p:nvPr/>
        </p:nvPicPr>
        <p:blipFill rotWithShape="1">
          <a:blip r:embed="rId2">
            <a:alphaModFix/>
          </a:blip>
          <a:srcRect b="0" l="0" r="-21669" t="0"/>
          <a:stretch/>
        </p:blipFill>
        <p:spPr>
          <a:xfrm>
            <a:off x="1010600" y="9256050"/>
            <a:ext cx="3223152" cy="507026"/>
          </a:xfrm>
          <a:prstGeom prst="rect">
            <a:avLst/>
          </a:prstGeom>
          <a:noFill/>
          <a:ln>
            <a:noFill/>
          </a:ln>
        </p:spPr>
      </p:pic>
      <p:sp>
        <p:nvSpPr>
          <p:cNvPr id="171" name="Google Shape;171;p36"/>
          <p:cNvSpPr txBox="1"/>
          <p:nvPr>
            <p:ph type="title"/>
          </p:nvPr>
        </p:nvSpPr>
        <p:spPr>
          <a:xfrm>
            <a:off x="1828800" y="1075775"/>
            <a:ext cx="14639700" cy="1075800"/>
          </a:xfrm>
          <a:prstGeom prst="rect">
            <a:avLst/>
          </a:prstGeom>
          <a:noFill/>
          <a:ln>
            <a:noFill/>
          </a:ln>
        </p:spPr>
        <p:txBody>
          <a:bodyPr anchorCtr="0" anchor="t" bIns="91425" lIns="0" spcFirstLastPara="1" rIns="91425" wrap="square" tIns="0">
            <a:noAutofit/>
          </a:bodyPr>
          <a:lstStyle>
            <a:lvl1pPr lvl="0" rtl="0">
              <a:spcBef>
                <a:spcPts val="0"/>
              </a:spcBef>
              <a:spcAft>
                <a:spcPts val="0"/>
              </a:spcAft>
              <a:buNone/>
              <a:defRPr sz="7000">
                <a:solidFill>
                  <a:srgbClr val="434343"/>
                </a:solidFill>
                <a:latin typeface="Google Sans"/>
                <a:ea typeface="Google Sans"/>
                <a:cs typeface="Google Sans"/>
                <a:sym typeface="Google Sans"/>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cxnSp>
        <p:nvCxnSpPr>
          <p:cNvPr id="172" name="Google Shape;172;p36"/>
          <p:cNvCxnSpPr/>
          <p:nvPr/>
        </p:nvCxnSpPr>
        <p:spPr>
          <a:xfrm>
            <a:off x="1828800" y="2293760"/>
            <a:ext cx="7091400" cy="0"/>
          </a:xfrm>
          <a:prstGeom prst="straightConnector1">
            <a:avLst/>
          </a:prstGeom>
          <a:noFill/>
          <a:ln cap="flat" cmpd="sng" w="28575">
            <a:solidFill>
              <a:srgbClr val="3C4043"/>
            </a:solidFill>
            <a:prstDash val="solid"/>
            <a:round/>
            <a:headEnd len="med" w="med" type="none"/>
            <a:tailEnd len="med" w="med" type="none"/>
          </a:ln>
        </p:spPr>
      </p:cxn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White Background">
  <p:cSld name="CUSTOM_1_2">
    <p:spTree>
      <p:nvGrpSpPr>
        <p:cNvPr id="173" name="Shape 173"/>
        <p:cNvGrpSpPr/>
        <p:nvPr/>
      </p:nvGrpSpPr>
      <p:grpSpPr>
        <a:xfrm>
          <a:off x="0" y="0"/>
          <a:ext cx="0" cy="0"/>
          <a:chOff x="0" y="0"/>
          <a:chExt cx="0" cy="0"/>
        </a:xfrm>
      </p:grpSpPr>
      <p:sp>
        <p:nvSpPr>
          <p:cNvPr id="174" name="Google Shape;174;p37"/>
          <p:cNvSpPr/>
          <p:nvPr/>
        </p:nvSpPr>
        <p:spPr>
          <a:xfrm>
            <a:off x="-18300" y="0"/>
            <a:ext cx="18400800" cy="10496400"/>
          </a:xfrm>
          <a:prstGeom prst="rect">
            <a:avLst/>
          </a:prstGeom>
          <a:solidFill>
            <a:srgbClr val="FFFFFF"/>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pic>
        <p:nvPicPr>
          <p:cNvPr id="175" name="Google Shape;175;p37"/>
          <p:cNvPicPr preferRelativeResize="0"/>
          <p:nvPr/>
        </p:nvPicPr>
        <p:blipFill rotWithShape="1">
          <a:blip r:embed="rId2">
            <a:alphaModFix/>
          </a:blip>
          <a:srcRect b="0" l="0" r="-21669" t="0"/>
          <a:stretch/>
        </p:blipFill>
        <p:spPr>
          <a:xfrm>
            <a:off x="1010600" y="9256050"/>
            <a:ext cx="3223152" cy="507026"/>
          </a:xfrm>
          <a:prstGeom prst="rect">
            <a:avLst/>
          </a:prstGeom>
          <a:noFill/>
          <a:ln>
            <a:noFill/>
          </a:ln>
        </p:spPr>
      </p:pic>
      <p:sp>
        <p:nvSpPr>
          <p:cNvPr id="176" name="Google Shape;176;p37"/>
          <p:cNvSpPr txBox="1"/>
          <p:nvPr>
            <p:ph type="title"/>
          </p:nvPr>
        </p:nvSpPr>
        <p:spPr>
          <a:xfrm>
            <a:off x="1828800" y="914400"/>
            <a:ext cx="14630400" cy="1075800"/>
          </a:xfrm>
          <a:prstGeom prst="rect">
            <a:avLst/>
          </a:prstGeom>
          <a:noFill/>
          <a:ln>
            <a:noFill/>
          </a:ln>
        </p:spPr>
        <p:txBody>
          <a:bodyPr anchorCtr="0" anchor="t" bIns="91425" lIns="0" spcFirstLastPara="1" rIns="91425" wrap="square" tIns="0">
            <a:noAutofit/>
          </a:bodyPr>
          <a:lstStyle>
            <a:lvl1pPr lvl="0" rtl="0">
              <a:spcBef>
                <a:spcPts val="0"/>
              </a:spcBef>
              <a:spcAft>
                <a:spcPts val="0"/>
              </a:spcAft>
              <a:buNone/>
              <a:defRPr sz="4800">
                <a:solidFill>
                  <a:srgbClr val="434343"/>
                </a:solidFill>
                <a:latin typeface="Google Sans"/>
                <a:ea typeface="Google Sans"/>
                <a:cs typeface="Google Sans"/>
                <a:sym typeface="Google Sans"/>
              </a:defRPr>
            </a:lvl1pPr>
            <a:lvl2pPr lvl="1" rtl="0">
              <a:spcBef>
                <a:spcPts val="0"/>
              </a:spcBef>
              <a:spcAft>
                <a:spcPts val="0"/>
              </a:spcAft>
              <a:buNone/>
              <a:defRPr>
                <a:solidFill>
                  <a:srgbClr val="434343"/>
                </a:solidFill>
              </a:defRPr>
            </a:lvl2pPr>
            <a:lvl3pPr lvl="2" rtl="0">
              <a:spcBef>
                <a:spcPts val="0"/>
              </a:spcBef>
              <a:spcAft>
                <a:spcPts val="0"/>
              </a:spcAft>
              <a:buNone/>
              <a:defRPr>
                <a:solidFill>
                  <a:srgbClr val="434343"/>
                </a:solidFill>
              </a:defRPr>
            </a:lvl3pPr>
            <a:lvl4pPr lvl="3" rtl="0">
              <a:spcBef>
                <a:spcPts val="0"/>
              </a:spcBef>
              <a:spcAft>
                <a:spcPts val="0"/>
              </a:spcAft>
              <a:buNone/>
              <a:defRPr>
                <a:solidFill>
                  <a:srgbClr val="434343"/>
                </a:solidFill>
              </a:defRPr>
            </a:lvl4pPr>
            <a:lvl5pPr lvl="4" rtl="0">
              <a:spcBef>
                <a:spcPts val="0"/>
              </a:spcBef>
              <a:spcAft>
                <a:spcPts val="0"/>
              </a:spcAft>
              <a:buNone/>
              <a:defRPr>
                <a:solidFill>
                  <a:srgbClr val="434343"/>
                </a:solidFill>
              </a:defRPr>
            </a:lvl5pPr>
            <a:lvl6pPr lvl="5" rtl="0">
              <a:spcBef>
                <a:spcPts val="0"/>
              </a:spcBef>
              <a:spcAft>
                <a:spcPts val="0"/>
              </a:spcAft>
              <a:buNone/>
              <a:defRPr>
                <a:solidFill>
                  <a:srgbClr val="434343"/>
                </a:solidFill>
              </a:defRPr>
            </a:lvl6pPr>
            <a:lvl7pPr lvl="6" rtl="0">
              <a:spcBef>
                <a:spcPts val="0"/>
              </a:spcBef>
              <a:spcAft>
                <a:spcPts val="0"/>
              </a:spcAft>
              <a:buNone/>
              <a:defRPr>
                <a:solidFill>
                  <a:srgbClr val="434343"/>
                </a:solidFill>
              </a:defRPr>
            </a:lvl7pPr>
            <a:lvl8pPr lvl="7" rtl="0">
              <a:spcBef>
                <a:spcPts val="0"/>
              </a:spcBef>
              <a:spcAft>
                <a:spcPts val="0"/>
              </a:spcAft>
              <a:buNone/>
              <a:defRPr>
                <a:solidFill>
                  <a:srgbClr val="434343"/>
                </a:solidFill>
              </a:defRPr>
            </a:lvl8pPr>
            <a:lvl9pPr lvl="8" rtl="0">
              <a:spcBef>
                <a:spcPts val="0"/>
              </a:spcBef>
              <a:spcAft>
                <a:spcPts val="0"/>
              </a:spcAft>
              <a:buNone/>
              <a:defRPr>
                <a:solidFill>
                  <a:srgbClr val="434343"/>
                </a:solidFill>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Lab intro">
  <p:cSld name="Image Slide_2_1_1">
    <p:spTree>
      <p:nvGrpSpPr>
        <p:cNvPr id="177" name="Shape 177"/>
        <p:cNvGrpSpPr/>
        <p:nvPr/>
      </p:nvGrpSpPr>
      <p:grpSpPr>
        <a:xfrm>
          <a:off x="0" y="0"/>
          <a:ext cx="0" cy="0"/>
          <a:chOff x="0" y="0"/>
          <a:chExt cx="0" cy="0"/>
        </a:xfrm>
      </p:grpSpPr>
      <p:sp>
        <p:nvSpPr>
          <p:cNvPr id="178" name="Google Shape;178;p38"/>
          <p:cNvSpPr/>
          <p:nvPr/>
        </p:nvSpPr>
        <p:spPr>
          <a:xfrm>
            <a:off x="-18300" y="0"/>
            <a:ext cx="18400800" cy="10496400"/>
          </a:xfrm>
          <a:prstGeom prst="rect">
            <a:avLst/>
          </a:prstGeom>
          <a:solidFill>
            <a:srgbClr val="FFFFFF"/>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pic>
        <p:nvPicPr>
          <p:cNvPr id="179" name="Google Shape;179;p38"/>
          <p:cNvPicPr preferRelativeResize="0"/>
          <p:nvPr/>
        </p:nvPicPr>
        <p:blipFill rotWithShape="1">
          <a:blip r:embed="rId2">
            <a:alphaModFix/>
          </a:blip>
          <a:srcRect b="0" l="0" r="72622" t="0"/>
          <a:stretch/>
        </p:blipFill>
        <p:spPr>
          <a:xfrm>
            <a:off x="991050" y="1828800"/>
            <a:ext cx="2376552" cy="2215375"/>
          </a:xfrm>
          <a:prstGeom prst="rect">
            <a:avLst/>
          </a:prstGeom>
          <a:noFill/>
          <a:ln>
            <a:noFill/>
          </a:ln>
        </p:spPr>
      </p:pic>
      <p:cxnSp>
        <p:nvCxnSpPr>
          <p:cNvPr id="180" name="Google Shape;180;p38"/>
          <p:cNvCxnSpPr/>
          <p:nvPr/>
        </p:nvCxnSpPr>
        <p:spPr>
          <a:xfrm>
            <a:off x="1901952" y="3657600"/>
            <a:ext cx="7156200" cy="0"/>
          </a:xfrm>
          <a:prstGeom prst="straightConnector1">
            <a:avLst/>
          </a:prstGeom>
          <a:noFill/>
          <a:ln cap="flat" cmpd="sng" w="28575">
            <a:solidFill>
              <a:srgbClr val="666666"/>
            </a:solidFill>
            <a:prstDash val="solid"/>
            <a:round/>
            <a:headEnd len="med" w="med" type="none"/>
            <a:tailEnd len="med" w="med" type="none"/>
          </a:ln>
        </p:spPr>
      </p:cxnSp>
      <p:sp>
        <p:nvSpPr>
          <p:cNvPr id="181" name="Google Shape;181;p38"/>
          <p:cNvSpPr txBox="1"/>
          <p:nvPr>
            <p:ph idx="1" type="subTitle"/>
          </p:nvPr>
        </p:nvSpPr>
        <p:spPr>
          <a:xfrm>
            <a:off x="1901950" y="3735575"/>
            <a:ext cx="7156200" cy="12162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4800">
                <a:solidFill>
                  <a:srgbClr val="434343"/>
                </a:solidFill>
                <a:latin typeface="Google Sans"/>
                <a:ea typeface="Google Sans"/>
                <a:cs typeface="Google Sans"/>
                <a:sym typeface="Google Sans"/>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182" name="Google Shape;182;p38"/>
          <p:cNvSpPr txBox="1"/>
          <p:nvPr>
            <p:ph type="title"/>
          </p:nvPr>
        </p:nvSpPr>
        <p:spPr>
          <a:xfrm>
            <a:off x="3297450" y="2198300"/>
            <a:ext cx="14569500" cy="1432800"/>
          </a:xfrm>
          <a:prstGeom prst="rect">
            <a:avLst/>
          </a:prstGeom>
          <a:noFill/>
          <a:ln>
            <a:noFill/>
          </a:ln>
        </p:spPr>
        <p:txBody>
          <a:bodyPr anchorCtr="0" anchor="t" bIns="0" lIns="91425" spcFirstLastPara="1" rIns="91425" wrap="square" tIns="0">
            <a:noAutofit/>
          </a:bodyPr>
          <a:lstStyle>
            <a:lvl1pPr lvl="0" rtl="0">
              <a:spcBef>
                <a:spcPts val="0"/>
              </a:spcBef>
              <a:spcAft>
                <a:spcPts val="0"/>
              </a:spcAft>
              <a:buNone/>
              <a:defRPr sz="9600">
                <a:solidFill>
                  <a:srgbClr val="3C4043"/>
                </a:solidFill>
                <a:latin typeface="Google Sans"/>
                <a:ea typeface="Google Sans"/>
                <a:cs typeface="Google Sans"/>
                <a:sym typeface="Google Sans"/>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183" name="Google Shape;183;p38"/>
          <p:cNvSpPr/>
          <p:nvPr/>
        </p:nvSpPr>
        <p:spPr>
          <a:xfrm>
            <a:off x="887500" y="9265025"/>
            <a:ext cx="2918100" cy="5379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19.xml"/><Relationship Id="rId22" Type="http://schemas.openxmlformats.org/officeDocument/2006/relationships/slideLayout" Target="../slideLayouts/slideLayout21.xml"/><Relationship Id="rId21" Type="http://schemas.openxmlformats.org/officeDocument/2006/relationships/slideLayout" Target="../slideLayouts/slideLayout20.xml"/><Relationship Id="rId24" Type="http://schemas.openxmlformats.org/officeDocument/2006/relationships/slideLayout" Target="../slideLayouts/slideLayout23.xml"/><Relationship Id="rId23" Type="http://schemas.openxmlformats.org/officeDocument/2006/relationships/slideLayout" Target="../slideLayouts/slideLayout22.xml"/><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26" Type="http://schemas.openxmlformats.org/officeDocument/2006/relationships/slideLayout" Target="../slideLayouts/slideLayout25.xml"/><Relationship Id="rId25" Type="http://schemas.openxmlformats.org/officeDocument/2006/relationships/slideLayout" Target="../slideLayouts/slideLayout24.xml"/><Relationship Id="rId28" Type="http://schemas.openxmlformats.org/officeDocument/2006/relationships/slideLayout" Target="../slideLayouts/slideLayout27.xml"/><Relationship Id="rId27" Type="http://schemas.openxmlformats.org/officeDocument/2006/relationships/slideLayout" Target="../slideLayouts/slideLayout26.xml"/><Relationship Id="rId5" Type="http://schemas.openxmlformats.org/officeDocument/2006/relationships/slideLayout" Target="../slideLayouts/slideLayout4.xml"/><Relationship Id="rId6" Type="http://schemas.openxmlformats.org/officeDocument/2006/relationships/slideLayout" Target="../slideLayouts/slideLayout5.xml"/><Relationship Id="rId29" Type="http://schemas.openxmlformats.org/officeDocument/2006/relationships/slideLayout" Target="../slideLayouts/slideLayout28.xml"/><Relationship Id="rId7" Type="http://schemas.openxmlformats.org/officeDocument/2006/relationships/slideLayout" Target="../slideLayouts/slideLayout6.xml"/><Relationship Id="rId8" Type="http://schemas.openxmlformats.org/officeDocument/2006/relationships/slideLayout" Target="../slideLayouts/slideLayout7.xml"/><Relationship Id="rId31" Type="http://schemas.openxmlformats.org/officeDocument/2006/relationships/slideLayout" Target="../slideLayouts/slideLayout30.xml"/><Relationship Id="rId30" Type="http://schemas.openxmlformats.org/officeDocument/2006/relationships/slideLayout" Target="../slideLayouts/slideLayout29.xml"/><Relationship Id="rId11" Type="http://schemas.openxmlformats.org/officeDocument/2006/relationships/slideLayout" Target="../slideLayouts/slideLayout10.xml"/><Relationship Id="rId33" Type="http://schemas.openxmlformats.org/officeDocument/2006/relationships/slideLayout" Target="../slideLayouts/slideLayout32.xml"/><Relationship Id="rId10" Type="http://schemas.openxmlformats.org/officeDocument/2006/relationships/slideLayout" Target="../slideLayouts/slideLayout9.xml"/><Relationship Id="rId32" Type="http://schemas.openxmlformats.org/officeDocument/2006/relationships/slideLayout" Target="../slideLayouts/slideLayout31.xml"/><Relationship Id="rId13" Type="http://schemas.openxmlformats.org/officeDocument/2006/relationships/slideLayout" Target="../slideLayouts/slideLayout12.xml"/><Relationship Id="rId35" Type="http://schemas.openxmlformats.org/officeDocument/2006/relationships/slideLayout" Target="../slideLayouts/slideLayout34.xml"/><Relationship Id="rId12" Type="http://schemas.openxmlformats.org/officeDocument/2006/relationships/slideLayout" Target="../slideLayouts/slideLayout11.xml"/><Relationship Id="rId34" Type="http://schemas.openxmlformats.org/officeDocument/2006/relationships/slideLayout" Target="../slideLayouts/slideLayout33.xml"/><Relationship Id="rId15" Type="http://schemas.openxmlformats.org/officeDocument/2006/relationships/slideLayout" Target="../slideLayouts/slideLayout14.xml"/><Relationship Id="rId37" Type="http://schemas.openxmlformats.org/officeDocument/2006/relationships/slideLayout" Target="../slideLayouts/slideLayout36.xml"/><Relationship Id="rId14" Type="http://schemas.openxmlformats.org/officeDocument/2006/relationships/slideLayout" Target="../slideLayouts/slideLayout13.xml"/><Relationship Id="rId36" Type="http://schemas.openxmlformats.org/officeDocument/2006/relationships/slideLayout" Target="../slideLayouts/slideLayout35.xml"/><Relationship Id="rId17" Type="http://schemas.openxmlformats.org/officeDocument/2006/relationships/slideLayout" Target="../slideLayouts/slideLayout16.xml"/><Relationship Id="rId39" Type="http://schemas.openxmlformats.org/officeDocument/2006/relationships/theme" Target="../theme/theme2.xml"/><Relationship Id="rId16" Type="http://schemas.openxmlformats.org/officeDocument/2006/relationships/slideLayout" Target="../slideLayouts/slideLayout15.xml"/><Relationship Id="rId38" Type="http://schemas.openxmlformats.org/officeDocument/2006/relationships/slideLayout" Target="../slideLayouts/slideLayout37.xml"/><Relationship Id="rId19" Type="http://schemas.openxmlformats.org/officeDocument/2006/relationships/slideLayout" Target="../slideLayouts/slideLayout18.xml"/><Relationship Id="rId18"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FFFFFF"/>
        </a:solidFill>
      </p:bgPr>
    </p:bg>
    <p:spTree>
      <p:nvGrpSpPr>
        <p:cNvPr id="5" name="Shape 5"/>
        <p:cNvGrpSpPr/>
        <p:nvPr/>
      </p:nvGrpSpPr>
      <p:grpSpPr>
        <a:xfrm>
          <a:off x="0" y="0"/>
          <a:ext cx="0" cy="0"/>
          <a:chOff x="0" y="0"/>
          <a:chExt cx="0" cy="0"/>
        </a:xfrm>
      </p:grpSpPr>
      <p:pic>
        <p:nvPicPr>
          <p:cNvPr id="6" name="Google Shape;6;p1"/>
          <p:cNvPicPr preferRelativeResize="0"/>
          <p:nvPr/>
        </p:nvPicPr>
        <p:blipFill rotWithShape="1">
          <a:blip r:embed="rId1">
            <a:alphaModFix/>
          </a:blip>
          <a:srcRect b="0" l="0" r="-21669" t="0"/>
          <a:stretch/>
        </p:blipFill>
        <p:spPr>
          <a:xfrm>
            <a:off x="1010600" y="9256050"/>
            <a:ext cx="3223152" cy="507026"/>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 id="2147483666" r:id="rId20"/>
    <p:sldLayoutId id="2147483667" r:id="rId21"/>
    <p:sldLayoutId id="2147483668" r:id="rId22"/>
    <p:sldLayoutId id="2147483669" r:id="rId23"/>
    <p:sldLayoutId id="2147483670" r:id="rId24"/>
    <p:sldLayoutId id="2147483671" r:id="rId25"/>
    <p:sldLayoutId id="2147483672" r:id="rId26"/>
    <p:sldLayoutId id="2147483673" r:id="rId27"/>
    <p:sldLayoutId id="2147483674" r:id="rId28"/>
    <p:sldLayoutId id="2147483675" r:id="rId29"/>
    <p:sldLayoutId id="2147483676" r:id="rId30"/>
    <p:sldLayoutId id="2147483677" r:id="rId31"/>
    <p:sldLayoutId id="2147483678" r:id="rId32"/>
    <p:sldLayoutId id="2147483679" r:id="rId33"/>
    <p:sldLayoutId id="2147483680" r:id="rId34"/>
    <p:sldLayoutId id="2147483681" r:id="rId35"/>
    <p:sldLayoutId id="2147483682" r:id="rId36"/>
    <p:sldLayoutId id="2147483683" r:id="rId37"/>
    <p:sldLayoutId id="2147483684" r:id="rId3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xml"/><Relationship Id="rId3" Type="http://schemas.openxmlformats.org/officeDocument/2006/relationships/hyperlink" Target="https://www.google.com/intl/en/policies/terms/" TargetMode="External"/><Relationship Id="rId4" Type="http://schemas.openxmlformats.org/officeDocument/2006/relationships/hyperlink" Target="https://www.google.com/intl/en/policies/privacy/" TargetMode="External"/><Relationship Id="rId5" Type="http://schemas.openxmlformats.org/officeDocument/2006/relationships/hyperlink" Target="https://www.google.com/intl/en/policies/terms/" TargetMode="External"/><Relationship Id="rId6" Type="http://schemas.openxmlformats.org/officeDocument/2006/relationships/hyperlink" Target="https://sites.google.com/google.com/gcp-teachingresources/privacy-and-terms"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hyperlink" Target="https://sites.google.com/google.com/gcp-teachingresources/privacy-and-terms"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xml"/><Relationship Id="rId3" Type="http://schemas.openxmlformats.org/officeDocument/2006/relationships/hyperlink" Target="https://sites.google.com/google.com/gcp-teachingresources/privacy-and-terms"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4.xml"/><Relationship Id="rId3" Type="http://schemas.openxmlformats.org/officeDocument/2006/relationships/image" Target="../media/image34.png"/><Relationship Id="rId4" Type="http://schemas.openxmlformats.org/officeDocument/2006/relationships/hyperlink" Target="https://sites.google.com/google.com/gcp-teachingresources/privacy-and-terms"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5.xml"/><Relationship Id="rId3" Type="http://schemas.openxmlformats.org/officeDocument/2006/relationships/image" Target="../media/image34.png"/><Relationship Id="rId4" Type="http://schemas.openxmlformats.org/officeDocument/2006/relationships/hyperlink" Target="https://sites.google.com/google.com/gcp-teachingresources/privacy-and-terms"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 Id="rId3" Type="http://schemas.openxmlformats.org/officeDocument/2006/relationships/hyperlink" Target="https://sites.google.com/google.com/gcp-teachingresources/privacy-and-terms"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 Id="rId3" Type="http://schemas.openxmlformats.org/officeDocument/2006/relationships/hyperlink" Target="https://sites.google.com/google.com/gcp-teachingresources/privacy-and-terms"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 Id="rId3" Type="http://schemas.openxmlformats.org/officeDocument/2006/relationships/hyperlink" Target="https://sites.google.com/google.com/gcp-teachingresources/privacy-and-terms"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 Id="rId3" Type="http://schemas.openxmlformats.org/officeDocument/2006/relationships/hyperlink" Target="https://sites.google.com/google.com/gcp-teachingresources/privacy-and-terms"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0.xml"/><Relationship Id="rId3" Type="http://schemas.openxmlformats.org/officeDocument/2006/relationships/image" Target="../media/image23.png"/><Relationship Id="rId4" Type="http://schemas.openxmlformats.org/officeDocument/2006/relationships/image" Target="../media/image20.png"/><Relationship Id="rId5" Type="http://schemas.openxmlformats.org/officeDocument/2006/relationships/image" Target="../media/image25.png"/><Relationship Id="rId6" Type="http://schemas.openxmlformats.org/officeDocument/2006/relationships/image" Target="../media/image19.png"/><Relationship Id="rId7" Type="http://schemas.openxmlformats.org/officeDocument/2006/relationships/hyperlink" Target="https://sites.google.com/google.com/gcp-teachingresources/privacy-and-terms"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 Id="rId3" Type="http://schemas.openxmlformats.org/officeDocument/2006/relationships/hyperlink" Target="https://sites.google.com/google.com/gcp-teachingresources/privacy-and-terms"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2.xml"/><Relationship Id="rId3" Type="http://schemas.openxmlformats.org/officeDocument/2006/relationships/image" Target="../media/image23.png"/><Relationship Id="rId4" Type="http://schemas.openxmlformats.org/officeDocument/2006/relationships/image" Target="../media/image20.png"/><Relationship Id="rId5" Type="http://schemas.openxmlformats.org/officeDocument/2006/relationships/image" Target="../media/image25.png"/><Relationship Id="rId6" Type="http://schemas.openxmlformats.org/officeDocument/2006/relationships/image" Target="../media/image19.png"/><Relationship Id="rId7" Type="http://schemas.openxmlformats.org/officeDocument/2006/relationships/hyperlink" Target="https://sites.google.com/google.com/gcp-teachingresources/privacy-and-terms"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3.xml"/><Relationship Id="rId3" Type="http://schemas.openxmlformats.org/officeDocument/2006/relationships/image" Target="../media/image22.png"/><Relationship Id="rId4" Type="http://schemas.openxmlformats.org/officeDocument/2006/relationships/image" Target="../media/image24.png"/><Relationship Id="rId5" Type="http://schemas.openxmlformats.org/officeDocument/2006/relationships/hyperlink" Target="https://sites.google.com/google.com/gcp-teachingresources/privacy-and-terms"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4.xml"/><Relationship Id="rId3" Type="http://schemas.openxmlformats.org/officeDocument/2006/relationships/image" Target="../media/image28.png"/><Relationship Id="rId4" Type="http://schemas.openxmlformats.org/officeDocument/2006/relationships/hyperlink" Target="https://sites.google.com/google.com/gcp-teachingresources/privacy-and-terms"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5.xml"/><Relationship Id="rId3" Type="http://schemas.openxmlformats.org/officeDocument/2006/relationships/image" Target="../media/image81.png"/><Relationship Id="rId4" Type="http://schemas.openxmlformats.org/officeDocument/2006/relationships/hyperlink" Target="https://sites.google.com/google.com/gcp-teachingresources/privacy-and-terms"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6.xml"/><Relationship Id="rId3" Type="http://schemas.openxmlformats.org/officeDocument/2006/relationships/image" Target="../media/image36.png"/><Relationship Id="rId4" Type="http://schemas.openxmlformats.org/officeDocument/2006/relationships/hyperlink" Target="https://sites.google.com/google.com/gcp-teachingresources/privacy-and-terms"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7.xml"/><Relationship Id="rId3" Type="http://schemas.openxmlformats.org/officeDocument/2006/relationships/image" Target="../media/image32.png"/><Relationship Id="rId4" Type="http://schemas.openxmlformats.org/officeDocument/2006/relationships/hyperlink" Target="https://cloud.google.com/products/calculator/" TargetMode="External"/><Relationship Id="rId5" Type="http://schemas.openxmlformats.org/officeDocument/2006/relationships/hyperlink" Target="https://sites.google.com/google.com/gcp-teachingresources/privacy-and-terms"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 Id="rId3" Type="http://schemas.openxmlformats.org/officeDocument/2006/relationships/hyperlink" Target="https://sites.google.com/google.com/gcp-teachingresources/privacy-and-terms"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hyperlink" Target="https://run.qwiklabs.com/focuses/3563?parent=catalog" TargetMode="External"/><Relationship Id="rId4" Type="http://schemas.openxmlformats.org/officeDocument/2006/relationships/hyperlink" Target="https://sites.google.com/google.com/gcp-teachingresources/privacy-and-terms"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0.xml"/><Relationship Id="rId3" Type="http://schemas.openxmlformats.org/officeDocument/2006/relationships/hyperlink" Target="https://sites.google.com/google.com/gcp-teachingresources/privacy-and-terms" TargetMode="External"/><Relationship Id="rId4" Type="http://schemas.openxmlformats.org/officeDocument/2006/relationships/image" Target="../media/image3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hyperlink" Target="https://run.qwiklabs.com/focuses/560?parent=catalog" TargetMode="External"/><Relationship Id="rId4" Type="http://schemas.openxmlformats.org/officeDocument/2006/relationships/hyperlink" Target="https://sites.google.com/google.com/gcp-teachingresources/privacy-and-terms"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2.xml"/><Relationship Id="rId3" Type="http://schemas.openxmlformats.org/officeDocument/2006/relationships/hyperlink" Target="https://sites.google.com/google.com/gcp-teachingresources/privacy-and-terms" TargetMode="External"/><Relationship Id="rId4" Type="http://schemas.openxmlformats.org/officeDocument/2006/relationships/image" Target="../media/image3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3.xml"/><Relationship Id="rId3" Type="http://schemas.openxmlformats.org/officeDocument/2006/relationships/hyperlink" Target="https://sites.google.com/google.com/gcp-teachingresources/privacy-and-terms"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4.xml"/><Relationship Id="rId3" Type="http://schemas.openxmlformats.org/officeDocument/2006/relationships/image" Target="../media/image31.png"/><Relationship Id="rId4" Type="http://schemas.openxmlformats.org/officeDocument/2006/relationships/image" Target="../media/image38.png"/><Relationship Id="rId5" Type="http://schemas.openxmlformats.org/officeDocument/2006/relationships/image" Target="../media/image27.png"/><Relationship Id="rId6" Type="http://schemas.openxmlformats.org/officeDocument/2006/relationships/image" Target="../media/image42.png"/><Relationship Id="rId7" Type="http://schemas.openxmlformats.org/officeDocument/2006/relationships/image" Target="../media/image33.png"/><Relationship Id="rId8" Type="http://schemas.openxmlformats.org/officeDocument/2006/relationships/hyperlink" Target="https://sites.google.com/google.com/gcp-teachingresources/privacy-and-terms"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5.xml"/><Relationship Id="rId3" Type="http://schemas.openxmlformats.org/officeDocument/2006/relationships/image" Target="../media/image35.png"/><Relationship Id="rId4" Type="http://schemas.openxmlformats.org/officeDocument/2006/relationships/image" Target="../media/image37.png"/><Relationship Id="rId9" Type="http://schemas.openxmlformats.org/officeDocument/2006/relationships/image" Target="../media/image43.png"/><Relationship Id="rId5" Type="http://schemas.openxmlformats.org/officeDocument/2006/relationships/image" Target="../media/image41.png"/><Relationship Id="rId6" Type="http://schemas.openxmlformats.org/officeDocument/2006/relationships/image" Target="../media/image40.png"/><Relationship Id="rId7" Type="http://schemas.openxmlformats.org/officeDocument/2006/relationships/image" Target="../media/image44.png"/><Relationship Id="rId8" Type="http://schemas.openxmlformats.org/officeDocument/2006/relationships/image" Target="../media/image39.png"/><Relationship Id="rId11" Type="http://schemas.openxmlformats.org/officeDocument/2006/relationships/image" Target="../media/image49.png"/><Relationship Id="rId10" Type="http://schemas.openxmlformats.org/officeDocument/2006/relationships/image" Target="../media/image46.png"/><Relationship Id="rId13" Type="http://schemas.openxmlformats.org/officeDocument/2006/relationships/hyperlink" Target="https://sites.google.com/google.com/gcp-teachingresources/privacy-and-terms" TargetMode="External"/><Relationship Id="rId12" Type="http://schemas.openxmlformats.org/officeDocument/2006/relationships/image" Target="../media/image4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6.xml"/><Relationship Id="rId3" Type="http://schemas.openxmlformats.org/officeDocument/2006/relationships/image" Target="../media/image37.png"/><Relationship Id="rId4" Type="http://schemas.openxmlformats.org/officeDocument/2006/relationships/image" Target="../media/image35.png"/><Relationship Id="rId9" Type="http://schemas.openxmlformats.org/officeDocument/2006/relationships/image" Target="../media/image43.png"/><Relationship Id="rId5" Type="http://schemas.openxmlformats.org/officeDocument/2006/relationships/image" Target="../media/image41.png"/><Relationship Id="rId6" Type="http://schemas.openxmlformats.org/officeDocument/2006/relationships/image" Target="../media/image40.png"/><Relationship Id="rId7" Type="http://schemas.openxmlformats.org/officeDocument/2006/relationships/image" Target="../media/image44.png"/><Relationship Id="rId8" Type="http://schemas.openxmlformats.org/officeDocument/2006/relationships/image" Target="../media/image39.png"/><Relationship Id="rId11" Type="http://schemas.openxmlformats.org/officeDocument/2006/relationships/image" Target="../media/image47.png"/><Relationship Id="rId10" Type="http://schemas.openxmlformats.org/officeDocument/2006/relationships/image" Target="../media/image46.png"/><Relationship Id="rId12" Type="http://schemas.openxmlformats.org/officeDocument/2006/relationships/hyperlink" Target="https://sites.google.com/google.com/gcp-teachingresources/privacy-and-terms"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7.xml"/><Relationship Id="rId3" Type="http://schemas.openxmlformats.org/officeDocument/2006/relationships/hyperlink" Target="https://sites.google.com/google.com/gcp-teachingresources/privacy-and-terms"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8.xml"/><Relationship Id="rId3" Type="http://schemas.openxmlformats.org/officeDocument/2006/relationships/image" Target="../media/image23.png"/><Relationship Id="rId4" Type="http://schemas.openxmlformats.org/officeDocument/2006/relationships/image" Target="../media/image20.png"/><Relationship Id="rId5" Type="http://schemas.openxmlformats.org/officeDocument/2006/relationships/image" Target="../media/image25.png"/><Relationship Id="rId6" Type="http://schemas.openxmlformats.org/officeDocument/2006/relationships/image" Target="../media/image19.png"/><Relationship Id="rId7" Type="http://schemas.openxmlformats.org/officeDocument/2006/relationships/hyperlink" Target="https://sites.google.com/google.com/gcp-teachingresources/privacy-and-terms"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9.xml"/><Relationship Id="rId3" Type="http://schemas.openxmlformats.org/officeDocument/2006/relationships/image" Target="../media/image45.png"/><Relationship Id="rId4" Type="http://schemas.openxmlformats.org/officeDocument/2006/relationships/image" Target="../media/image50.png"/><Relationship Id="rId5" Type="http://schemas.openxmlformats.org/officeDocument/2006/relationships/hyperlink" Target="https://sites.google.com/google.com/gcp-teachingresources/privacy-and-terms"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0.xml"/><Relationship Id="rId3" Type="http://schemas.openxmlformats.org/officeDocument/2006/relationships/hyperlink" Target="https://sites.google.com/google.com/gcp-teachingresources/privacy-and-terms"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1.xml"/><Relationship Id="rId3" Type="http://schemas.openxmlformats.org/officeDocument/2006/relationships/image" Target="../media/image56.png"/><Relationship Id="rId4" Type="http://schemas.openxmlformats.org/officeDocument/2006/relationships/image" Target="../media/image61.png"/><Relationship Id="rId9" Type="http://schemas.openxmlformats.org/officeDocument/2006/relationships/image" Target="../media/image55.png"/><Relationship Id="rId5" Type="http://schemas.openxmlformats.org/officeDocument/2006/relationships/image" Target="../media/image51.png"/><Relationship Id="rId6" Type="http://schemas.openxmlformats.org/officeDocument/2006/relationships/image" Target="../media/image54.png"/><Relationship Id="rId7" Type="http://schemas.openxmlformats.org/officeDocument/2006/relationships/image" Target="../media/image58.png"/><Relationship Id="rId8" Type="http://schemas.openxmlformats.org/officeDocument/2006/relationships/image" Target="../media/image57.png"/><Relationship Id="rId11" Type="http://schemas.openxmlformats.org/officeDocument/2006/relationships/image" Target="../media/image53.png"/><Relationship Id="rId10" Type="http://schemas.openxmlformats.org/officeDocument/2006/relationships/image" Target="../media/image52.png"/><Relationship Id="rId13" Type="http://schemas.openxmlformats.org/officeDocument/2006/relationships/hyperlink" Target="https://sites.google.com/google.com/gcp-teachingresources/privacy-and-terms" TargetMode="External"/><Relationship Id="rId12" Type="http://schemas.openxmlformats.org/officeDocument/2006/relationships/image" Target="../media/image6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2.xml"/><Relationship Id="rId3" Type="http://schemas.openxmlformats.org/officeDocument/2006/relationships/image" Target="../media/image66.png"/><Relationship Id="rId4" Type="http://schemas.openxmlformats.org/officeDocument/2006/relationships/image" Target="../media/image59.png"/><Relationship Id="rId9" Type="http://schemas.openxmlformats.org/officeDocument/2006/relationships/image" Target="../media/image71.png"/><Relationship Id="rId5" Type="http://schemas.openxmlformats.org/officeDocument/2006/relationships/image" Target="../media/image63.png"/><Relationship Id="rId6" Type="http://schemas.openxmlformats.org/officeDocument/2006/relationships/image" Target="../media/image69.png"/><Relationship Id="rId7" Type="http://schemas.openxmlformats.org/officeDocument/2006/relationships/image" Target="../media/image62.png"/><Relationship Id="rId8" Type="http://schemas.openxmlformats.org/officeDocument/2006/relationships/image" Target="../media/image64.png"/><Relationship Id="rId10" Type="http://schemas.openxmlformats.org/officeDocument/2006/relationships/hyperlink" Target="https://sites.google.com/google.com/gcp-teachingresources/privacy-and-terms"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3.xml"/><Relationship Id="rId3" Type="http://schemas.openxmlformats.org/officeDocument/2006/relationships/hyperlink" Target="https://sites.google.com/google.com/gcp-teachingresources/privacy-and-terms"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hyperlink" Target="https://run.qwiklabs.com/focuses/1014?parent=catalog" TargetMode="External"/><Relationship Id="rId4" Type="http://schemas.openxmlformats.org/officeDocument/2006/relationships/hyperlink" Target="https://sites.google.com/google.com/gcp-teachingresources/privacy-and-terms"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35.xml"/><Relationship Id="rId3" Type="http://schemas.openxmlformats.org/officeDocument/2006/relationships/hyperlink" Target="https://sites.google.com/google.com/gcp-teachingresources/privacy-and-terms" TargetMode="External"/><Relationship Id="rId4" Type="http://schemas.openxmlformats.org/officeDocument/2006/relationships/image" Target="../media/image34.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hyperlink" Target="https://run.qwiklabs.com/focuses/3339?parent=catalog" TargetMode="External"/><Relationship Id="rId4" Type="http://schemas.openxmlformats.org/officeDocument/2006/relationships/hyperlink" Target="https://sites.google.com/google.com/gcp-teachingresources/privacy-and-terms"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37.xml"/><Relationship Id="rId3" Type="http://schemas.openxmlformats.org/officeDocument/2006/relationships/hyperlink" Target="https://sites.google.com/google.com/gcp-teachingresources/privacy-and-terms" TargetMode="External"/><Relationship Id="rId4" Type="http://schemas.openxmlformats.org/officeDocument/2006/relationships/image" Target="../media/image34.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8.xml"/><Relationship Id="rId3" Type="http://schemas.openxmlformats.org/officeDocument/2006/relationships/hyperlink" Target="https://sites.google.com/google.com/gcp-teachingresources/privacy-and-terms"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9.xml"/><Relationship Id="rId3" Type="http://schemas.openxmlformats.org/officeDocument/2006/relationships/image" Target="../media/image23.png"/><Relationship Id="rId4" Type="http://schemas.openxmlformats.org/officeDocument/2006/relationships/image" Target="../media/image20.png"/><Relationship Id="rId5" Type="http://schemas.openxmlformats.org/officeDocument/2006/relationships/image" Target="../media/image25.png"/><Relationship Id="rId6" Type="http://schemas.openxmlformats.org/officeDocument/2006/relationships/image" Target="../media/image19.png"/><Relationship Id="rId7" Type="http://schemas.openxmlformats.org/officeDocument/2006/relationships/hyperlink" Target="https://sites.google.com/google.com/gcp-teachingresources/privacy-and-terms"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0.xml"/><Relationship Id="rId3" Type="http://schemas.openxmlformats.org/officeDocument/2006/relationships/image" Target="../media/image77.png"/><Relationship Id="rId4" Type="http://schemas.openxmlformats.org/officeDocument/2006/relationships/image" Target="../media/image79.png"/><Relationship Id="rId5" Type="http://schemas.openxmlformats.org/officeDocument/2006/relationships/image" Target="../media/image76.png"/><Relationship Id="rId6" Type="http://schemas.openxmlformats.org/officeDocument/2006/relationships/hyperlink" Target="https://sites.google.com/google.com/gcp-teachingresources/privacy-and-terms"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1.xml"/><Relationship Id="rId3" Type="http://schemas.openxmlformats.org/officeDocument/2006/relationships/image" Target="../media/image67.png"/><Relationship Id="rId4" Type="http://schemas.openxmlformats.org/officeDocument/2006/relationships/image" Target="../media/image73.png"/><Relationship Id="rId5" Type="http://schemas.openxmlformats.org/officeDocument/2006/relationships/hyperlink" Target="https://sites.google.com/google.com/gcp-teachingresources/privacy-and-terms"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2.xml"/><Relationship Id="rId3" Type="http://schemas.openxmlformats.org/officeDocument/2006/relationships/hyperlink" Target="https://sites.google.com/google.com/gcp-teachingresources/privacy-and-terms"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 Id="rId3" Type="http://schemas.openxmlformats.org/officeDocument/2006/relationships/hyperlink" Target="https://run.qwiklabs.com/focuses/916?parent=catalog" TargetMode="External"/><Relationship Id="rId4" Type="http://schemas.openxmlformats.org/officeDocument/2006/relationships/hyperlink" Target="https://sites.google.com/google.com/gcp-teachingresources/privacy-and-terms"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44.xml"/><Relationship Id="rId3" Type="http://schemas.openxmlformats.org/officeDocument/2006/relationships/hyperlink" Target="https://sites.google.com/google.com/gcp-teachingresources/privacy-and-terms" TargetMode="External"/><Relationship Id="rId4" Type="http://schemas.openxmlformats.org/officeDocument/2006/relationships/image" Target="../media/image34.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 Id="rId3" Type="http://schemas.openxmlformats.org/officeDocument/2006/relationships/hyperlink" Target="https://run.qwiklabs.com/focuses/1763?parent=catalog" TargetMode="External"/><Relationship Id="rId4" Type="http://schemas.openxmlformats.org/officeDocument/2006/relationships/hyperlink" Target="https://run.qwiklabs.com/focuses/1763?parent=catalog" TargetMode="External"/><Relationship Id="rId5" Type="http://schemas.openxmlformats.org/officeDocument/2006/relationships/hyperlink" Target="https://sites.google.com/google.com/gcp-teachingresources/privacy-and-terms"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46.xml"/><Relationship Id="rId3" Type="http://schemas.openxmlformats.org/officeDocument/2006/relationships/hyperlink" Target="https://sites.google.com/google.com/gcp-teachingresources/privacy-and-terms" TargetMode="External"/><Relationship Id="rId4" Type="http://schemas.openxmlformats.org/officeDocument/2006/relationships/image" Target="../media/image34.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7.xml"/><Relationship Id="rId3" Type="http://schemas.openxmlformats.org/officeDocument/2006/relationships/hyperlink" Target="https://sites.google.com/google.com/gcp-teachingresources/privacy-and-terms" TargetMode="Externa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8.xml"/><Relationship Id="rId3" Type="http://schemas.openxmlformats.org/officeDocument/2006/relationships/image" Target="../media/image68.png"/><Relationship Id="rId4" Type="http://schemas.openxmlformats.org/officeDocument/2006/relationships/image" Target="../media/image65.png"/><Relationship Id="rId5" Type="http://schemas.openxmlformats.org/officeDocument/2006/relationships/image" Target="../media/image72.png"/><Relationship Id="rId6" Type="http://schemas.openxmlformats.org/officeDocument/2006/relationships/hyperlink" Target="https://sites.google.com/google.com/gcp-teachingresources/privacy-and-terms" TargetMode="Externa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9.xml"/><Relationship Id="rId3" Type="http://schemas.openxmlformats.org/officeDocument/2006/relationships/image" Target="../media/image23.png"/><Relationship Id="rId4" Type="http://schemas.openxmlformats.org/officeDocument/2006/relationships/image" Target="../media/image20.png"/><Relationship Id="rId5" Type="http://schemas.openxmlformats.org/officeDocument/2006/relationships/image" Target="../media/image25.png"/><Relationship Id="rId6" Type="http://schemas.openxmlformats.org/officeDocument/2006/relationships/image" Target="../media/image19.png"/><Relationship Id="rId7" Type="http://schemas.openxmlformats.org/officeDocument/2006/relationships/hyperlink" Target="https://sites.google.com/google.com/gcp-teachingresources/privacy-and-terms" TargetMode="Externa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0.xml"/><Relationship Id="rId3" Type="http://schemas.openxmlformats.org/officeDocument/2006/relationships/hyperlink" Target="https://sites.google.com/google.com/gcp-teachingresources/privacy-and-terms" TargetMode="Externa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1.xml"/><Relationship Id="rId3" Type="http://schemas.openxmlformats.org/officeDocument/2006/relationships/hyperlink" Target="https://sites.google.com/google.com/gcp-teachingresources/privacy-and-terms" TargetMode="Externa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2.xml"/><Relationship Id="rId3" Type="http://schemas.openxmlformats.org/officeDocument/2006/relationships/image" Target="../media/image70.png"/><Relationship Id="rId4" Type="http://schemas.openxmlformats.org/officeDocument/2006/relationships/hyperlink" Target="https://sites.google.com/google.com/gcp-teachingresources/privacy-and-terms" TargetMode="Externa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3.xml"/><Relationship Id="rId3" Type="http://schemas.openxmlformats.org/officeDocument/2006/relationships/image" Target="../media/image70.png"/><Relationship Id="rId4" Type="http://schemas.openxmlformats.org/officeDocument/2006/relationships/hyperlink" Target="https://sites.google.com/google.com/gcp-teachingresources/privacy-and-terms" TargetMode="Externa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4.xml"/><Relationship Id="rId3" Type="http://schemas.openxmlformats.org/officeDocument/2006/relationships/hyperlink" Target="https://sites.google.com/google.com/gcp-teachingresources/privacy-and-terms" TargetMode="Externa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5.xml"/><Relationship Id="rId3" Type="http://schemas.openxmlformats.org/officeDocument/2006/relationships/hyperlink" Target="https://sites.google.com/google.com/gcp-teachingresources/privacy-and-terms" TargetMode="Externa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6.xml"/><Relationship Id="rId3" Type="http://schemas.openxmlformats.org/officeDocument/2006/relationships/image" Target="../media/image75.png"/><Relationship Id="rId4" Type="http://schemas.openxmlformats.org/officeDocument/2006/relationships/image" Target="../media/image78.png"/><Relationship Id="rId5" Type="http://schemas.openxmlformats.org/officeDocument/2006/relationships/hyperlink" Target="https://sites.google.com/google.com/gcp-teachingresources/privacy-and-terms" TargetMode="Externa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7.xml"/><Relationship Id="rId3" Type="http://schemas.openxmlformats.org/officeDocument/2006/relationships/image" Target="../media/image80.png"/><Relationship Id="rId4" Type="http://schemas.openxmlformats.org/officeDocument/2006/relationships/image" Target="../media/image83.png"/><Relationship Id="rId5" Type="http://schemas.openxmlformats.org/officeDocument/2006/relationships/image" Target="../media/image82.png"/><Relationship Id="rId6" Type="http://schemas.openxmlformats.org/officeDocument/2006/relationships/hyperlink" Target="https://sites.google.com/google.com/gcp-teachingresources/privacy-and-terms" TargetMode="Externa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8.xml"/><Relationship Id="rId3" Type="http://schemas.openxmlformats.org/officeDocument/2006/relationships/image" Target="../media/image74.png"/><Relationship Id="rId4" Type="http://schemas.openxmlformats.org/officeDocument/2006/relationships/hyperlink" Target="https://sites.google.com/google.com/gcp-teachingresources/privacy-and-terms" TargetMode="Externa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9.xml"/><Relationship Id="rId3" Type="http://schemas.openxmlformats.org/officeDocument/2006/relationships/hyperlink" Target="https://sites.google.com/google.com/gcp-teachingresources/privacy-and-terms" TargetMode="Externa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 Id="rId3" Type="http://schemas.openxmlformats.org/officeDocument/2006/relationships/hyperlink" Target="https://google.qwiklabs.com/focuses/877?parent=catalog" TargetMode="External"/><Relationship Id="rId4" Type="http://schemas.openxmlformats.org/officeDocument/2006/relationships/hyperlink" Target="https://google.qwiklabs.com/focuses/877?parent=catalog" TargetMode="External"/><Relationship Id="rId5" Type="http://schemas.openxmlformats.org/officeDocument/2006/relationships/hyperlink" Target="https://sites.google.com/google.com/gcp-teachingresources/privacy-and-terms" TargetMode="Externa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61.xml"/><Relationship Id="rId3" Type="http://schemas.openxmlformats.org/officeDocument/2006/relationships/hyperlink" Target="https://sites.google.com/google.com/gcp-teachingresources/privacy-and-terms" TargetMode="External"/><Relationship Id="rId4" Type="http://schemas.openxmlformats.org/officeDocument/2006/relationships/image" Target="../media/image34.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2.xml"/><Relationship Id="rId3" Type="http://schemas.openxmlformats.org/officeDocument/2006/relationships/hyperlink" Target="https://sites.google.com/google.com/gcp-teachingresources/privacy-and-terms" TargetMode="Externa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 Id="rId3" Type="http://schemas.openxmlformats.org/officeDocument/2006/relationships/hyperlink" Target="https://google.qwiklabs.com/focuses/81?parent=catalog" TargetMode="External"/><Relationship Id="rId4" Type="http://schemas.openxmlformats.org/officeDocument/2006/relationships/hyperlink" Target="https://google.qwiklabs.com/focuses/81?parent=catalog" TargetMode="External"/><Relationship Id="rId5" Type="http://schemas.openxmlformats.org/officeDocument/2006/relationships/hyperlink" Target="https://sites.google.com/google.com/gcp-teachingresources/privacy-and-terms" TargetMode="Externa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64.xml"/><Relationship Id="rId3" Type="http://schemas.openxmlformats.org/officeDocument/2006/relationships/hyperlink" Target="https://sites.google.com/google.com/gcp-teachingresources/privacy-and-terms" TargetMode="External"/><Relationship Id="rId4" Type="http://schemas.openxmlformats.org/officeDocument/2006/relationships/image" Target="../media/image34.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5.xml"/><Relationship Id="rId3" Type="http://schemas.openxmlformats.org/officeDocument/2006/relationships/hyperlink" Target="https://sites.google.com/google.com/gcp-teachingresources/privacy-and-terms" TargetMode="Externa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66.xml"/><Relationship Id="rId3" Type="http://schemas.openxmlformats.org/officeDocument/2006/relationships/hyperlink" Target="https://sites.google.com/google.com/gcp-teachingresources/privacy-and-terms" TargetMode="Externa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67.xml"/><Relationship Id="rId3" Type="http://schemas.openxmlformats.org/officeDocument/2006/relationships/hyperlink" Target="https://sites.google.com/google.com/gcp-teachingresources/privacy-and-terms" TargetMode="Externa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68.xml"/><Relationship Id="rId3" Type="http://schemas.openxmlformats.org/officeDocument/2006/relationships/hyperlink" Target="https://sites.google.com/google.com/gcp-teachingresources/privacy-and-terms" TargetMode="Externa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69.xml"/><Relationship Id="rId3" Type="http://schemas.openxmlformats.org/officeDocument/2006/relationships/hyperlink" Target="https://sites.google.com/google.com/gcp-teachingresources/privacy-and-terms" TargetMode="Externa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70.xml"/><Relationship Id="rId3" Type="http://schemas.openxmlformats.org/officeDocument/2006/relationships/hyperlink" Target="https://sites.google.com/google.com/gcp-teachingresources/privacy-and-terms" TargetMode="Externa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71.xml"/><Relationship Id="rId3" Type="http://schemas.openxmlformats.org/officeDocument/2006/relationships/hyperlink" Target="https://sites.google.com/google.com/gcp-teachingresources/privacy-and-terms" TargetMode="Externa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2.xml"/><Relationship Id="rId3" Type="http://schemas.openxmlformats.org/officeDocument/2006/relationships/hyperlink" Target="https://sites.google.com/google.com/gcp-teachingresources/privacy-and-terms" TargetMode="Externa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73.xml"/><Relationship Id="rId3" Type="http://schemas.openxmlformats.org/officeDocument/2006/relationships/hyperlink" Target="https://sites.google.com/google.com/gcp-teachingresources/privacy-and-terms" TargetMode="Externa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7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39"/>
          <p:cNvSpPr txBox="1"/>
          <p:nvPr/>
        </p:nvSpPr>
        <p:spPr>
          <a:xfrm>
            <a:off x="1640300" y="2303225"/>
            <a:ext cx="14775300" cy="6664200"/>
          </a:xfrm>
          <a:prstGeom prst="rect">
            <a:avLst/>
          </a:prstGeom>
          <a:noFill/>
          <a:ln>
            <a:noFill/>
          </a:ln>
        </p:spPr>
        <p:txBody>
          <a:bodyPr anchorCtr="0" anchor="t" bIns="182850" lIns="182850" spcFirstLastPara="1" rIns="182850" wrap="square" tIns="182850">
            <a:noAutofit/>
          </a:bodyPr>
          <a:lstStyle/>
          <a:p>
            <a:pPr indent="0" lvl="0" marL="0" rtl="0" algn="l">
              <a:spcBef>
                <a:spcPts val="0"/>
              </a:spcBef>
              <a:spcAft>
                <a:spcPts val="0"/>
              </a:spcAft>
              <a:buNone/>
            </a:pPr>
            <a:r>
              <a:rPr lang="en" sz="1900">
                <a:solidFill>
                  <a:srgbClr val="3C4043"/>
                </a:solidFill>
                <a:highlight>
                  <a:srgbClr val="FFFFFF"/>
                </a:highlight>
                <a:latin typeface="Roboto"/>
                <a:ea typeface="Roboto"/>
                <a:cs typeface="Roboto"/>
                <a:sym typeface="Roboto"/>
              </a:rPr>
              <a:t>Thank you for your interest in using Google Cloud training material. We are excited about the content we are able to provide you (collectively, “Teaching Resources”) and hope you are too. </a:t>
            </a:r>
            <a:endParaRPr sz="1900">
              <a:solidFill>
                <a:srgbClr val="3C4043"/>
              </a:solidFill>
              <a:highlight>
                <a:srgbClr val="FFFFFF"/>
              </a:highlight>
              <a:latin typeface="Roboto"/>
              <a:ea typeface="Roboto"/>
              <a:cs typeface="Roboto"/>
              <a:sym typeface="Roboto"/>
            </a:endParaRPr>
          </a:p>
          <a:p>
            <a:pPr indent="0" lvl="0" marL="0" rtl="0" algn="l">
              <a:spcBef>
                <a:spcPts val="1200"/>
              </a:spcBef>
              <a:spcAft>
                <a:spcPts val="0"/>
              </a:spcAft>
              <a:buNone/>
            </a:pPr>
            <a:r>
              <a:rPr lang="en" sz="1900">
                <a:solidFill>
                  <a:srgbClr val="3C4043"/>
                </a:solidFill>
                <a:highlight>
                  <a:srgbClr val="FFFFFF"/>
                </a:highlight>
                <a:latin typeface="Roboto"/>
                <a:ea typeface="Roboto"/>
                <a:cs typeface="Roboto"/>
                <a:sym typeface="Roboto"/>
              </a:rPr>
              <a:t>By using Teaching Resources, you agree to be bound by all of the following terms, as well as the </a:t>
            </a:r>
            <a:r>
              <a:rPr lang="en" sz="1900" u="sng">
                <a:solidFill>
                  <a:srgbClr val="1A73E8"/>
                </a:solidFill>
                <a:highlight>
                  <a:srgbClr val="FFFFFF"/>
                </a:highlight>
                <a:latin typeface="Roboto"/>
                <a:ea typeface="Roboto"/>
                <a:cs typeface="Roboto"/>
                <a:sym typeface="Roboto"/>
                <a:hlinkClick r:id="rId3">
                  <a:extLst>
                    <a:ext uri="{A12FA001-AC4F-418D-AE19-62706E023703}">
                      <ahyp:hlinkClr val="tx"/>
                    </a:ext>
                  </a:extLst>
                </a:hlinkClick>
              </a:rPr>
              <a:t>Google terms of service</a:t>
            </a:r>
            <a:r>
              <a:rPr lang="en" sz="1900">
                <a:solidFill>
                  <a:srgbClr val="3C4043"/>
                </a:solidFill>
                <a:highlight>
                  <a:srgbClr val="FFFFFF"/>
                </a:highlight>
                <a:latin typeface="Roboto"/>
                <a:ea typeface="Roboto"/>
                <a:cs typeface="Roboto"/>
                <a:sym typeface="Roboto"/>
              </a:rPr>
              <a:t> and the </a:t>
            </a:r>
            <a:r>
              <a:rPr lang="en" sz="1900" u="sng">
                <a:solidFill>
                  <a:srgbClr val="1A73E8"/>
                </a:solidFill>
                <a:highlight>
                  <a:srgbClr val="FFFFFF"/>
                </a:highlight>
                <a:latin typeface="Roboto"/>
                <a:ea typeface="Roboto"/>
                <a:cs typeface="Roboto"/>
                <a:sym typeface="Roboto"/>
                <a:hlinkClick r:id="rId4">
                  <a:extLst>
                    <a:ext uri="{A12FA001-AC4F-418D-AE19-62706E023703}">
                      <ahyp:hlinkClr val="tx"/>
                    </a:ext>
                  </a:extLst>
                </a:hlinkClick>
              </a:rPr>
              <a:t>Google privacy policy</a:t>
            </a:r>
            <a:r>
              <a:rPr lang="en" sz="1900">
                <a:solidFill>
                  <a:srgbClr val="3C4043"/>
                </a:solidFill>
                <a:highlight>
                  <a:srgbClr val="FFFFFF"/>
                </a:highlight>
                <a:latin typeface="Roboto"/>
                <a:ea typeface="Roboto"/>
                <a:cs typeface="Roboto"/>
                <a:sym typeface="Roboto"/>
              </a:rPr>
              <a:t>. Unless otherwise specified, terms used below will have the meanings described in the </a:t>
            </a:r>
            <a:r>
              <a:rPr lang="en" sz="1900" u="sng">
                <a:solidFill>
                  <a:srgbClr val="1A73E8"/>
                </a:solidFill>
                <a:highlight>
                  <a:srgbClr val="FFFFFF"/>
                </a:highlight>
                <a:latin typeface="Roboto"/>
                <a:ea typeface="Roboto"/>
                <a:cs typeface="Roboto"/>
                <a:sym typeface="Roboto"/>
                <a:hlinkClick r:id="rId5">
                  <a:extLst>
                    <a:ext uri="{A12FA001-AC4F-418D-AE19-62706E023703}">
                      <ahyp:hlinkClr val="tx"/>
                    </a:ext>
                  </a:extLst>
                </a:hlinkClick>
              </a:rPr>
              <a:t>Google terms of service</a:t>
            </a:r>
            <a:r>
              <a:rPr lang="en" sz="1900">
                <a:solidFill>
                  <a:srgbClr val="3C4043"/>
                </a:solidFill>
                <a:highlight>
                  <a:srgbClr val="FFFFFF"/>
                </a:highlight>
                <a:latin typeface="Roboto"/>
                <a:ea typeface="Roboto"/>
                <a:cs typeface="Roboto"/>
                <a:sym typeface="Roboto"/>
              </a:rPr>
              <a:t>.</a:t>
            </a:r>
            <a:endParaRPr sz="1900">
              <a:solidFill>
                <a:srgbClr val="3C4043"/>
              </a:solidFill>
              <a:highlight>
                <a:srgbClr val="FFFFFF"/>
              </a:highlight>
              <a:latin typeface="Roboto"/>
              <a:ea typeface="Roboto"/>
              <a:cs typeface="Roboto"/>
              <a:sym typeface="Roboto"/>
            </a:endParaRPr>
          </a:p>
          <a:p>
            <a:pPr indent="0" lvl="0" marL="0" rtl="0" algn="l">
              <a:spcBef>
                <a:spcPts val="1200"/>
              </a:spcBef>
              <a:spcAft>
                <a:spcPts val="0"/>
              </a:spcAft>
              <a:buNone/>
            </a:pPr>
            <a:r>
              <a:t/>
            </a:r>
            <a:endParaRPr b="1" sz="1900">
              <a:solidFill>
                <a:srgbClr val="3C4043"/>
              </a:solidFill>
              <a:highlight>
                <a:srgbClr val="FFFFFF"/>
              </a:highlight>
              <a:latin typeface="Roboto"/>
              <a:ea typeface="Roboto"/>
              <a:cs typeface="Roboto"/>
              <a:sym typeface="Roboto"/>
            </a:endParaRPr>
          </a:p>
          <a:p>
            <a:pPr indent="-577850" lvl="0" marL="914400" rtl="0" algn="l">
              <a:spcBef>
                <a:spcPts val="1200"/>
              </a:spcBef>
              <a:spcAft>
                <a:spcPts val="0"/>
              </a:spcAft>
              <a:buClr>
                <a:srgbClr val="3C4043"/>
              </a:buClr>
              <a:buSzPts val="1900"/>
              <a:buFont typeface="Roboto"/>
              <a:buAutoNum type="arabicPeriod"/>
            </a:pPr>
            <a:r>
              <a:rPr b="1" lang="en" sz="1900">
                <a:solidFill>
                  <a:srgbClr val="3C4043"/>
                </a:solidFill>
                <a:highlight>
                  <a:srgbClr val="FFFFFF"/>
                </a:highlight>
                <a:latin typeface="Roboto"/>
                <a:ea typeface="Roboto"/>
                <a:cs typeface="Roboto"/>
                <a:sym typeface="Roboto"/>
              </a:rPr>
              <a:t>Educational Use Only</a:t>
            </a:r>
            <a:r>
              <a:rPr lang="en" sz="1900">
                <a:solidFill>
                  <a:srgbClr val="3C4043"/>
                </a:solidFill>
                <a:highlight>
                  <a:srgbClr val="FFFFFF"/>
                </a:highlight>
                <a:latin typeface="Roboto"/>
                <a:ea typeface="Roboto"/>
                <a:cs typeface="Roboto"/>
                <a:sym typeface="Roboto"/>
              </a:rPr>
              <a:t>. Teaching Resources is intended only for use teaching courses at regionally accredited or higher learning institutions. The content may be adapted, customize, remixed, and shared for educational use. Content may not be distributed, or otherwise exploited for any commercial purpose, commercial advantage, or private monetary compensation.</a:t>
            </a:r>
            <a:endParaRPr sz="1900">
              <a:solidFill>
                <a:srgbClr val="3C4043"/>
              </a:solidFill>
              <a:highlight>
                <a:srgbClr val="FFFFFF"/>
              </a:highlight>
              <a:latin typeface="Roboto"/>
              <a:ea typeface="Roboto"/>
              <a:cs typeface="Roboto"/>
              <a:sym typeface="Roboto"/>
            </a:endParaRPr>
          </a:p>
          <a:p>
            <a:pPr indent="0" lvl="0" marL="914400" rtl="0" algn="l">
              <a:spcBef>
                <a:spcPts val="0"/>
              </a:spcBef>
              <a:spcAft>
                <a:spcPts val="0"/>
              </a:spcAft>
              <a:buNone/>
            </a:pPr>
            <a:r>
              <a:t/>
            </a:r>
            <a:endParaRPr sz="1900">
              <a:solidFill>
                <a:srgbClr val="3C4043"/>
              </a:solidFill>
              <a:highlight>
                <a:srgbClr val="FFFFFF"/>
              </a:highlight>
              <a:latin typeface="Roboto"/>
              <a:ea typeface="Roboto"/>
              <a:cs typeface="Roboto"/>
              <a:sym typeface="Roboto"/>
            </a:endParaRPr>
          </a:p>
          <a:p>
            <a:pPr indent="-577850" lvl="0" marL="914400" rtl="0" algn="l">
              <a:spcBef>
                <a:spcPts val="0"/>
              </a:spcBef>
              <a:spcAft>
                <a:spcPts val="0"/>
              </a:spcAft>
              <a:buClr>
                <a:srgbClr val="3C4043"/>
              </a:buClr>
              <a:buSzPts val="1900"/>
              <a:buFont typeface="Roboto"/>
              <a:buAutoNum type="arabicPeriod"/>
            </a:pPr>
            <a:r>
              <a:rPr b="1" lang="en" sz="1900">
                <a:solidFill>
                  <a:srgbClr val="3C4043"/>
                </a:solidFill>
                <a:highlight>
                  <a:srgbClr val="FFFFFF"/>
                </a:highlight>
                <a:latin typeface="Roboto"/>
                <a:ea typeface="Roboto"/>
                <a:cs typeface="Roboto"/>
                <a:sym typeface="Roboto"/>
              </a:rPr>
              <a:t>Attribution Requirements</a:t>
            </a:r>
            <a:r>
              <a:rPr lang="en" sz="1900">
                <a:solidFill>
                  <a:srgbClr val="3C4043"/>
                </a:solidFill>
                <a:highlight>
                  <a:srgbClr val="FFFFFF"/>
                </a:highlight>
                <a:latin typeface="Roboto"/>
                <a:ea typeface="Roboto"/>
                <a:cs typeface="Roboto"/>
                <a:sym typeface="Roboto"/>
              </a:rPr>
              <a:t>. If you distribute, publicly perform, display, transmit, publish, or otherwise make available any Teaching Resources or any derivative works thereof, you must attribute the material you use back to the Teaching Resources, but not in any way that suggests Google, any of its affiliates, or any of its third party content providers endorse you or your use of such materials. If you adapt, remix, or customize the Teaching Resources please include the following text on each edited slide: </a:t>
            </a:r>
            <a:r>
              <a:rPr i="1" lang="en" sz="1900">
                <a:solidFill>
                  <a:srgbClr val="3C4043"/>
                </a:solidFill>
                <a:highlight>
                  <a:srgbClr val="FFFFFF"/>
                </a:highlight>
                <a:latin typeface="Roboto"/>
                <a:ea typeface="Roboto"/>
                <a:cs typeface="Roboto"/>
                <a:sym typeface="Roboto"/>
              </a:rPr>
              <a:t>“The original content was provided by Google LLC and modified for the purpose of the course, without input or endorsement from Google LLC.”</a:t>
            </a:r>
            <a:r>
              <a:rPr lang="en" sz="1900">
                <a:solidFill>
                  <a:srgbClr val="3C4043"/>
                </a:solidFill>
                <a:highlight>
                  <a:srgbClr val="FFFFFF"/>
                </a:highlight>
                <a:latin typeface="Roboto"/>
                <a:ea typeface="Roboto"/>
                <a:cs typeface="Roboto"/>
                <a:sym typeface="Roboto"/>
              </a:rPr>
              <a:t> </a:t>
            </a:r>
            <a:endParaRPr sz="1900">
              <a:solidFill>
                <a:srgbClr val="3C4043"/>
              </a:solidFill>
              <a:highlight>
                <a:srgbClr val="FFFFFF"/>
              </a:highlight>
              <a:latin typeface="Roboto"/>
              <a:ea typeface="Roboto"/>
              <a:cs typeface="Roboto"/>
              <a:sym typeface="Roboto"/>
            </a:endParaRPr>
          </a:p>
          <a:p>
            <a:pPr indent="0" lvl="0" marL="914400" rtl="0" algn="l">
              <a:spcBef>
                <a:spcPts val="0"/>
              </a:spcBef>
              <a:spcAft>
                <a:spcPts val="0"/>
              </a:spcAft>
              <a:buNone/>
            </a:pPr>
            <a:r>
              <a:t/>
            </a:r>
            <a:endParaRPr sz="1900">
              <a:solidFill>
                <a:srgbClr val="3C4043"/>
              </a:solidFill>
              <a:highlight>
                <a:srgbClr val="FFFFFF"/>
              </a:highlight>
              <a:latin typeface="Roboto"/>
              <a:ea typeface="Roboto"/>
              <a:cs typeface="Roboto"/>
              <a:sym typeface="Roboto"/>
            </a:endParaRPr>
          </a:p>
          <a:p>
            <a:pPr indent="-577850" lvl="0" marL="914400" rtl="0" algn="l">
              <a:spcBef>
                <a:spcPts val="0"/>
              </a:spcBef>
              <a:spcAft>
                <a:spcPts val="0"/>
              </a:spcAft>
              <a:buClr>
                <a:srgbClr val="3C4043"/>
              </a:buClr>
              <a:buSzPts val="1900"/>
              <a:buFont typeface="Roboto"/>
              <a:buAutoNum type="arabicPeriod"/>
            </a:pPr>
            <a:r>
              <a:rPr lang="en" sz="1900">
                <a:solidFill>
                  <a:srgbClr val="3C4043"/>
                </a:solidFill>
                <a:highlight>
                  <a:srgbClr val="FFFFFF"/>
                </a:highlight>
                <a:latin typeface="Roboto"/>
                <a:ea typeface="Roboto"/>
                <a:cs typeface="Roboto"/>
                <a:sym typeface="Roboto"/>
              </a:rPr>
              <a:t>Descriptions of Google products, services, infrastructure and processes contained in the Teaching Resources are descriptions for teaching and learning purposes only and do not constitute a guarantee, promise, or representation of accuracy by Google. Pricing, availability or features of Google Cloud products and services described in the Teaching Resources may change.</a:t>
            </a:r>
            <a:endParaRPr sz="2100">
              <a:solidFill>
                <a:srgbClr val="3C4043"/>
              </a:solidFill>
              <a:highlight>
                <a:srgbClr val="FFFFFF"/>
              </a:highlight>
              <a:latin typeface="Roboto"/>
              <a:ea typeface="Roboto"/>
              <a:cs typeface="Roboto"/>
              <a:sym typeface="Roboto"/>
            </a:endParaRPr>
          </a:p>
        </p:txBody>
      </p:sp>
      <p:sp>
        <p:nvSpPr>
          <p:cNvPr id="189" name="Google Shape;189;p39"/>
          <p:cNvSpPr txBox="1"/>
          <p:nvPr/>
        </p:nvSpPr>
        <p:spPr>
          <a:xfrm>
            <a:off x="1672475" y="1154875"/>
            <a:ext cx="14775300" cy="114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4800">
                <a:solidFill>
                  <a:srgbClr val="202124"/>
                </a:solidFill>
                <a:latin typeface="Google Sans"/>
                <a:ea typeface="Google Sans"/>
                <a:cs typeface="Google Sans"/>
                <a:sym typeface="Google Sans"/>
              </a:rPr>
              <a:t>Disclaimer</a:t>
            </a:r>
            <a:endParaRPr sz="4800">
              <a:solidFill>
                <a:srgbClr val="202124"/>
              </a:solidFill>
              <a:latin typeface="Google Sans"/>
              <a:ea typeface="Google Sans"/>
              <a:cs typeface="Google Sans"/>
              <a:sym typeface="Google Sans"/>
            </a:endParaRPr>
          </a:p>
        </p:txBody>
      </p:sp>
      <p:sp>
        <p:nvSpPr>
          <p:cNvPr id="190" name="Google Shape;190;p39"/>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6">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40"/>
          <p:cNvSpPr txBox="1"/>
          <p:nvPr>
            <p:ph idx="1" type="subTitle"/>
          </p:nvPr>
        </p:nvSpPr>
        <p:spPr>
          <a:xfrm>
            <a:off x="1753100" y="8001175"/>
            <a:ext cx="7428900" cy="777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40"/>
          <p:cNvSpPr txBox="1"/>
          <p:nvPr>
            <p:ph type="title"/>
          </p:nvPr>
        </p:nvSpPr>
        <p:spPr>
          <a:xfrm>
            <a:off x="1753100" y="4201375"/>
            <a:ext cx="7206900" cy="3799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Use Google Cloud to Build Your Apps</a:t>
            </a:r>
            <a:endParaRPr/>
          </a:p>
        </p:txBody>
      </p:sp>
      <p:sp>
        <p:nvSpPr>
          <p:cNvPr id="197" name="Google Shape;197;p40"/>
          <p:cNvSpPr txBox="1"/>
          <p:nvPr>
            <p:ph idx="2" type="subTitle"/>
          </p:nvPr>
        </p:nvSpPr>
        <p:spPr>
          <a:xfrm>
            <a:off x="1795700" y="8564800"/>
            <a:ext cx="8174700" cy="654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40"/>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a:t>
            </a:r>
            <a:r>
              <a:rPr lang="en" sz="1600">
                <a:solidFill>
                  <a:srgbClr val="FFFFFF"/>
                </a:solidFill>
                <a:latin typeface="Google Sans"/>
                <a:ea typeface="Google Sans"/>
                <a:cs typeface="Google Sans"/>
                <a:sym typeface="Google Sans"/>
              </a:rPr>
              <a:t>in accordance with the terms of use set forth on the program </a:t>
            </a:r>
            <a:r>
              <a:rPr lang="en" sz="1600" u="sng">
                <a:solidFill>
                  <a:srgbClr val="FFFFFF"/>
                </a:solidFill>
                <a:latin typeface="Google Sans"/>
                <a:ea typeface="Google Sans"/>
                <a:cs typeface="Google Sans"/>
                <a:sym typeface="Google Sans"/>
                <a:hlinkClick r:id="rId3">
                  <a:extLst>
                    <a:ext uri="{A12FA001-AC4F-418D-AE19-62706E023703}">
                      <ahyp:hlinkClr val="tx"/>
                    </a:ext>
                  </a:extLst>
                </a:hlinkClick>
              </a:rPr>
              <a:t>Website</a:t>
            </a:r>
            <a:r>
              <a:rPr lang="en" sz="1600">
                <a:solidFill>
                  <a:srgbClr val="FFFFFF"/>
                </a:solidFill>
                <a:latin typeface="Google Sans"/>
                <a:ea typeface="Google Sans"/>
                <a:cs typeface="Google Sans"/>
                <a:sym typeface="Google Sans"/>
              </a:rPr>
              <a:t>.</a:t>
            </a:r>
            <a:endParaRPr sz="1600">
              <a:solidFill>
                <a:srgbClr val="FFFFFF"/>
              </a:solidFill>
              <a:latin typeface="Google Sans"/>
              <a:ea typeface="Google Sans"/>
              <a:cs typeface="Google Sans"/>
              <a:sym typeface="Google Sa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41"/>
          <p:cNvSpPr/>
          <p:nvPr/>
        </p:nvSpPr>
        <p:spPr>
          <a:xfrm>
            <a:off x="1828800" y="2452500"/>
            <a:ext cx="2681100" cy="6858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800">
                <a:solidFill>
                  <a:srgbClr val="FFFFFF"/>
                </a:solidFill>
                <a:latin typeface="Roboto"/>
                <a:ea typeface="Roboto"/>
                <a:cs typeface="Roboto"/>
                <a:sym typeface="Roboto"/>
              </a:rPr>
              <a:t>Module 1</a:t>
            </a:r>
            <a:endParaRPr sz="2800">
              <a:solidFill>
                <a:srgbClr val="FFFFFF"/>
              </a:solidFill>
              <a:latin typeface="Roboto"/>
              <a:ea typeface="Roboto"/>
              <a:cs typeface="Roboto"/>
              <a:sym typeface="Roboto"/>
            </a:endParaRPr>
          </a:p>
        </p:txBody>
      </p:sp>
      <p:sp>
        <p:nvSpPr>
          <p:cNvPr id="204" name="Google Shape;204;p41"/>
          <p:cNvSpPr/>
          <p:nvPr/>
        </p:nvSpPr>
        <p:spPr>
          <a:xfrm>
            <a:off x="4819650" y="2452500"/>
            <a:ext cx="2681100" cy="6858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800">
                <a:solidFill>
                  <a:srgbClr val="FFFFFF"/>
                </a:solidFill>
                <a:latin typeface="Roboto"/>
                <a:ea typeface="Roboto"/>
                <a:cs typeface="Roboto"/>
                <a:sym typeface="Roboto"/>
              </a:rPr>
              <a:t>Module 2</a:t>
            </a:r>
            <a:endParaRPr sz="2800">
              <a:solidFill>
                <a:srgbClr val="FFFFFF"/>
              </a:solidFill>
              <a:latin typeface="Roboto"/>
              <a:ea typeface="Roboto"/>
              <a:cs typeface="Roboto"/>
              <a:sym typeface="Roboto"/>
            </a:endParaRPr>
          </a:p>
        </p:txBody>
      </p:sp>
      <p:sp>
        <p:nvSpPr>
          <p:cNvPr id="205" name="Google Shape;205;p41"/>
          <p:cNvSpPr/>
          <p:nvPr/>
        </p:nvSpPr>
        <p:spPr>
          <a:xfrm>
            <a:off x="7810500" y="2452500"/>
            <a:ext cx="2681100" cy="6858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800">
                <a:solidFill>
                  <a:srgbClr val="FFFFFF"/>
                </a:solidFill>
                <a:latin typeface="Roboto"/>
                <a:ea typeface="Roboto"/>
                <a:cs typeface="Roboto"/>
                <a:sym typeface="Roboto"/>
              </a:rPr>
              <a:t>Module 3</a:t>
            </a:r>
            <a:endParaRPr sz="2800">
              <a:solidFill>
                <a:srgbClr val="FFFFFF"/>
              </a:solidFill>
              <a:latin typeface="Roboto"/>
              <a:ea typeface="Roboto"/>
              <a:cs typeface="Roboto"/>
              <a:sym typeface="Roboto"/>
            </a:endParaRPr>
          </a:p>
        </p:txBody>
      </p:sp>
      <p:sp>
        <p:nvSpPr>
          <p:cNvPr id="206" name="Google Shape;206;p41"/>
          <p:cNvSpPr/>
          <p:nvPr/>
        </p:nvSpPr>
        <p:spPr>
          <a:xfrm>
            <a:off x="10801350" y="2452500"/>
            <a:ext cx="2681100" cy="6858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800">
                <a:solidFill>
                  <a:srgbClr val="FFFFFF"/>
                </a:solidFill>
                <a:latin typeface="Roboto"/>
                <a:ea typeface="Roboto"/>
                <a:cs typeface="Roboto"/>
                <a:sym typeface="Roboto"/>
              </a:rPr>
              <a:t>Module 4</a:t>
            </a:r>
            <a:endParaRPr sz="2800">
              <a:solidFill>
                <a:srgbClr val="FFFFFF"/>
              </a:solidFill>
              <a:latin typeface="Roboto"/>
              <a:ea typeface="Roboto"/>
              <a:cs typeface="Roboto"/>
              <a:sym typeface="Roboto"/>
            </a:endParaRPr>
          </a:p>
        </p:txBody>
      </p:sp>
      <p:sp>
        <p:nvSpPr>
          <p:cNvPr id="207" name="Google Shape;207;p41"/>
          <p:cNvSpPr/>
          <p:nvPr/>
        </p:nvSpPr>
        <p:spPr>
          <a:xfrm>
            <a:off x="13792200" y="2452500"/>
            <a:ext cx="2681100" cy="6858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800">
                <a:solidFill>
                  <a:srgbClr val="FFFFFF"/>
                </a:solidFill>
                <a:latin typeface="Roboto"/>
                <a:ea typeface="Roboto"/>
                <a:cs typeface="Roboto"/>
                <a:sym typeface="Roboto"/>
              </a:rPr>
              <a:t>Module 5</a:t>
            </a:r>
            <a:endParaRPr sz="2800">
              <a:solidFill>
                <a:srgbClr val="FFFFFF"/>
              </a:solidFill>
              <a:latin typeface="Roboto"/>
              <a:ea typeface="Roboto"/>
              <a:cs typeface="Roboto"/>
              <a:sym typeface="Roboto"/>
            </a:endParaRPr>
          </a:p>
        </p:txBody>
      </p:sp>
      <p:sp>
        <p:nvSpPr>
          <p:cNvPr id="208" name="Google Shape;208;p41"/>
          <p:cNvSpPr/>
          <p:nvPr/>
        </p:nvSpPr>
        <p:spPr>
          <a:xfrm>
            <a:off x="1828800" y="5195700"/>
            <a:ext cx="2681100" cy="6858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800">
                <a:solidFill>
                  <a:srgbClr val="FFFFFF"/>
                </a:solidFill>
                <a:latin typeface="Roboto"/>
                <a:ea typeface="Roboto"/>
                <a:cs typeface="Roboto"/>
                <a:sym typeface="Roboto"/>
              </a:rPr>
              <a:t>Module 6</a:t>
            </a:r>
            <a:endParaRPr sz="2800">
              <a:solidFill>
                <a:srgbClr val="FFFFFF"/>
              </a:solidFill>
              <a:latin typeface="Roboto"/>
              <a:ea typeface="Roboto"/>
              <a:cs typeface="Roboto"/>
              <a:sym typeface="Roboto"/>
            </a:endParaRPr>
          </a:p>
        </p:txBody>
      </p:sp>
      <p:sp>
        <p:nvSpPr>
          <p:cNvPr id="209" name="Google Shape;209;p41"/>
          <p:cNvSpPr/>
          <p:nvPr/>
        </p:nvSpPr>
        <p:spPr>
          <a:xfrm>
            <a:off x="4819650" y="5195700"/>
            <a:ext cx="2681100" cy="6858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800">
                <a:solidFill>
                  <a:srgbClr val="FFFFFF"/>
                </a:solidFill>
                <a:latin typeface="Roboto"/>
                <a:ea typeface="Roboto"/>
                <a:cs typeface="Roboto"/>
                <a:sym typeface="Roboto"/>
              </a:rPr>
              <a:t>Module 7</a:t>
            </a:r>
            <a:endParaRPr sz="2800">
              <a:solidFill>
                <a:srgbClr val="FFFFFF"/>
              </a:solidFill>
              <a:latin typeface="Roboto"/>
              <a:ea typeface="Roboto"/>
              <a:cs typeface="Roboto"/>
              <a:sym typeface="Roboto"/>
            </a:endParaRPr>
          </a:p>
        </p:txBody>
      </p:sp>
      <p:sp>
        <p:nvSpPr>
          <p:cNvPr id="210" name="Google Shape;210;p41"/>
          <p:cNvSpPr/>
          <p:nvPr/>
        </p:nvSpPr>
        <p:spPr>
          <a:xfrm>
            <a:off x="7810500" y="5195700"/>
            <a:ext cx="2681100" cy="6858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800">
                <a:solidFill>
                  <a:srgbClr val="FFFFFF"/>
                </a:solidFill>
                <a:latin typeface="Roboto"/>
                <a:ea typeface="Roboto"/>
                <a:cs typeface="Roboto"/>
                <a:sym typeface="Roboto"/>
              </a:rPr>
              <a:t>Module 8</a:t>
            </a:r>
            <a:endParaRPr sz="2800">
              <a:solidFill>
                <a:srgbClr val="FFFFFF"/>
              </a:solidFill>
              <a:latin typeface="Roboto"/>
              <a:ea typeface="Roboto"/>
              <a:cs typeface="Roboto"/>
              <a:sym typeface="Roboto"/>
            </a:endParaRPr>
          </a:p>
        </p:txBody>
      </p:sp>
      <p:sp>
        <p:nvSpPr>
          <p:cNvPr id="211" name="Google Shape;211;p41"/>
          <p:cNvSpPr/>
          <p:nvPr/>
        </p:nvSpPr>
        <p:spPr>
          <a:xfrm>
            <a:off x="10801350" y="5195700"/>
            <a:ext cx="2681100" cy="6858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800">
                <a:solidFill>
                  <a:srgbClr val="FFFFFF"/>
                </a:solidFill>
                <a:latin typeface="Roboto"/>
                <a:ea typeface="Roboto"/>
                <a:cs typeface="Roboto"/>
                <a:sym typeface="Roboto"/>
              </a:rPr>
              <a:t>Module 9</a:t>
            </a:r>
            <a:endParaRPr sz="2800">
              <a:solidFill>
                <a:srgbClr val="FFFFFF"/>
              </a:solidFill>
              <a:latin typeface="Roboto"/>
              <a:ea typeface="Roboto"/>
              <a:cs typeface="Roboto"/>
              <a:sym typeface="Roboto"/>
            </a:endParaRPr>
          </a:p>
        </p:txBody>
      </p:sp>
      <p:sp>
        <p:nvSpPr>
          <p:cNvPr id="212" name="Google Shape;212;p41"/>
          <p:cNvSpPr/>
          <p:nvPr/>
        </p:nvSpPr>
        <p:spPr>
          <a:xfrm>
            <a:off x="13792200" y="5195700"/>
            <a:ext cx="2681100" cy="6858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800">
                <a:solidFill>
                  <a:srgbClr val="FFFFFF"/>
                </a:solidFill>
                <a:latin typeface="Roboto"/>
                <a:ea typeface="Roboto"/>
                <a:cs typeface="Roboto"/>
                <a:sym typeface="Roboto"/>
              </a:rPr>
              <a:t>Module 10</a:t>
            </a:r>
            <a:endParaRPr sz="2800">
              <a:solidFill>
                <a:srgbClr val="FFFFFF"/>
              </a:solidFill>
              <a:latin typeface="Roboto"/>
              <a:ea typeface="Roboto"/>
              <a:cs typeface="Roboto"/>
              <a:sym typeface="Roboto"/>
            </a:endParaRPr>
          </a:p>
        </p:txBody>
      </p:sp>
      <p:sp>
        <p:nvSpPr>
          <p:cNvPr id="213" name="Google Shape;213;p41"/>
          <p:cNvSpPr/>
          <p:nvPr/>
        </p:nvSpPr>
        <p:spPr>
          <a:xfrm>
            <a:off x="1828800" y="3290700"/>
            <a:ext cx="2681100" cy="1628100"/>
          </a:xfrm>
          <a:prstGeom prst="rect">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lt1"/>
                </a:solidFill>
                <a:latin typeface="Roboto"/>
                <a:ea typeface="Roboto"/>
                <a:cs typeface="Roboto"/>
                <a:sym typeface="Roboto"/>
              </a:rPr>
              <a:t>So, What’s the Cloud Anyway?</a:t>
            </a:r>
            <a:endParaRPr sz="2000">
              <a:solidFill>
                <a:schemeClr val="lt1"/>
              </a:solidFill>
              <a:latin typeface="Roboto"/>
              <a:ea typeface="Roboto"/>
              <a:cs typeface="Roboto"/>
              <a:sym typeface="Roboto"/>
            </a:endParaRPr>
          </a:p>
        </p:txBody>
      </p:sp>
      <p:sp>
        <p:nvSpPr>
          <p:cNvPr id="214" name="Google Shape;214;p41"/>
          <p:cNvSpPr/>
          <p:nvPr/>
        </p:nvSpPr>
        <p:spPr>
          <a:xfrm>
            <a:off x="4819650" y="3290700"/>
            <a:ext cx="2681100" cy="1628100"/>
          </a:xfrm>
          <a:prstGeom prst="rect">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lt1"/>
                </a:solidFill>
                <a:latin typeface="Roboto"/>
                <a:ea typeface="Roboto"/>
                <a:cs typeface="Roboto"/>
                <a:sym typeface="Roboto"/>
              </a:rPr>
              <a:t>Start with a Solid Platform</a:t>
            </a:r>
            <a:endParaRPr sz="2000">
              <a:solidFill>
                <a:schemeClr val="lt1"/>
              </a:solidFill>
              <a:latin typeface="Roboto"/>
              <a:ea typeface="Roboto"/>
              <a:cs typeface="Roboto"/>
              <a:sym typeface="Roboto"/>
            </a:endParaRPr>
          </a:p>
        </p:txBody>
      </p:sp>
      <p:sp>
        <p:nvSpPr>
          <p:cNvPr id="215" name="Google Shape;215;p41"/>
          <p:cNvSpPr/>
          <p:nvPr/>
        </p:nvSpPr>
        <p:spPr>
          <a:xfrm>
            <a:off x="7810500" y="3290700"/>
            <a:ext cx="2681100" cy="1628100"/>
          </a:xfrm>
          <a:prstGeom prst="rect">
            <a:avLst/>
          </a:prstGeom>
          <a:noFill/>
          <a:ln cap="flat" cmpd="sng" w="3810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lt1"/>
                </a:solidFill>
                <a:latin typeface="Roboto"/>
                <a:ea typeface="Roboto"/>
                <a:cs typeface="Roboto"/>
                <a:sym typeface="Roboto"/>
              </a:rPr>
              <a:t>Use </a:t>
            </a:r>
            <a:r>
              <a:rPr lang="en" sz="2000">
                <a:solidFill>
                  <a:schemeClr val="lt1"/>
                </a:solidFill>
                <a:latin typeface="Roboto"/>
                <a:ea typeface="Roboto"/>
                <a:cs typeface="Roboto"/>
                <a:sym typeface="Roboto"/>
              </a:rPr>
              <a:t>Google Cloud</a:t>
            </a:r>
            <a:r>
              <a:rPr lang="en" sz="2000">
                <a:solidFill>
                  <a:schemeClr val="lt1"/>
                </a:solidFill>
                <a:latin typeface="Roboto"/>
                <a:ea typeface="Roboto"/>
                <a:cs typeface="Roboto"/>
                <a:sym typeface="Roboto"/>
              </a:rPr>
              <a:t> to Build Your Apps</a:t>
            </a:r>
            <a:endParaRPr sz="2000">
              <a:solidFill>
                <a:schemeClr val="lt1"/>
              </a:solidFill>
              <a:latin typeface="Roboto"/>
              <a:ea typeface="Roboto"/>
              <a:cs typeface="Roboto"/>
              <a:sym typeface="Roboto"/>
            </a:endParaRPr>
          </a:p>
        </p:txBody>
      </p:sp>
      <p:sp>
        <p:nvSpPr>
          <p:cNvPr id="216" name="Google Shape;216;p41"/>
          <p:cNvSpPr/>
          <p:nvPr/>
        </p:nvSpPr>
        <p:spPr>
          <a:xfrm>
            <a:off x="10801350" y="3290700"/>
            <a:ext cx="2681100" cy="1628100"/>
          </a:xfrm>
          <a:prstGeom prst="rect">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lt1"/>
                </a:solidFill>
                <a:latin typeface="Roboto"/>
                <a:ea typeface="Roboto"/>
                <a:cs typeface="Roboto"/>
                <a:sym typeface="Roboto"/>
              </a:rPr>
              <a:t>Where Do I Store This Stuff?</a:t>
            </a:r>
            <a:endParaRPr sz="2000">
              <a:solidFill>
                <a:schemeClr val="lt1"/>
              </a:solidFill>
              <a:latin typeface="Roboto"/>
              <a:ea typeface="Roboto"/>
              <a:cs typeface="Roboto"/>
              <a:sym typeface="Roboto"/>
            </a:endParaRPr>
          </a:p>
        </p:txBody>
      </p:sp>
      <p:sp>
        <p:nvSpPr>
          <p:cNvPr id="217" name="Google Shape;217;p41"/>
          <p:cNvSpPr/>
          <p:nvPr/>
        </p:nvSpPr>
        <p:spPr>
          <a:xfrm>
            <a:off x="13792200" y="3290700"/>
            <a:ext cx="2681100" cy="1628100"/>
          </a:xfrm>
          <a:prstGeom prst="rect">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lt1"/>
                </a:solidFill>
                <a:latin typeface="Roboto"/>
                <a:ea typeface="Roboto"/>
                <a:cs typeface="Roboto"/>
                <a:sym typeface="Roboto"/>
              </a:rPr>
              <a:t>There’s an API for That!</a:t>
            </a:r>
            <a:endParaRPr sz="2000">
              <a:solidFill>
                <a:schemeClr val="lt1"/>
              </a:solidFill>
              <a:latin typeface="Roboto"/>
              <a:ea typeface="Roboto"/>
              <a:cs typeface="Roboto"/>
              <a:sym typeface="Roboto"/>
            </a:endParaRPr>
          </a:p>
        </p:txBody>
      </p:sp>
      <p:sp>
        <p:nvSpPr>
          <p:cNvPr id="218" name="Google Shape;218;p41"/>
          <p:cNvSpPr/>
          <p:nvPr/>
        </p:nvSpPr>
        <p:spPr>
          <a:xfrm>
            <a:off x="1828800" y="6033900"/>
            <a:ext cx="2681100" cy="1627500"/>
          </a:xfrm>
          <a:prstGeom prst="rect">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lt1"/>
                </a:solidFill>
                <a:latin typeface="Roboto"/>
                <a:ea typeface="Roboto"/>
                <a:cs typeface="Roboto"/>
                <a:sym typeface="Roboto"/>
              </a:rPr>
              <a:t>You Can’t Secure the Cloud, Right?</a:t>
            </a:r>
            <a:endParaRPr sz="2000">
              <a:solidFill>
                <a:schemeClr val="lt1"/>
              </a:solidFill>
              <a:latin typeface="Roboto"/>
              <a:ea typeface="Roboto"/>
              <a:cs typeface="Roboto"/>
              <a:sym typeface="Roboto"/>
            </a:endParaRPr>
          </a:p>
        </p:txBody>
      </p:sp>
      <p:sp>
        <p:nvSpPr>
          <p:cNvPr id="219" name="Google Shape;219;p41"/>
          <p:cNvSpPr/>
          <p:nvPr/>
        </p:nvSpPr>
        <p:spPr>
          <a:xfrm>
            <a:off x="4819650" y="6033900"/>
            <a:ext cx="2681100" cy="1627500"/>
          </a:xfrm>
          <a:prstGeom prst="rect">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lt1"/>
                </a:solidFill>
                <a:latin typeface="Roboto"/>
                <a:ea typeface="Roboto"/>
                <a:cs typeface="Roboto"/>
                <a:sym typeface="Roboto"/>
              </a:rPr>
              <a:t>It Helps to Network</a:t>
            </a:r>
            <a:endParaRPr sz="2000">
              <a:solidFill>
                <a:schemeClr val="lt1"/>
              </a:solidFill>
              <a:latin typeface="Roboto"/>
              <a:ea typeface="Roboto"/>
              <a:cs typeface="Roboto"/>
              <a:sym typeface="Roboto"/>
            </a:endParaRPr>
          </a:p>
        </p:txBody>
      </p:sp>
      <p:sp>
        <p:nvSpPr>
          <p:cNvPr id="220" name="Google Shape;220;p41"/>
          <p:cNvSpPr/>
          <p:nvPr/>
        </p:nvSpPr>
        <p:spPr>
          <a:xfrm>
            <a:off x="7810500" y="6033900"/>
            <a:ext cx="2681100" cy="1627500"/>
          </a:xfrm>
          <a:prstGeom prst="rect">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lt1"/>
                </a:solidFill>
                <a:latin typeface="Roboto"/>
                <a:ea typeface="Roboto"/>
                <a:cs typeface="Roboto"/>
                <a:sym typeface="Roboto"/>
              </a:rPr>
              <a:t>Let Google Keep an Eye on Things</a:t>
            </a:r>
            <a:endParaRPr sz="2000">
              <a:solidFill>
                <a:schemeClr val="lt1"/>
              </a:solidFill>
              <a:latin typeface="Roboto"/>
              <a:ea typeface="Roboto"/>
              <a:cs typeface="Roboto"/>
              <a:sym typeface="Roboto"/>
            </a:endParaRPr>
          </a:p>
        </p:txBody>
      </p:sp>
      <p:sp>
        <p:nvSpPr>
          <p:cNvPr id="221" name="Google Shape;221;p41"/>
          <p:cNvSpPr/>
          <p:nvPr/>
        </p:nvSpPr>
        <p:spPr>
          <a:xfrm>
            <a:off x="10801350" y="6033900"/>
            <a:ext cx="2681100" cy="1627500"/>
          </a:xfrm>
          <a:prstGeom prst="rect">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lt1"/>
                </a:solidFill>
                <a:latin typeface="Roboto"/>
                <a:ea typeface="Roboto"/>
                <a:cs typeface="Roboto"/>
                <a:sym typeface="Roboto"/>
              </a:rPr>
              <a:t>You Have the Data, but What Are You Doing with It?</a:t>
            </a:r>
            <a:endParaRPr sz="2000">
              <a:solidFill>
                <a:schemeClr val="lt1"/>
              </a:solidFill>
              <a:latin typeface="Roboto"/>
              <a:ea typeface="Roboto"/>
              <a:cs typeface="Roboto"/>
              <a:sym typeface="Roboto"/>
            </a:endParaRPr>
          </a:p>
        </p:txBody>
      </p:sp>
      <p:sp>
        <p:nvSpPr>
          <p:cNvPr id="222" name="Google Shape;222;p41"/>
          <p:cNvSpPr/>
          <p:nvPr/>
        </p:nvSpPr>
        <p:spPr>
          <a:xfrm>
            <a:off x="13792200" y="6033900"/>
            <a:ext cx="2681100" cy="1627500"/>
          </a:xfrm>
          <a:prstGeom prst="rect">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lt1"/>
                </a:solidFill>
                <a:latin typeface="Roboto"/>
                <a:ea typeface="Roboto"/>
                <a:cs typeface="Roboto"/>
                <a:sym typeface="Roboto"/>
              </a:rPr>
              <a:t>Let Machines Do the Work</a:t>
            </a:r>
            <a:endParaRPr sz="2000">
              <a:solidFill>
                <a:schemeClr val="lt1"/>
              </a:solidFill>
              <a:latin typeface="Roboto"/>
              <a:ea typeface="Roboto"/>
              <a:cs typeface="Roboto"/>
              <a:sym typeface="Roboto"/>
            </a:endParaRPr>
          </a:p>
        </p:txBody>
      </p:sp>
      <p:sp>
        <p:nvSpPr>
          <p:cNvPr id="223" name="Google Shape;223;p41"/>
          <p:cNvSpPr/>
          <p:nvPr/>
        </p:nvSpPr>
        <p:spPr>
          <a:xfrm>
            <a:off x="1828800" y="7938900"/>
            <a:ext cx="14639700" cy="6858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800">
                <a:solidFill>
                  <a:srgbClr val="FFFFFF"/>
                </a:solidFill>
                <a:latin typeface="Roboto"/>
                <a:ea typeface="Roboto"/>
                <a:cs typeface="Roboto"/>
                <a:sym typeface="Roboto"/>
              </a:rPr>
              <a:t>Google Cloud skills badges</a:t>
            </a:r>
            <a:endParaRPr sz="2800">
              <a:solidFill>
                <a:srgbClr val="FFFFFF"/>
              </a:solidFill>
              <a:latin typeface="Roboto"/>
              <a:ea typeface="Roboto"/>
              <a:cs typeface="Roboto"/>
              <a:sym typeface="Roboto"/>
            </a:endParaRPr>
          </a:p>
        </p:txBody>
      </p:sp>
      <p:sp>
        <p:nvSpPr>
          <p:cNvPr id="224" name="Google Shape;224;p41"/>
          <p:cNvSpPr txBox="1"/>
          <p:nvPr>
            <p:ph type="title"/>
          </p:nvPr>
        </p:nvSpPr>
        <p:spPr>
          <a:xfrm>
            <a:off x="1672475" y="1154875"/>
            <a:ext cx="147753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Course map</a:t>
            </a:r>
            <a:endParaRPr/>
          </a:p>
        </p:txBody>
      </p:sp>
      <p:sp>
        <p:nvSpPr>
          <p:cNvPr id="225" name="Google Shape;225;p41"/>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3">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42"/>
          <p:cNvSpPr txBox="1"/>
          <p:nvPr>
            <p:ph type="title"/>
          </p:nvPr>
        </p:nvSpPr>
        <p:spPr>
          <a:xfrm>
            <a:off x="1672475" y="1154875"/>
            <a:ext cx="147753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Learn how to ... (1/2)</a:t>
            </a:r>
            <a:endParaRPr/>
          </a:p>
        </p:txBody>
      </p:sp>
      <p:sp>
        <p:nvSpPr>
          <p:cNvPr id="231" name="Google Shape;231;p42"/>
          <p:cNvSpPr txBox="1"/>
          <p:nvPr>
            <p:ph idx="1" type="body"/>
          </p:nvPr>
        </p:nvSpPr>
        <p:spPr>
          <a:xfrm>
            <a:off x="1742475" y="2432125"/>
            <a:ext cx="7251900" cy="676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000"/>
              <a:t>Discover the different compute options in Google Cloud</a:t>
            </a:r>
            <a:endParaRPr sz="3000"/>
          </a:p>
          <a:p>
            <a:pPr indent="-419100" lvl="0" marL="457200" rtl="0" algn="l">
              <a:spcBef>
                <a:spcPts val="2000"/>
              </a:spcBef>
              <a:spcAft>
                <a:spcPts val="0"/>
              </a:spcAft>
              <a:buSzPts val="3000"/>
              <a:buChar char="●"/>
            </a:pPr>
            <a:r>
              <a:rPr lang="en" sz="3000"/>
              <a:t>Explore the role of compute options in the cloud</a:t>
            </a:r>
            <a:endParaRPr sz="3000"/>
          </a:p>
          <a:p>
            <a:pPr indent="-419100" lvl="0" marL="457200" rtl="0" algn="l">
              <a:spcBef>
                <a:spcPts val="2000"/>
              </a:spcBef>
              <a:spcAft>
                <a:spcPts val="0"/>
              </a:spcAft>
              <a:buSzPts val="3000"/>
              <a:buChar char="●"/>
            </a:pPr>
            <a:r>
              <a:rPr lang="en" sz="3000"/>
              <a:t>Describe building and managing virtual machines</a:t>
            </a:r>
            <a:endParaRPr sz="3000"/>
          </a:p>
          <a:p>
            <a:pPr indent="-419100" lvl="0" marL="457200" rtl="0" algn="l">
              <a:spcBef>
                <a:spcPts val="2000"/>
              </a:spcBef>
              <a:spcAft>
                <a:spcPts val="0"/>
              </a:spcAft>
              <a:buSzPts val="3000"/>
              <a:buChar char="●"/>
            </a:pPr>
            <a:r>
              <a:rPr lang="en" sz="3000"/>
              <a:t>Explain building elastic applications using autoscaling</a:t>
            </a:r>
            <a:endParaRPr sz="3000"/>
          </a:p>
          <a:p>
            <a:pPr indent="-419100" lvl="0" marL="457200" rtl="0" algn="l">
              <a:spcBef>
                <a:spcPts val="2000"/>
              </a:spcBef>
              <a:spcAft>
                <a:spcPts val="2000"/>
              </a:spcAft>
              <a:buSzPts val="3000"/>
              <a:buChar char="●"/>
            </a:pPr>
            <a:r>
              <a:rPr lang="en" sz="3000"/>
              <a:t>Explore PaaS options by leveraging App Engine</a:t>
            </a:r>
            <a:endParaRPr/>
          </a:p>
        </p:txBody>
      </p:sp>
      <p:pic>
        <p:nvPicPr>
          <p:cNvPr id="232" name="Google Shape;232;p42"/>
          <p:cNvPicPr preferRelativeResize="0"/>
          <p:nvPr/>
        </p:nvPicPr>
        <p:blipFill rotWithShape="1">
          <a:blip r:embed="rId3">
            <a:alphaModFix/>
          </a:blip>
          <a:srcRect b="0" l="0" r="0" t="0"/>
          <a:stretch/>
        </p:blipFill>
        <p:spPr>
          <a:xfrm>
            <a:off x="9451750" y="1854313"/>
            <a:ext cx="6996024" cy="6996024"/>
          </a:xfrm>
          <a:prstGeom prst="rect">
            <a:avLst/>
          </a:prstGeom>
          <a:noFill/>
          <a:ln>
            <a:noFill/>
          </a:ln>
        </p:spPr>
      </p:pic>
      <p:sp>
        <p:nvSpPr>
          <p:cNvPr id="233" name="Google Shape;233;p42"/>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4">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43"/>
          <p:cNvSpPr txBox="1"/>
          <p:nvPr>
            <p:ph type="title"/>
          </p:nvPr>
        </p:nvSpPr>
        <p:spPr>
          <a:xfrm>
            <a:off x="1672475" y="1154875"/>
            <a:ext cx="147753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Learn how to ... (2/2)</a:t>
            </a:r>
            <a:endParaRPr/>
          </a:p>
        </p:txBody>
      </p:sp>
      <p:sp>
        <p:nvSpPr>
          <p:cNvPr id="239" name="Google Shape;239;p43"/>
          <p:cNvSpPr txBox="1"/>
          <p:nvPr>
            <p:ph idx="1" type="body"/>
          </p:nvPr>
        </p:nvSpPr>
        <p:spPr>
          <a:xfrm>
            <a:off x="1742475" y="2432125"/>
            <a:ext cx="7251900" cy="6768600"/>
          </a:xfrm>
          <a:prstGeom prst="rect">
            <a:avLst/>
          </a:prstGeom>
        </p:spPr>
        <p:txBody>
          <a:bodyPr anchorCtr="0" anchor="t" bIns="91425" lIns="91425" spcFirstLastPara="1" rIns="91425" wrap="square" tIns="91425">
            <a:noAutofit/>
          </a:bodyPr>
          <a:lstStyle/>
          <a:p>
            <a:pPr indent="-419100" lvl="0" marL="457200" rtl="0" algn="l">
              <a:spcBef>
                <a:spcPts val="0"/>
              </a:spcBef>
              <a:spcAft>
                <a:spcPts val="0"/>
              </a:spcAft>
              <a:buSzPts val="3000"/>
              <a:buChar char="●"/>
            </a:pPr>
            <a:r>
              <a:rPr lang="en" sz="3000"/>
              <a:t>Discuss building event-driven services utilizing Cloud Functions</a:t>
            </a:r>
            <a:endParaRPr sz="3000"/>
          </a:p>
          <a:p>
            <a:pPr indent="-419100" lvl="0" marL="457200" rtl="0" algn="l">
              <a:spcBef>
                <a:spcPts val="2900"/>
              </a:spcBef>
              <a:spcAft>
                <a:spcPts val="0"/>
              </a:spcAft>
              <a:buSzPts val="3000"/>
              <a:buChar char="●"/>
            </a:pPr>
            <a:r>
              <a:rPr lang="en" sz="3000"/>
              <a:t>Explain containerizing and orchestrating applications with Google Kubernetes Engine</a:t>
            </a:r>
            <a:endParaRPr sz="3000"/>
          </a:p>
          <a:p>
            <a:pPr indent="0" lvl="0" marL="0" rtl="0" algn="l">
              <a:spcBef>
                <a:spcPts val="2900"/>
              </a:spcBef>
              <a:spcAft>
                <a:spcPts val="0"/>
              </a:spcAft>
              <a:buNone/>
            </a:pPr>
            <a:r>
              <a:t/>
            </a:r>
            <a:endParaRPr sz="3000"/>
          </a:p>
          <a:p>
            <a:pPr indent="0" lvl="0" marL="0" rtl="0" algn="l">
              <a:spcBef>
                <a:spcPts val="0"/>
              </a:spcBef>
              <a:spcAft>
                <a:spcPts val="0"/>
              </a:spcAft>
              <a:buNone/>
            </a:pPr>
            <a:r>
              <a:t/>
            </a:r>
            <a:endParaRPr sz="3000"/>
          </a:p>
        </p:txBody>
      </p:sp>
      <p:pic>
        <p:nvPicPr>
          <p:cNvPr id="240" name="Google Shape;240;p43"/>
          <p:cNvPicPr preferRelativeResize="0"/>
          <p:nvPr/>
        </p:nvPicPr>
        <p:blipFill rotWithShape="1">
          <a:blip r:embed="rId3">
            <a:alphaModFix/>
          </a:blip>
          <a:srcRect b="0" l="0" r="0" t="0"/>
          <a:stretch/>
        </p:blipFill>
        <p:spPr>
          <a:xfrm>
            <a:off x="9451750" y="1854313"/>
            <a:ext cx="6996024" cy="6996024"/>
          </a:xfrm>
          <a:prstGeom prst="rect">
            <a:avLst/>
          </a:prstGeom>
          <a:noFill/>
          <a:ln>
            <a:noFill/>
          </a:ln>
        </p:spPr>
      </p:pic>
      <p:sp>
        <p:nvSpPr>
          <p:cNvPr id="241" name="Google Shape;241;p43"/>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4">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44"/>
          <p:cNvSpPr txBox="1"/>
          <p:nvPr>
            <p:ph idx="1" type="body"/>
          </p:nvPr>
        </p:nvSpPr>
        <p:spPr>
          <a:xfrm>
            <a:off x="1701275" y="2432125"/>
            <a:ext cx="7589400" cy="677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Compute Options in the Cloud</a:t>
            </a:r>
            <a:endParaRPr/>
          </a:p>
          <a:p>
            <a:pPr indent="0" lvl="0" marL="0" rtl="0" algn="l">
              <a:spcBef>
                <a:spcPts val="2900"/>
              </a:spcBef>
              <a:spcAft>
                <a:spcPts val="0"/>
              </a:spcAft>
              <a:buNone/>
            </a:pPr>
            <a:r>
              <a:rPr lang="en"/>
              <a:t>Exploring IaaS with Compute Engine</a:t>
            </a:r>
            <a:endParaRPr/>
          </a:p>
          <a:p>
            <a:pPr indent="0" lvl="0" marL="0" rtl="0" algn="l">
              <a:spcBef>
                <a:spcPts val="2900"/>
              </a:spcBef>
              <a:spcAft>
                <a:spcPts val="0"/>
              </a:spcAft>
              <a:buNone/>
            </a:pPr>
            <a:r>
              <a:rPr lang="en"/>
              <a:t>Lab: Creating a Virtual Machine</a:t>
            </a:r>
            <a:endParaRPr/>
          </a:p>
          <a:p>
            <a:pPr indent="0" lvl="0" marL="0" rtl="0" algn="l">
              <a:spcBef>
                <a:spcPts val="2900"/>
              </a:spcBef>
              <a:spcAft>
                <a:spcPts val="0"/>
              </a:spcAft>
              <a:buNone/>
            </a:pPr>
            <a:r>
              <a:rPr lang="en"/>
              <a:t>Configuring Elastic Apps with Autoscaling</a:t>
            </a:r>
            <a:endParaRPr/>
          </a:p>
          <a:p>
            <a:pPr indent="0" lvl="0" marL="0" rtl="0" algn="l">
              <a:spcBef>
                <a:spcPts val="2900"/>
              </a:spcBef>
              <a:spcAft>
                <a:spcPts val="0"/>
              </a:spcAft>
              <a:buNone/>
            </a:pPr>
            <a:r>
              <a:rPr lang="en"/>
              <a:t>Exploring PaaS with App Engine</a:t>
            </a:r>
            <a:endParaRPr/>
          </a:p>
          <a:p>
            <a:pPr indent="0" lvl="0" marL="0" rtl="0" algn="l">
              <a:spcBef>
                <a:spcPts val="2900"/>
              </a:spcBef>
              <a:spcAft>
                <a:spcPts val="2900"/>
              </a:spcAft>
              <a:buNone/>
            </a:pPr>
            <a:r>
              <a:rPr lang="en"/>
              <a:t>Lab: App Engine: Qwik Start - Python</a:t>
            </a:r>
            <a:endParaRPr/>
          </a:p>
        </p:txBody>
      </p:sp>
      <p:sp>
        <p:nvSpPr>
          <p:cNvPr id="247" name="Google Shape;247;p44"/>
          <p:cNvSpPr txBox="1"/>
          <p:nvPr>
            <p:ph type="title"/>
          </p:nvPr>
        </p:nvSpPr>
        <p:spPr>
          <a:xfrm>
            <a:off x="1672475" y="1154875"/>
            <a:ext cx="74865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Agenda (1/3)</a:t>
            </a:r>
            <a:endParaRPr/>
          </a:p>
        </p:txBody>
      </p:sp>
      <p:sp>
        <p:nvSpPr>
          <p:cNvPr id="248" name="Google Shape;248;p44"/>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3">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45"/>
          <p:cNvSpPr txBox="1"/>
          <p:nvPr>
            <p:ph idx="1" type="body"/>
          </p:nvPr>
        </p:nvSpPr>
        <p:spPr>
          <a:xfrm>
            <a:off x="1701275" y="2432125"/>
            <a:ext cx="7589400" cy="677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Event Driven Programs with Cloud Functions</a:t>
            </a:r>
            <a:endParaRPr/>
          </a:p>
          <a:p>
            <a:pPr indent="0" lvl="0" marL="0" rtl="0" algn="l">
              <a:spcBef>
                <a:spcPts val="2900"/>
              </a:spcBef>
              <a:spcAft>
                <a:spcPts val="0"/>
              </a:spcAft>
              <a:buNone/>
            </a:pPr>
            <a:r>
              <a:rPr lang="en"/>
              <a:t>Lab: Cloud Functions: Qwik Start - Command Line</a:t>
            </a:r>
            <a:endParaRPr/>
          </a:p>
          <a:p>
            <a:pPr indent="0" lvl="0" marL="0" rtl="0" algn="l">
              <a:spcBef>
                <a:spcPts val="2900"/>
              </a:spcBef>
              <a:spcAft>
                <a:spcPts val="0"/>
              </a:spcAft>
              <a:buNone/>
            </a:pPr>
            <a:r>
              <a:rPr lang="en"/>
              <a:t>Containerizing and Orchestrating Apps with GKE</a:t>
            </a:r>
            <a:endParaRPr/>
          </a:p>
          <a:p>
            <a:pPr indent="0" lvl="0" marL="0" rtl="0" algn="l">
              <a:spcBef>
                <a:spcPts val="2900"/>
              </a:spcBef>
              <a:spcAft>
                <a:spcPts val="2900"/>
              </a:spcAft>
              <a:buNone/>
            </a:pPr>
            <a:r>
              <a:rPr lang="en"/>
              <a:t>Lab: Kubernetes Engine: Qwik Start</a:t>
            </a:r>
            <a:endParaRPr/>
          </a:p>
        </p:txBody>
      </p:sp>
      <p:sp>
        <p:nvSpPr>
          <p:cNvPr id="254" name="Google Shape;254;p45"/>
          <p:cNvSpPr txBox="1"/>
          <p:nvPr>
            <p:ph type="title"/>
          </p:nvPr>
        </p:nvSpPr>
        <p:spPr>
          <a:xfrm>
            <a:off x="1672475" y="1154875"/>
            <a:ext cx="74865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Agenda (2/3)</a:t>
            </a:r>
            <a:endParaRPr/>
          </a:p>
        </p:txBody>
      </p:sp>
      <p:sp>
        <p:nvSpPr>
          <p:cNvPr id="255" name="Google Shape;255;p45"/>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3">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46"/>
          <p:cNvSpPr txBox="1"/>
          <p:nvPr>
            <p:ph idx="1" type="body"/>
          </p:nvPr>
        </p:nvSpPr>
        <p:spPr>
          <a:xfrm>
            <a:off x="1701275" y="2432125"/>
            <a:ext cx="7589400" cy="677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Lab: Set Up Network and HTTP</a:t>
            </a:r>
            <a:br>
              <a:rPr lang="en"/>
            </a:br>
            <a:r>
              <a:rPr lang="en"/>
              <a:t>Load Balancers</a:t>
            </a:r>
            <a:endParaRPr/>
          </a:p>
          <a:p>
            <a:pPr indent="0" lvl="0" marL="0" rtl="0" algn="l">
              <a:spcBef>
                <a:spcPts val="2900"/>
              </a:spcBef>
              <a:spcAft>
                <a:spcPts val="0"/>
              </a:spcAft>
              <a:buNone/>
            </a:pPr>
            <a:r>
              <a:rPr lang="en"/>
              <a:t>Quiz</a:t>
            </a:r>
            <a:endParaRPr/>
          </a:p>
          <a:p>
            <a:pPr indent="0" lvl="0" marL="0" rtl="0" algn="l">
              <a:spcBef>
                <a:spcPts val="2900"/>
              </a:spcBef>
              <a:spcAft>
                <a:spcPts val="2900"/>
              </a:spcAft>
              <a:buNone/>
            </a:pPr>
            <a:r>
              <a:rPr lang="en"/>
              <a:t>Summary</a:t>
            </a:r>
            <a:endParaRPr/>
          </a:p>
        </p:txBody>
      </p:sp>
      <p:sp>
        <p:nvSpPr>
          <p:cNvPr id="261" name="Google Shape;261;p46"/>
          <p:cNvSpPr txBox="1"/>
          <p:nvPr>
            <p:ph type="title"/>
          </p:nvPr>
        </p:nvSpPr>
        <p:spPr>
          <a:xfrm>
            <a:off x="1672475" y="1154875"/>
            <a:ext cx="74865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Agenda (3/3)</a:t>
            </a:r>
            <a:endParaRPr/>
          </a:p>
        </p:txBody>
      </p:sp>
      <p:sp>
        <p:nvSpPr>
          <p:cNvPr id="262" name="Google Shape;262;p46"/>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3">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47"/>
          <p:cNvSpPr txBox="1"/>
          <p:nvPr>
            <p:ph idx="1" type="body"/>
          </p:nvPr>
        </p:nvSpPr>
        <p:spPr>
          <a:xfrm>
            <a:off x="1701275" y="2432125"/>
            <a:ext cx="7589400" cy="677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2"/>
                </a:solidFill>
              </a:rPr>
              <a:t>Compute Options in the Cloud</a:t>
            </a:r>
            <a:endParaRPr>
              <a:solidFill>
                <a:schemeClr val="accent2"/>
              </a:solidFill>
            </a:endParaRPr>
          </a:p>
          <a:p>
            <a:pPr indent="0" lvl="0" marL="0" rtl="0" algn="l">
              <a:spcBef>
                <a:spcPts val="2900"/>
              </a:spcBef>
              <a:spcAft>
                <a:spcPts val="0"/>
              </a:spcAft>
              <a:buNone/>
            </a:pPr>
            <a:r>
              <a:rPr lang="en"/>
              <a:t>Exploring IaaS with Compute Engine</a:t>
            </a:r>
            <a:endParaRPr/>
          </a:p>
          <a:p>
            <a:pPr indent="0" lvl="0" marL="0" rtl="0" algn="l">
              <a:spcBef>
                <a:spcPts val="2900"/>
              </a:spcBef>
              <a:spcAft>
                <a:spcPts val="0"/>
              </a:spcAft>
              <a:buNone/>
            </a:pPr>
            <a:r>
              <a:rPr lang="en"/>
              <a:t>Lab: Creating a Virtual Machine</a:t>
            </a:r>
            <a:endParaRPr/>
          </a:p>
          <a:p>
            <a:pPr indent="0" lvl="0" marL="0" rtl="0" algn="l">
              <a:spcBef>
                <a:spcPts val="2900"/>
              </a:spcBef>
              <a:spcAft>
                <a:spcPts val="0"/>
              </a:spcAft>
              <a:buNone/>
            </a:pPr>
            <a:r>
              <a:rPr lang="en"/>
              <a:t>Configuring Elastic Apps with Autoscaling</a:t>
            </a:r>
            <a:endParaRPr/>
          </a:p>
          <a:p>
            <a:pPr indent="0" lvl="0" marL="0" rtl="0" algn="l">
              <a:spcBef>
                <a:spcPts val="2900"/>
              </a:spcBef>
              <a:spcAft>
                <a:spcPts val="0"/>
              </a:spcAft>
              <a:buNone/>
            </a:pPr>
            <a:r>
              <a:rPr lang="en"/>
              <a:t>Exploring PaaS with App Engine</a:t>
            </a:r>
            <a:endParaRPr/>
          </a:p>
          <a:p>
            <a:pPr indent="0" lvl="0" marL="0" rtl="0" algn="l">
              <a:spcBef>
                <a:spcPts val="2900"/>
              </a:spcBef>
              <a:spcAft>
                <a:spcPts val="2900"/>
              </a:spcAft>
              <a:buNone/>
            </a:pPr>
            <a:r>
              <a:rPr lang="en"/>
              <a:t>Lab: App Engine: Qwik Start - Python</a:t>
            </a:r>
            <a:endParaRPr/>
          </a:p>
        </p:txBody>
      </p:sp>
      <p:sp>
        <p:nvSpPr>
          <p:cNvPr id="268" name="Google Shape;268;p47"/>
          <p:cNvSpPr txBox="1"/>
          <p:nvPr>
            <p:ph type="title"/>
          </p:nvPr>
        </p:nvSpPr>
        <p:spPr>
          <a:xfrm>
            <a:off x="1672475" y="1154875"/>
            <a:ext cx="74865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Agenda</a:t>
            </a:r>
            <a:endParaRPr/>
          </a:p>
        </p:txBody>
      </p:sp>
      <p:sp>
        <p:nvSpPr>
          <p:cNvPr id="269" name="Google Shape;269;p47"/>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3">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48"/>
          <p:cNvSpPr/>
          <p:nvPr/>
        </p:nvSpPr>
        <p:spPr>
          <a:xfrm>
            <a:off x="2277600" y="6136336"/>
            <a:ext cx="13739100" cy="828000"/>
          </a:xfrm>
          <a:prstGeom prst="rect">
            <a:avLst/>
          </a:prstGeom>
          <a:solidFill>
            <a:srgbClr val="FFF2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48"/>
          <p:cNvSpPr txBox="1"/>
          <p:nvPr/>
        </p:nvSpPr>
        <p:spPr>
          <a:xfrm>
            <a:off x="2381777" y="6188492"/>
            <a:ext cx="3233400" cy="733200"/>
          </a:xfrm>
          <a:prstGeom prst="rect">
            <a:avLst/>
          </a:prstGeom>
          <a:solidFill>
            <a:srgbClr val="FFF2CC"/>
          </a:solidFill>
          <a:ln>
            <a:noFill/>
          </a:ln>
        </p:spPr>
        <p:txBody>
          <a:bodyPr anchorCtr="0" anchor="ctr" bIns="137150" lIns="137150" spcFirstLastPara="1" rIns="137150" wrap="square" tIns="137150">
            <a:noAutofit/>
          </a:bodyPr>
          <a:lstStyle/>
          <a:p>
            <a:pPr indent="0" lvl="0" marL="0" rtl="0" algn="ctr">
              <a:spcBef>
                <a:spcPts val="0"/>
              </a:spcBef>
              <a:spcAft>
                <a:spcPts val="0"/>
              </a:spcAft>
              <a:buNone/>
            </a:pPr>
            <a:r>
              <a:rPr lang="en" sz="2800">
                <a:solidFill>
                  <a:schemeClr val="lt1"/>
                </a:solidFill>
                <a:latin typeface="Google Sans"/>
                <a:ea typeface="Google Sans"/>
                <a:cs typeface="Google Sans"/>
                <a:sym typeface="Google Sans"/>
              </a:rPr>
              <a:t>IaaS</a:t>
            </a:r>
            <a:endParaRPr sz="2800">
              <a:solidFill>
                <a:schemeClr val="lt1"/>
              </a:solidFill>
              <a:latin typeface="Google Sans"/>
              <a:ea typeface="Google Sans"/>
              <a:cs typeface="Google Sans"/>
              <a:sym typeface="Google Sans"/>
            </a:endParaRPr>
          </a:p>
        </p:txBody>
      </p:sp>
      <p:sp>
        <p:nvSpPr>
          <p:cNvPr id="276" name="Google Shape;276;p48"/>
          <p:cNvSpPr txBox="1"/>
          <p:nvPr/>
        </p:nvSpPr>
        <p:spPr>
          <a:xfrm>
            <a:off x="2277600" y="7272526"/>
            <a:ext cx="3338700" cy="1642800"/>
          </a:xfrm>
          <a:prstGeom prst="rect">
            <a:avLst/>
          </a:prstGeom>
          <a:noFill/>
          <a:ln>
            <a:noFill/>
          </a:ln>
        </p:spPr>
        <p:txBody>
          <a:bodyPr anchorCtr="0" anchor="t" bIns="0" lIns="182875" spcFirstLastPara="1" rIns="182875" wrap="square" tIns="0">
            <a:noAutofit/>
          </a:bodyPr>
          <a:lstStyle/>
          <a:p>
            <a:pPr indent="0" lvl="0" marL="0" rtl="0" algn="l">
              <a:spcBef>
                <a:spcPts val="0"/>
              </a:spcBef>
              <a:spcAft>
                <a:spcPts val="0"/>
              </a:spcAft>
              <a:buNone/>
            </a:pPr>
            <a:r>
              <a:rPr lang="en" sz="2000">
                <a:solidFill>
                  <a:schemeClr val="lt1"/>
                </a:solidFill>
                <a:latin typeface="Roboto"/>
                <a:ea typeface="Roboto"/>
                <a:cs typeface="Roboto"/>
                <a:sym typeface="Roboto"/>
              </a:rPr>
              <a:t>Virtual machines with industry-leading price/performance</a:t>
            </a:r>
            <a:endParaRPr sz="2000">
              <a:solidFill>
                <a:schemeClr val="lt1"/>
              </a:solidFill>
              <a:latin typeface="Roboto"/>
              <a:ea typeface="Roboto"/>
              <a:cs typeface="Roboto"/>
              <a:sym typeface="Roboto"/>
            </a:endParaRPr>
          </a:p>
        </p:txBody>
      </p:sp>
      <p:sp>
        <p:nvSpPr>
          <p:cNvPr id="277" name="Google Shape;277;p48"/>
          <p:cNvSpPr txBox="1"/>
          <p:nvPr/>
        </p:nvSpPr>
        <p:spPr>
          <a:xfrm>
            <a:off x="12688721" y="6188504"/>
            <a:ext cx="3338700" cy="733200"/>
          </a:xfrm>
          <a:prstGeom prst="rect">
            <a:avLst/>
          </a:prstGeom>
          <a:solidFill>
            <a:srgbClr val="FFF2CC"/>
          </a:solidFill>
          <a:ln>
            <a:noFill/>
          </a:ln>
        </p:spPr>
        <p:txBody>
          <a:bodyPr anchorCtr="0" anchor="ctr" bIns="137150" lIns="137150" spcFirstLastPara="1" rIns="137150" wrap="square" tIns="137150">
            <a:noAutofit/>
          </a:bodyPr>
          <a:lstStyle/>
          <a:p>
            <a:pPr indent="0" lvl="0" marL="0" rtl="0" algn="ctr">
              <a:spcBef>
                <a:spcPts val="0"/>
              </a:spcBef>
              <a:spcAft>
                <a:spcPts val="0"/>
              </a:spcAft>
              <a:buNone/>
            </a:pPr>
            <a:r>
              <a:rPr lang="en" sz="2800">
                <a:solidFill>
                  <a:schemeClr val="lt1"/>
                </a:solidFill>
                <a:latin typeface="Google Sans"/>
                <a:ea typeface="Google Sans"/>
                <a:cs typeface="Google Sans"/>
                <a:sym typeface="Google Sans"/>
              </a:rPr>
              <a:t>Hybrid</a:t>
            </a:r>
            <a:endParaRPr sz="2800">
              <a:solidFill>
                <a:schemeClr val="lt1"/>
              </a:solidFill>
              <a:latin typeface="Google Sans"/>
              <a:ea typeface="Google Sans"/>
              <a:cs typeface="Google Sans"/>
              <a:sym typeface="Google Sans"/>
            </a:endParaRPr>
          </a:p>
        </p:txBody>
      </p:sp>
      <p:sp>
        <p:nvSpPr>
          <p:cNvPr id="278" name="Google Shape;278;p48"/>
          <p:cNvSpPr txBox="1"/>
          <p:nvPr/>
        </p:nvSpPr>
        <p:spPr>
          <a:xfrm>
            <a:off x="12680250" y="7272526"/>
            <a:ext cx="3337500" cy="1642800"/>
          </a:xfrm>
          <a:prstGeom prst="rect">
            <a:avLst/>
          </a:prstGeom>
          <a:noFill/>
          <a:ln>
            <a:noFill/>
          </a:ln>
        </p:spPr>
        <p:txBody>
          <a:bodyPr anchorCtr="0" anchor="t" bIns="0" lIns="182875" spcFirstLastPara="1" rIns="182875" wrap="square" tIns="0">
            <a:noAutofit/>
          </a:bodyPr>
          <a:lstStyle/>
          <a:p>
            <a:pPr indent="0" lvl="0" marL="0" rtl="0" algn="l">
              <a:spcBef>
                <a:spcPts val="0"/>
              </a:spcBef>
              <a:spcAft>
                <a:spcPts val="0"/>
              </a:spcAft>
              <a:buNone/>
            </a:pPr>
            <a:r>
              <a:rPr lang="en" sz="2000">
                <a:solidFill>
                  <a:schemeClr val="lt1"/>
                </a:solidFill>
                <a:latin typeface="Roboto"/>
                <a:ea typeface="Roboto"/>
                <a:cs typeface="Roboto"/>
                <a:sym typeface="Roboto"/>
              </a:rPr>
              <a:t>Cluster manager and orchestration engine built on Google’s container experience</a:t>
            </a:r>
            <a:endParaRPr sz="2000">
              <a:solidFill>
                <a:schemeClr val="lt1"/>
              </a:solidFill>
              <a:latin typeface="Roboto"/>
              <a:ea typeface="Roboto"/>
              <a:cs typeface="Roboto"/>
              <a:sym typeface="Roboto"/>
            </a:endParaRPr>
          </a:p>
        </p:txBody>
      </p:sp>
      <p:pic>
        <p:nvPicPr>
          <p:cNvPr id="279" name="Google Shape;279;p48"/>
          <p:cNvPicPr preferRelativeResize="0"/>
          <p:nvPr/>
        </p:nvPicPr>
        <p:blipFill rotWithShape="1">
          <a:blip r:embed="rId3">
            <a:alphaModFix/>
          </a:blip>
          <a:srcRect b="0" l="0" r="0" t="0"/>
          <a:stretch/>
        </p:blipFill>
        <p:spPr>
          <a:xfrm>
            <a:off x="3051075" y="3044622"/>
            <a:ext cx="1719089" cy="1720541"/>
          </a:xfrm>
          <a:prstGeom prst="rect">
            <a:avLst/>
          </a:prstGeom>
          <a:noFill/>
          <a:ln>
            <a:noFill/>
          </a:ln>
        </p:spPr>
      </p:pic>
      <p:sp>
        <p:nvSpPr>
          <p:cNvPr id="280" name="Google Shape;280;p48"/>
          <p:cNvSpPr txBox="1"/>
          <p:nvPr/>
        </p:nvSpPr>
        <p:spPr>
          <a:xfrm>
            <a:off x="5606204" y="6188492"/>
            <a:ext cx="3511200" cy="733200"/>
          </a:xfrm>
          <a:prstGeom prst="rect">
            <a:avLst/>
          </a:prstGeom>
          <a:solidFill>
            <a:srgbClr val="FFF2CC"/>
          </a:solidFill>
          <a:ln>
            <a:noFill/>
          </a:ln>
        </p:spPr>
        <p:txBody>
          <a:bodyPr anchorCtr="0" anchor="ctr" bIns="137150" lIns="137150" spcFirstLastPara="1" rIns="137150" wrap="square" tIns="137150">
            <a:noAutofit/>
          </a:bodyPr>
          <a:lstStyle/>
          <a:p>
            <a:pPr indent="0" lvl="0" marL="0" rtl="0" algn="ctr">
              <a:spcBef>
                <a:spcPts val="0"/>
              </a:spcBef>
              <a:spcAft>
                <a:spcPts val="0"/>
              </a:spcAft>
              <a:buNone/>
            </a:pPr>
            <a:r>
              <a:rPr lang="en" sz="2800">
                <a:solidFill>
                  <a:schemeClr val="lt1"/>
                </a:solidFill>
                <a:latin typeface="Google Sans"/>
                <a:ea typeface="Google Sans"/>
                <a:cs typeface="Google Sans"/>
                <a:sym typeface="Google Sans"/>
              </a:rPr>
              <a:t>PaaS</a:t>
            </a:r>
            <a:endParaRPr sz="2800">
              <a:solidFill>
                <a:schemeClr val="lt1"/>
              </a:solidFill>
              <a:latin typeface="Google Sans"/>
              <a:ea typeface="Google Sans"/>
              <a:cs typeface="Google Sans"/>
              <a:sym typeface="Google Sans"/>
            </a:endParaRPr>
          </a:p>
        </p:txBody>
      </p:sp>
      <p:sp>
        <p:nvSpPr>
          <p:cNvPr id="281" name="Google Shape;281;p48"/>
          <p:cNvSpPr txBox="1"/>
          <p:nvPr/>
        </p:nvSpPr>
        <p:spPr>
          <a:xfrm>
            <a:off x="9212088" y="6188492"/>
            <a:ext cx="3302100" cy="733200"/>
          </a:xfrm>
          <a:prstGeom prst="rect">
            <a:avLst/>
          </a:prstGeom>
          <a:solidFill>
            <a:srgbClr val="FFF2CC"/>
          </a:solidFill>
          <a:ln>
            <a:noFill/>
          </a:ln>
        </p:spPr>
        <p:txBody>
          <a:bodyPr anchorCtr="0" anchor="ctr" bIns="137150" lIns="137150" spcFirstLastPara="1" rIns="137150" wrap="square" tIns="137150">
            <a:noAutofit/>
          </a:bodyPr>
          <a:lstStyle/>
          <a:p>
            <a:pPr indent="0" lvl="0" marL="0" rtl="0" algn="ctr">
              <a:spcBef>
                <a:spcPts val="0"/>
              </a:spcBef>
              <a:spcAft>
                <a:spcPts val="0"/>
              </a:spcAft>
              <a:buNone/>
            </a:pPr>
            <a:r>
              <a:rPr lang="en" sz="2800">
                <a:solidFill>
                  <a:schemeClr val="lt1"/>
                </a:solidFill>
                <a:latin typeface="Google Sans"/>
                <a:ea typeface="Google Sans"/>
                <a:cs typeface="Google Sans"/>
                <a:sym typeface="Google Sans"/>
              </a:rPr>
              <a:t>Serverless logic</a:t>
            </a:r>
            <a:endParaRPr sz="2800">
              <a:solidFill>
                <a:schemeClr val="lt1"/>
              </a:solidFill>
              <a:latin typeface="Google Sans"/>
              <a:ea typeface="Google Sans"/>
              <a:cs typeface="Google Sans"/>
              <a:sym typeface="Google Sans"/>
            </a:endParaRPr>
          </a:p>
        </p:txBody>
      </p:sp>
      <p:sp>
        <p:nvSpPr>
          <p:cNvPr id="282" name="Google Shape;282;p48"/>
          <p:cNvSpPr txBox="1"/>
          <p:nvPr/>
        </p:nvSpPr>
        <p:spPr>
          <a:xfrm>
            <a:off x="5606200" y="7272525"/>
            <a:ext cx="3337500" cy="1642800"/>
          </a:xfrm>
          <a:prstGeom prst="rect">
            <a:avLst/>
          </a:prstGeom>
          <a:noFill/>
          <a:ln>
            <a:noFill/>
          </a:ln>
        </p:spPr>
        <p:txBody>
          <a:bodyPr anchorCtr="0" anchor="t" bIns="0" lIns="182875" spcFirstLastPara="1" rIns="182875" wrap="square" tIns="0">
            <a:noAutofit/>
          </a:bodyPr>
          <a:lstStyle/>
          <a:p>
            <a:pPr indent="0" lvl="0" marL="0" rtl="0" algn="l">
              <a:spcBef>
                <a:spcPts val="0"/>
              </a:spcBef>
              <a:spcAft>
                <a:spcPts val="0"/>
              </a:spcAft>
              <a:buNone/>
            </a:pPr>
            <a:r>
              <a:rPr lang="en" sz="2000">
                <a:solidFill>
                  <a:schemeClr val="lt1"/>
                </a:solidFill>
                <a:latin typeface="Roboto"/>
                <a:ea typeface="Roboto"/>
                <a:cs typeface="Roboto"/>
                <a:sym typeface="Roboto"/>
              </a:rPr>
              <a:t>A flexible, zero ops platform for building highly available apps</a:t>
            </a:r>
            <a:endParaRPr sz="2000">
              <a:solidFill>
                <a:schemeClr val="lt1"/>
              </a:solidFill>
              <a:latin typeface="Roboto"/>
              <a:ea typeface="Roboto"/>
              <a:cs typeface="Roboto"/>
              <a:sym typeface="Roboto"/>
            </a:endParaRPr>
          </a:p>
        </p:txBody>
      </p:sp>
      <p:sp>
        <p:nvSpPr>
          <p:cNvPr id="283" name="Google Shape;283;p48"/>
          <p:cNvSpPr txBox="1"/>
          <p:nvPr/>
        </p:nvSpPr>
        <p:spPr>
          <a:xfrm>
            <a:off x="9138925" y="7272525"/>
            <a:ext cx="3338700" cy="1642800"/>
          </a:xfrm>
          <a:prstGeom prst="rect">
            <a:avLst/>
          </a:prstGeom>
          <a:noFill/>
          <a:ln>
            <a:noFill/>
          </a:ln>
        </p:spPr>
        <p:txBody>
          <a:bodyPr anchorCtr="0" anchor="t" bIns="0" lIns="182875" spcFirstLastPara="1" rIns="182875" wrap="square" tIns="0">
            <a:noAutofit/>
          </a:bodyPr>
          <a:lstStyle/>
          <a:p>
            <a:pPr indent="0" lvl="0" marL="0" rtl="0" algn="l">
              <a:spcBef>
                <a:spcPts val="0"/>
              </a:spcBef>
              <a:spcAft>
                <a:spcPts val="0"/>
              </a:spcAft>
              <a:buNone/>
            </a:pPr>
            <a:r>
              <a:rPr lang="en" sz="2000">
                <a:solidFill>
                  <a:schemeClr val="lt1"/>
                </a:solidFill>
                <a:latin typeface="Roboto"/>
                <a:ea typeface="Roboto"/>
                <a:cs typeface="Roboto"/>
                <a:sym typeface="Roboto"/>
              </a:rPr>
              <a:t>A lightweight fully managed serverless execution environment for building and connecting cloud services</a:t>
            </a:r>
            <a:endParaRPr sz="2000">
              <a:solidFill>
                <a:schemeClr val="lt1"/>
              </a:solidFill>
              <a:latin typeface="Roboto"/>
              <a:ea typeface="Roboto"/>
              <a:cs typeface="Roboto"/>
              <a:sym typeface="Roboto"/>
            </a:endParaRPr>
          </a:p>
        </p:txBody>
      </p:sp>
      <p:pic>
        <p:nvPicPr>
          <p:cNvPr id="284" name="Google Shape;284;p48"/>
          <p:cNvPicPr preferRelativeResize="0"/>
          <p:nvPr/>
        </p:nvPicPr>
        <p:blipFill rotWithShape="1">
          <a:blip r:embed="rId4">
            <a:alphaModFix/>
          </a:blip>
          <a:srcRect b="0" l="0" r="0" t="0"/>
          <a:stretch/>
        </p:blipFill>
        <p:spPr>
          <a:xfrm>
            <a:off x="10071562" y="3050314"/>
            <a:ext cx="1719089" cy="1720541"/>
          </a:xfrm>
          <a:prstGeom prst="rect">
            <a:avLst/>
          </a:prstGeom>
          <a:noFill/>
          <a:ln>
            <a:noFill/>
          </a:ln>
        </p:spPr>
      </p:pic>
      <p:pic>
        <p:nvPicPr>
          <p:cNvPr id="285" name="Google Shape;285;p48"/>
          <p:cNvPicPr preferRelativeResize="0"/>
          <p:nvPr/>
        </p:nvPicPr>
        <p:blipFill rotWithShape="1">
          <a:blip r:embed="rId5">
            <a:alphaModFix/>
          </a:blip>
          <a:srcRect b="0" l="0" r="0" t="0"/>
          <a:stretch/>
        </p:blipFill>
        <p:spPr>
          <a:xfrm>
            <a:off x="6561171" y="3044622"/>
            <a:ext cx="1719089" cy="1720541"/>
          </a:xfrm>
          <a:prstGeom prst="rect">
            <a:avLst/>
          </a:prstGeom>
          <a:noFill/>
          <a:ln>
            <a:noFill/>
          </a:ln>
        </p:spPr>
      </p:pic>
      <p:pic>
        <p:nvPicPr>
          <p:cNvPr id="286" name="Google Shape;286;p48"/>
          <p:cNvPicPr preferRelativeResize="0"/>
          <p:nvPr/>
        </p:nvPicPr>
        <p:blipFill rotWithShape="1">
          <a:blip r:embed="rId6">
            <a:alphaModFix/>
          </a:blip>
          <a:srcRect b="0" l="0" r="0" t="0"/>
          <a:stretch/>
        </p:blipFill>
        <p:spPr>
          <a:xfrm>
            <a:off x="13643693" y="3044622"/>
            <a:ext cx="1719089" cy="1720541"/>
          </a:xfrm>
          <a:prstGeom prst="rect">
            <a:avLst/>
          </a:prstGeom>
          <a:noFill/>
          <a:ln>
            <a:noFill/>
          </a:ln>
        </p:spPr>
      </p:pic>
      <p:sp>
        <p:nvSpPr>
          <p:cNvPr id="287" name="Google Shape;287;p48"/>
          <p:cNvSpPr/>
          <p:nvPr/>
        </p:nvSpPr>
        <p:spPr>
          <a:xfrm>
            <a:off x="2277600" y="4845930"/>
            <a:ext cx="13739100" cy="1118100"/>
          </a:xfrm>
          <a:prstGeom prst="rect">
            <a:avLst/>
          </a:prstGeom>
          <a:solidFill>
            <a:srgbClr val="B7D1FA">
              <a:alpha val="498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48"/>
          <p:cNvSpPr txBox="1"/>
          <p:nvPr/>
        </p:nvSpPr>
        <p:spPr>
          <a:xfrm>
            <a:off x="2277600" y="4838239"/>
            <a:ext cx="3233400" cy="1115100"/>
          </a:xfrm>
          <a:prstGeom prst="rect">
            <a:avLst/>
          </a:prstGeom>
          <a:noFill/>
          <a:ln>
            <a:noFill/>
          </a:ln>
        </p:spPr>
        <p:txBody>
          <a:bodyPr anchorCtr="0" anchor="ctr" bIns="137150" lIns="137150" spcFirstLastPara="1" rIns="137150" wrap="square" tIns="137150">
            <a:noAutofit/>
          </a:bodyPr>
          <a:lstStyle/>
          <a:p>
            <a:pPr indent="0" lvl="0" marL="0" rtl="0" algn="ctr">
              <a:spcBef>
                <a:spcPts val="0"/>
              </a:spcBef>
              <a:spcAft>
                <a:spcPts val="0"/>
              </a:spcAft>
              <a:buNone/>
            </a:pPr>
            <a:r>
              <a:rPr lang="en" sz="2800">
                <a:solidFill>
                  <a:schemeClr val="lt1"/>
                </a:solidFill>
                <a:latin typeface="Google Sans"/>
                <a:ea typeface="Google Sans"/>
                <a:cs typeface="Google Sans"/>
                <a:sym typeface="Google Sans"/>
              </a:rPr>
              <a:t>Compute Engine</a:t>
            </a:r>
            <a:endParaRPr sz="2800">
              <a:solidFill>
                <a:schemeClr val="lt1"/>
              </a:solidFill>
              <a:latin typeface="Google Sans"/>
              <a:ea typeface="Google Sans"/>
              <a:cs typeface="Google Sans"/>
              <a:sym typeface="Google Sans"/>
            </a:endParaRPr>
          </a:p>
        </p:txBody>
      </p:sp>
      <p:sp>
        <p:nvSpPr>
          <p:cNvPr id="289" name="Google Shape;289;p48"/>
          <p:cNvSpPr txBox="1"/>
          <p:nvPr/>
        </p:nvSpPr>
        <p:spPr>
          <a:xfrm>
            <a:off x="12688721" y="4841720"/>
            <a:ext cx="3338700" cy="1115100"/>
          </a:xfrm>
          <a:prstGeom prst="rect">
            <a:avLst/>
          </a:prstGeom>
          <a:noFill/>
          <a:ln>
            <a:noFill/>
          </a:ln>
        </p:spPr>
        <p:txBody>
          <a:bodyPr anchorCtr="0" anchor="ctr" bIns="137150" lIns="137150" spcFirstLastPara="1" rIns="137150" wrap="square" tIns="137150">
            <a:noAutofit/>
          </a:bodyPr>
          <a:lstStyle/>
          <a:p>
            <a:pPr indent="0" lvl="0" marL="0" rtl="0" algn="ctr">
              <a:spcBef>
                <a:spcPts val="0"/>
              </a:spcBef>
              <a:spcAft>
                <a:spcPts val="0"/>
              </a:spcAft>
              <a:buNone/>
            </a:pPr>
            <a:r>
              <a:rPr lang="en" sz="2800">
                <a:solidFill>
                  <a:schemeClr val="lt1"/>
                </a:solidFill>
                <a:latin typeface="Google Sans"/>
                <a:ea typeface="Google Sans"/>
                <a:cs typeface="Google Sans"/>
                <a:sym typeface="Google Sans"/>
              </a:rPr>
              <a:t>Google Kubernetes Engine</a:t>
            </a:r>
            <a:endParaRPr sz="2800">
              <a:solidFill>
                <a:schemeClr val="lt1"/>
              </a:solidFill>
              <a:latin typeface="Google Sans"/>
              <a:ea typeface="Google Sans"/>
              <a:cs typeface="Google Sans"/>
              <a:sym typeface="Google Sans"/>
            </a:endParaRPr>
          </a:p>
        </p:txBody>
      </p:sp>
      <p:sp>
        <p:nvSpPr>
          <p:cNvPr id="290" name="Google Shape;290;p48"/>
          <p:cNvSpPr txBox="1"/>
          <p:nvPr/>
        </p:nvSpPr>
        <p:spPr>
          <a:xfrm>
            <a:off x="5606204" y="4841726"/>
            <a:ext cx="3511200" cy="1115100"/>
          </a:xfrm>
          <a:prstGeom prst="rect">
            <a:avLst/>
          </a:prstGeom>
          <a:noFill/>
          <a:ln>
            <a:noFill/>
          </a:ln>
        </p:spPr>
        <p:txBody>
          <a:bodyPr anchorCtr="0" anchor="ctr" bIns="137150" lIns="137150" spcFirstLastPara="1" rIns="137150" wrap="square" tIns="137150">
            <a:noAutofit/>
          </a:bodyPr>
          <a:lstStyle/>
          <a:p>
            <a:pPr indent="0" lvl="0" marL="0" rtl="0" algn="ctr">
              <a:spcBef>
                <a:spcPts val="0"/>
              </a:spcBef>
              <a:spcAft>
                <a:spcPts val="0"/>
              </a:spcAft>
              <a:buNone/>
            </a:pPr>
            <a:r>
              <a:rPr lang="en" sz="2800">
                <a:solidFill>
                  <a:schemeClr val="lt1"/>
                </a:solidFill>
                <a:latin typeface="Google Sans"/>
                <a:ea typeface="Google Sans"/>
                <a:cs typeface="Google Sans"/>
                <a:sym typeface="Google Sans"/>
              </a:rPr>
              <a:t>App Engine</a:t>
            </a:r>
            <a:endParaRPr sz="2800">
              <a:solidFill>
                <a:schemeClr val="lt1"/>
              </a:solidFill>
              <a:latin typeface="Google Sans"/>
              <a:ea typeface="Google Sans"/>
              <a:cs typeface="Google Sans"/>
              <a:sym typeface="Google Sans"/>
            </a:endParaRPr>
          </a:p>
        </p:txBody>
      </p:sp>
      <p:sp>
        <p:nvSpPr>
          <p:cNvPr id="291" name="Google Shape;291;p48"/>
          <p:cNvSpPr txBox="1"/>
          <p:nvPr/>
        </p:nvSpPr>
        <p:spPr>
          <a:xfrm>
            <a:off x="9212088" y="4841726"/>
            <a:ext cx="3302100" cy="1115100"/>
          </a:xfrm>
          <a:prstGeom prst="rect">
            <a:avLst/>
          </a:prstGeom>
          <a:noFill/>
          <a:ln>
            <a:noFill/>
          </a:ln>
        </p:spPr>
        <p:txBody>
          <a:bodyPr anchorCtr="0" anchor="ctr" bIns="137150" lIns="137150" spcFirstLastPara="1" rIns="137150" wrap="square" tIns="137150">
            <a:noAutofit/>
          </a:bodyPr>
          <a:lstStyle/>
          <a:p>
            <a:pPr indent="0" lvl="0" marL="0" rtl="0" algn="ctr">
              <a:spcBef>
                <a:spcPts val="0"/>
              </a:spcBef>
              <a:spcAft>
                <a:spcPts val="0"/>
              </a:spcAft>
              <a:buNone/>
            </a:pPr>
            <a:r>
              <a:rPr lang="en" sz="2800">
                <a:solidFill>
                  <a:schemeClr val="lt1"/>
                </a:solidFill>
                <a:latin typeface="Google Sans"/>
                <a:ea typeface="Google Sans"/>
                <a:cs typeface="Google Sans"/>
                <a:sym typeface="Google Sans"/>
              </a:rPr>
              <a:t>Cloud Functions</a:t>
            </a:r>
            <a:endParaRPr sz="2800">
              <a:solidFill>
                <a:schemeClr val="lt1"/>
              </a:solidFill>
              <a:latin typeface="Google Sans"/>
              <a:ea typeface="Google Sans"/>
              <a:cs typeface="Google Sans"/>
              <a:sym typeface="Google Sans"/>
            </a:endParaRPr>
          </a:p>
        </p:txBody>
      </p:sp>
      <p:cxnSp>
        <p:nvCxnSpPr>
          <p:cNvPr id="292" name="Google Shape;292;p48"/>
          <p:cNvCxnSpPr/>
          <p:nvPr/>
        </p:nvCxnSpPr>
        <p:spPr>
          <a:xfrm rot="10800000">
            <a:off x="5616200" y="3044850"/>
            <a:ext cx="18600" cy="5805900"/>
          </a:xfrm>
          <a:prstGeom prst="straightConnector1">
            <a:avLst/>
          </a:prstGeom>
          <a:noFill/>
          <a:ln cap="flat" cmpd="sng" w="9525">
            <a:solidFill>
              <a:srgbClr val="666666"/>
            </a:solidFill>
            <a:prstDash val="dash"/>
            <a:round/>
            <a:headEnd len="med" w="med" type="none"/>
            <a:tailEnd len="med" w="med" type="none"/>
          </a:ln>
        </p:spPr>
      </p:cxnSp>
      <p:cxnSp>
        <p:nvCxnSpPr>
          <p:cNvPr id="293" name="Google Shape;293;p48"/>
          <p:cNvCxnSpPr/>
          <p:nvPr/>
        </p:nvCxnSpPr>
        <p:spPr>
          <a:xfrm rot="10800000">
            <a:off x="9135875" y="3044900"/>
            <a:ext cx="2400" cy="5798100"/>
          </a:xfrm>
          <a:prstGeom prst="straightConnector1">
            <a:avLst/>
          </a:prstGeom>
          <a:noFill/>
          <a:ln cap="flat" cmpd="sng" w="9525">
            <a:solidFill>
              <a:srgbClr val="666666"/>
            </a:solidFill>
            <a:prstDash val="dash"/>
            <a:round/>
            <a:headEnd len="med" w="med" type="none"/>
            <a:tailEnd len="med" w="med" type="none"/>
          </a:ln>
        </p:spPr>
      </p:cxnSp>
      <p:cxnSp>
        <p:nvCxnSpPr>
          <p:cNvPr id="294" name="Google Shape;294;p48"/>
          <p:cNvCxnSpPr/>
          <p:nvPr/>
        </p:nvCxnSpPr>
        <p:spPr>
          <a:xfrm rot="10800000">
            <a:off x="12655625" y="3044850"/>
            <a:ext cx="0" cy="5810400"/>
          </a:xfrm>
          <a:prstGeom prst="straightConnector1">
            <a:avLst/>
          </a:prstGeom>
          <a:noFill/>
          <a:ln cap="flat" cmpd="sng" w="9525">
            <a:solidFill>
              <a:srgbClr val="666666"/>
            </a:solidFill>
            <a:prstDash val="dash"/>
            <a:round/>
            <a:headEnd len="med" w="med" type="none"/>
            <a:tailEnd len="med" w="med" type="none"/>
          </a:ln>
        </p:spPr>
      </p:cxnSp>
      <p:sp>
        <p:nvSpPr>
          <p:cNvPr id="295" name="Google Shape;295;p48"/>
          <p:cNvSpPr txBox="1"/>
          <p:nvPr>
            <p:ph type="title"/>
          </p:nvPr>
        </p:nvSpPr>
        <p:spPr>
          <a:xfrm>
            <a:off x="1672475" y="1154875"/>
            <a:ext cx="147753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Google Cloud offers a variety of compute services spanning different usage options</a:t>
            </a:r>
            <a:endParaRPr/>
          </a:p>
        </p:txBody>
      </p:sp>
      <p:sp>
        <p:nvSpPr>
          <p:cNvPr id="296" name="Google Shape;296;p48"/>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7">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49"/>
          <p:cNvSpPr txBox="1"/>
          <p:nvPr>
            <p:ph type="title"/>
          </p:nvPr>
        </p:nvSpPr>
        <p:spPr>
          <a:xfrm>
            <a:off x="1672475" y="1154875"/>
            <a:ext cx="74865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Agenda</a:t>
            </a:r>
            <a:endParaRPr/>
          </a:p>
        </p:txBody>
      </p:sp>
      <p:sp>
        <p:nvSpPr>
          <p:cNvPr id="302" name="Google Shape;302;p49"/>
          <p:cNvSpPr txBox="1"/>
          <p:nvPr>
            <p:ph idx="1" type="body"/>
          </p:nvPr>
        </p:nvSpPr>
        <p:spPr>
          <a:xfrm>
            <a:off x="1701275" y="2432125"/>
            <a:ext cx="7589400" cy="677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Compute Options in the Cloud</a:t>
            </a:r>
            <a:endParaRPr/>
          </a:p>
          <a:p>
            <a:pPr indent="0" lvl="0" marL="0" rtl="0" algn="l">
              <a:spcBef>
                <a:spcPts val="2900"/>
              </a:spcBef>
              <a:spcAft>
                <a:spcPts val="0"/>
              </a:spcAft>
              <a:buNone/>
            </a:pPr>
            <a:r>
              <a:rPr lang="en">
                <a:solidFill>
                  <a:schemeClr val="accent2"/>
                </a:solidFill>
              </a:rPr>
              <a:t>Exploring IaaS with Compute Engine</a:t>
            </a:r>
            <a:endParaRPr>
              <a:solidFill>
                <a:schemeClr val="accent2"/>
              </a:solidFill>
            </a:endParaRPr>
          </a:p>
          <a:p>
            <a:pPr indent="0" lvl="0" marL="0" rtl="0" algn="l">
              <a:spcBef>
                <a:spcPts val="2900"/>
              </a:spcBef>
              <a:spcAft>
                <a:spcPts val="0"/>
              </a:spcAft>
              <a:buNone/>
            </a:pPr>
            <a:r>
              <a:rPr lang="en"/>
              <a:t>Lab: Creating a Virtual Machine</a:t>
            </a:r>
            <a:endParaRPr/>
          </a:p>
          <a:p>
            <a:pPr indent="0" lvl="0" marL="0" rtl="0" algn="l">
              <a:spcBef>
                <a:spcPts val="2900"/>
              </a:spcBef>
              <a:spcAft>
                <a:spcPts val="0"/>
              </a:spcAft>
              <a:buNone/>
            </a:pPr>
            <a:r>
              <a:rPr lang="en"/>
              <a:t>Configuring Elastic Apps with Autoscaling</a:t>
            </a:r>
            <a:endParaRPr/>
          </a:p>
          <a:p>
            <a:pPr indent="0" lvl="0" marL="0" rtl="0" algn="l">
              <a:spcBef>
                <a:spcPts val="2900"/>
              </a:spcBef>
              <a:spcAft>
                <a:spcPts val="0"/>
              </a:spcAft>
              <a:buNone/>
            </a:pPr>
            <a:r>
              <a:rPr lang="en"/>
              <a:t>Exploring PaaS with App Engine</a:t>
            </a:r>
            <a:endParaRPr/>
          </a:p>
          <a:p>
            <a:pPr indent="0" lvl="0" marL="0" rtl="0" algn="l">
              <a:spcBef>
                <a:spcPts val="2900"/>
              </a:spcBef>
              <a:spcAft>
                <a:spcPts val="2900"/>
              </a:spcAft>
              <a:buNone/>
            </a:pPr>
            <a:r>
              <a:rPr lang="en"/>
              <a:t>Lab: App Engine: Qwik Start - Python</a:t>
            </a:r>
            <a:endParaRPr/>
          </a:p>
        </p:txBody>
      </p:sp>
      <p:sp>
        <p:nvSpPr>
          <p:cNvPr id="303" name="Google Shape;303;p49"/>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3">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50"/>
          <p:cNvSpPr txBox="1"/>
          <p:nvPr>
            <p:ph type="title"/>
          </p:nvPr>
        </p:nvSpPr>
        <p:spPr>
          <a:xfrm>
            <a:off x="1672475" y="1154875"/>
            <a:ext cx="147753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Where Compute Engine fits within Google Cloud</a:t>
            </a:r>
            <a:endParaRPr/>
          </a:p>
        </p:txBody>
      </p:sp>
      <p:sp>
        <p:nvSpPr>
          <p:cNvPr id="309" name="Google Shape;309;p50"/>
          <p:cNvSpPr/>
          <p:nvPr/>
        </p:nvSpPr>
        <p:spPr>
          <a:xfrm>
            <a:off x="2277600" y="6136336"/>
            <a:ext cx="13739100" cy="828000"/>
          </a:xfrm>
          <a:prstGeom prst="rect">
            <a:avLst/>
          </a:prstGeom>
          <a:solidFill>
            <a:srgbClr val="FFF2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50"/>
          <p:cNvSpPr txBox="1"/>
          <p:nvPr/>
        </p:nvSpPr>
        <p:spPr>
          <a:xfrm>
            <a:off x="2381777" y="6188492"/>
            <a:ext cx="3233400" cy="733200"/>
          </a:xfrm>
          <a:prstGeom prst="rect">
            <a:avLst/>
          </a:prstGeom>
          <a:solidFill>
            <a:srgbClr val="FFF2CC"/>
          </a:solidFill>
          <a:ln>
            <a:noFill/>
          </a:ln>
        </p:spPr>
        <p:txBody>
          <a:bodyPr anchorCtr="0" anchor="ctr" bIns="137150" lIns="137150" spcFirstLastPara="1" rIns="137150" wrap="square" tIns="137150">
            <a:noAutofit/>
          </a:bodyPr>
          <a:lstStyle/>
          <a:p>
            <a:pPr indent="0" lvl="0" marL="0" rtl="0" algn="ctr">
              <a:spcBef>
                <a:spcPts val="0"/>
              </a:spcBef>
              <a:spcAft>
                <a:spcPts val="0"/>
              </a:spcAft>
              <a:buNone/>
            </a:pPr>
            <a:r>
              <a:rPr lang="en" sz="2800">
                <a:solidFill>
                  <a:schemeClr val="lt1"/>
                </a:solidFill>
                <a:latin typeface="Google Sans"/>
                <a:ea typeface="Google Sans"/>
                <a:cs typeface="Google Sans"/>
                <a:sym typeface="Google Sans"/>
              </a:rPr>
              <a:t>IaaS</a:t>
            </a:r>
            <a:endParaRPr sz="2800">
              <a:solidFill>
                <a:schemeClr val="lt1"/>
              </a:solidFill>
              <a:latin typeface="Google Sans"/>
              <a:ea typeface="Google Sans"/>
              <a:cs typeface="Google Sans"/>
              <a:sym typeface="Google Sans"/>
            </a:endParaRPr>
          </a:p>
        </p:txBody>
      </p:sp>
      <p:sp>
        <p:nvSpPr>
          <p:cNvPr id="311" name="Google Shape;311;p50"/>
          <p:cNvSpPr txBox="1"/>
          <p:nvPr/>
        </p:nvSpPr>
        <p:spPr>
          <a:xfrm>
            <a:off x="2277600" y="7272526"/>
            <a:ext cx="3338700" cy="1642800"/>
          </a:xfrm>
          <a:prstGeom prst="rect">
            <a:avLst/>
          </a:prstGeom>
          <a:noFill/>
          <a:ln>
            <a:noFill/>
          </a:ln>
        </p:spPr>
        <p:txBody>
          <a:bodyPr anchorCtr="0" anchor="t" bIns="0" lIns="182875" spcFirstLastPara="1" rIns="182875" wrap="square" tIns="0">
            <a:noAutofit/>
          </a:bodyPr>
          <a:lstStyle/>
          <a:p>
            <a:pPr indent="0" lvl="0" marL="0" rtl="0" algn="l">
              <a:spcBef>
                <a:spcPts val="0"/>
              </a:spcBef>
              <a:spcAft>
                <a:spcPts val="0"/>
              </a:spcAft>
              <a:buNone/>
            </a:pPr>
            <a:r>
              <a:rPr lang="en" sz="2000">
                <a:solidFill>
                  <a:schemeClr val="lt1"/>
                </a:solidFill>
                <a:latin typeface="Roboto"/>
                <a:ea typeface="Roboto"/>
                <a:cs typeface="Roboto"/>
                <a:sym typeface="Roboto"/>
              </a:rPr>
              <a:t>Virtual machines with industry-leading price/performance</a:t>
            </a:r>
            <a:endParaRPr sz="2000">
              <a:solidFill>
                <a:schemeClr val="lt1"/>
              </a:solidFill>
              <a:latin typeface="Roboto"/>
              <a:ea typeface="Roboto"/>
              <a:cs typeface="Roboto"/>
              <a:sym typeface="Roboto"/>
            </a:endParaRPr>
          </a:p>
        </p:txBody>
      </p:sp>
      <p:sp>
        <p:nvSpPr>
          <p:cNvPr id="312" name="Google Shape;312;p50"/>
          <p:cNvSpPr txBox="1"/>
          <p:nvPr/>
        </p:nvSpPr>
        <p:spPr>
          <a:xfrm>
            <a:off x="12688721" y="6188504"/>
            <a:ext cx="3338700" cy="733200"/>
          </a:xfrm>
          <a:prstGeom prst="rect">
            <a:avLst/>
          </a:prstGeom>
          <a:solidFill>
            <a:srgbClr val="FFF2CC"/>
          </a:solidFill>
          <a:ln>
            <a:noFill/>
          </a:ln>
        </p:spPr>
        <p:txBody>
          <a:bodyPr anchorCtr="0" anchor="ctr" bIns="137150" lIns="137150" spcFirstLastPara="1" rIns="137150" wrap="square" tIns="137150">
            <a:noAutofit/>
          </a:bodyPr>
          <a:lstStyle/>
          <a:p>
            <a:pPr indent="0" lvl="0" marL="0" rtl="0" algn="ctr">
              <a:spcBef>
                <a:spcPts val="0"/>
              </a:spcBef>
              <a:spcAft>
                <a:spcPts val="0"/>
              </a:spcAft>
              <a:buNone/>
            </a:pPr>
            <a:r>
              <a:rPr lang="en" sz="2800">
                <a:solidFill>
                  <a:schemeClr val="lt1"/>
                </a:solidFill>
                <a:latin typeface="Google Sans"/>
                <a:ea typeface="Google Sans"/>
                <a:cs typeface="Google Sans"/>
                <a:sym typeface="Google Sans"/>
              </a:rPr>
              <a:t>Hybrid</a:t>
            </a:r>
            <a:endParaRPr sz="2800">
              <a:solidFill>
                <a:schemeClr val="lt1"/>
              </a:solidFill>
              <a:latin typeface="Google Sans"/>
              <a:ea typeface="Google Sans"/>
              <a:cs typeface="Google Sans"/>
              <a:sym typeface="Google Sans"/>
            </a:endParaRPr>
          </a:p>
        </p:txBody>
      </p:sp>
      <p:sp>
        <p:nvSpPr>
          <p:cNvPr id="313" name="Google Shape;313;p50"/>
          <p:cNvSpPr txBox="1"/>
          <p:nvPr/>
        </p:nvSpPr>
        <p:spPr>
          <a:xfrm>
            <a:off x="12680250" y="7272526"/>
            <a:ext cx="3337500" cy="1642800"/>
          </a:xfrm>
          <a:prstGeom prst="rect">
            <a:avLst/>
          </a:prstGeom>
          <a:noFill/>
          <a:ln>
            <a:noFill/>
          </a:ln>
        </p:spPr>
        <p:txBody>
          <a:bodyPr anchorCtr="0" anchor="t" bIns="0" lIns="182875" spcFirstLastPara="1" rIns="182875" wrap="square" tIns="0">
            <a:noAutofit/>
          </a:bodyPr>
          <a:lstStyle/>
          <a:p>
            <a:pPr indent="0" lvl="0" marL="0" rtl="0" algn="l">
              <a:spcBef>
                <a:spcPts val="0"/>
              </a:spcBef>
              <a:spcAft>
                <a:spcPts val="0"/>
              </a:spcAft>
              <a:buNone/>
            </a:pPr>
            <a:r>
              <a:rPr lang="en" sz="2000">
                <a:solidFill>
                  <a:schemeClr val="lt1"/>
                </a:solidFill>
                <a:latin typeface="Roboto"/>
                <a:ea typeface="Roboto"/>
                <a:cs typeface="Roboto"/>
                <a:sym typeface="Roboto"/>
              </a:rPr>
              <a:t>Cluster manager and orchestration engine built on Google’s container experience</a:t>
            </a:r>
            <a:endParaRPr sz="2000">
              <a:solidFill>
                <a:schemeClr val="lt1"/>
              </a:solidFill>
              <a:latin typeface="Roboto"/>
              <a:ea typeface="Roboto"/>
              <a:cs typeface="Roboto"/>
              <a:sym typeface="Roboto"/>
            </a:endParaRPr>
          </a:p>
        </p:txBody>
      </p:sp>
      <p:pic>
        <p:nvPicPr>
          <p:cNvPr id="314" name="Google Shape;314;p50"/>
          <p:cNvPicPr preferRelativeResize="0"/>
          <p:nvPr/>
        </p:nvPicPr>
        <p:blipFill rotWithShape="1">
          <a:blip r:embed="rId3">
            <a:alphaModFix/>
          </a:blip>
          <a:srcRect b="0" l="0" r="0" t="0"/>
          <a:stretch/>
        </p:blipFill>
        <p:spPr>
          <a:xfrm>
            <a:off x="3051075" y="3044622"/>
            <a:ext cx="1719089" cy="1720541"/>
          </a:xfrm>
          <a:prstGeom prst="rect">
            <a:avLst/>
          </a:prstGeom>
          <a:noFill/>
          <a:ln>
            <a:noFill/>
          </a:ln>
        </p:spPr>
      </p:pic>
      <p:sp>
        <p:nvSpPr>
          <p:cNvPr id="315" name="Google Shape;315;p50"/>
          <p:cNvSpPr txBox="1"/>
          <p:nvPr/>
        </p:nvSpPr>
        <p:spPr>
          <a:xfrm>
            <a:off x="5606204" y="6188492"/>
            <a:ext cx="3511200" cy="733200"/>
          </a:xfrm>
          <a:prstGeom prst="rect">
            <a:avLst/>
          </a:prstGeom>
          <a:solidFill>
            <a:srgbClr val="FFF2CC"/>
          </a:solidFill>
          <a:ln>
            <a:noFill/>
          </a:ln>
        </p:spPr>
        <p:txBody>
          <a:bodyPr anchorCtr="0" anchor="ctr" bIns="137150" lIns="137150" spcFirstLastPara="1" rIns="137150" wrap="square" tIns="137150">
            <a:noAutofit/>
          </a:bodyPr>
          <a:lstStyle/>
          <a:p>
            <a:pPr indent="0" lvl="0" marL="0" rtl="0" algn="ctr">
              <a:spcBef>
                <a:spcPts val="0"/>
              </a:spcBef>
              <a:spcAft>
                <a:spcPts val="0"/>
              </a:spcAft>
              <a:buNone/>
            </a:pPr>
            <a:r>
              <a:rPr lang="en" sz="2800">
                <a:solidFill>
                  <a:schemeClr val="lt1"/>
                </a:solidFill>
                <a:latin typeface="Google Sans"/>
                <a:ea typeface="Google Sans"/>
                <a:cs typeface="Google Sans"/>
                <a:sym typeface="Google Sans"/>
              </a:rPr>
              <a:t>PaaS</a:t>
            </a:r>
            <a:endParaRPr sz="2800">
              <a:solidFill>
                <a:schemeClr val="lt1"/>
              </a:solidFill>
              <a:latin typeface="Google Sans"/>
              <a:ea typeface="Google Sans"/>
              <a:cs typeface="Google Sans"/>
              <a:sym typeface="Google Sans"/>
            </a:endParaRPr>
          </a:p>
        </p:txBody>
      </p:sp>
      <p:sp>
        <p:nvSpPr>
          <p:cNvPr id="316" name="Google Shape;316;p50"/>
          <p:cNvSpPr txBox="1"/>
          <p:nvPr/>
        </p:nvSpPr>
        <p:spPr>
          <a:xfrm>
            <a:off x="9212088" y="6188492"/>
            <a:ext cx="3302100" cy="733200"/>
          </a:xfrm>
          <a:prstGeom prst="rect">
            <a:avLst/>
          </a:prstGeom>
          <a:solidFill>
            <a:srgbClr val="FFF2CC"/>
          </a:solidFill>
          <a:ln>
            <a:noFill/>
          </a:ln>
        </p:spPr>
        <p:txBody>
          <a:bodyPr anchorCtr="0" anchor="ctr" bIns="137150" lIns="137150" spcFirstLastPara="1" rIns="137150" wrap="square" tIns="137150">
            <a:noAutofit/>
          </a:bodyPr>
          <a:lstStyle/>
          <a:p>
            <a:pPr indent="0" lvl="0" marL="0" rtl="0" algn="ctr">
              <a:spcBef>
                <a:spcPts val="0"/>
              </a:spcBef>
              <a:spcAft>
                <a:spcPts val="0"/>
              </a:spcAft>
              <a:buNone/>
            </a:pPr>
            <a:r>
              <a:rPr lang="en" sz="2800">
                <a:solidFill>
                  <a:schemeClr val="lt1"/>
                </a:solidFill>
                <a:latin typeface="Google Sans"/>
                <a:ea typeface="Google Sans"/>
                <a:cs typeface="Google Sans"/>
                <a:sym typeface="Google Sans"/>
              </a:rPr>
              <a:t>Serverless logic</a:t>
            </a:r>
            <a:endParaRPr sz="2800">
              <a:solidFill>
                <a:schemeClr val="lt1"/>
              </a:solidFill>
              <a:latin typeface="Google Sans"/>
              <a:ea typeface="Google Sans"/>
              <a:cs typeface="Google Sans"/>
              <a:sym typeface="Google Sans"/>
            </a:endParaRPr>
          </a:p>
        </p:txBody>
      </p:sp>
      <p:sp>
        <p:nvSpPr>
          <p:cNvPr id="317" name="Google Shape;317;p50"/>
          <p:cNvSpPr txBox="1"/>
          <p:nvPr/>
        </p:nvSpPr>
        <p:spPr>
          <a:xfrm>
            <a:off x="5606200" y="7272525"/>
            <a:ext cx="3337500" cy="1642800"/>
          </a:xfrm>
          <a:prstGeom prst="rect">
            <a:avLst/>
          </a:prstGeom>
          <a:noFill/>
          <a:ln>
            <a:noFill/>
          </a:ln>
        </p:spPr>
        <p:txBody>
          <a:bodyPr anchorCtr="0" anchor="t" bIns="0" lIns="182875" spcFirstLastPara="1" rIns="182875" wrap="square" tIns="0">
            <a:noAutofit/>
          </a:bodyPr>
          <a:lstStyle/>
          <a:p>
            <a:pPr indent="0" lvl="0" marL="0" rtl="0" algn="l">
              <a:spcBef>
                <a:spcPts val="0"/>
              </a:spcBef>
              <a:spcAft>
                <a:spcPts val="0"/>
              </a:spcAft>
              <a:buNone/>
            </a:pPr>
            <a:r>
              <a:rPr lang="en" sz="2000">
                <a:solidFill>
                  <a:schemeClr val="lt1"/>
                </a:solidFill>
                <a:latin typeface="Roboto"/>
                <a:ea typeface="Roboto"/>
                <a:cs typeface="Roboto"/>
                <a:sym typeface="Roboto"/>
              </a:rPr>
              <a:t>A flexible, zero ops platform for building highly available apps</a:t>
            </a:r>
            <a:endParaRPr sz="2000">
              <a:solidFill>
                <a:schemeClr val="lt1"/>
              </a:solidFill>
              <a:latin typeface="Roboto"/>
              <a:ea typeface="Roboto"/>
              <a:cs typeface="Roboto"/>
              <a:sym typeface="Roboto"/>
            </a:endParaRPr>
          </a:p>
        </p:txBody>
      </p:sp>
      <p:sp>
        <p:nvSpPr>
          <p:cNvPr id="318" name="Google Shape;318;p50"/>
          <p:cNvSpPr txBox="1"/>
          <p:nvPr/>
        </p:nvSpPr>
        <p:spPr>
          <a:xfrm>
            <a:off x="9138925" y="7272525"/>
            <a:ext cx="3338700" cy="1642800"/>
          </a:xfrm>
          <a:prstGeom prst="rect">
            <a:avLst/>
          </a:prstGeom>
          <a:noFill/>
          <a:ln>
            <a:noFill/>
          </a:ln>
        </p:spPr>
        <p:txBody>
          <a:bodyPr anchorCtr="0" anchor="t" bIns="0" lIns="182875" spcFirstLastPara="1" rIns="182875" wrap="square" tIns="0">
            <a:noAutofit/>
          </a:bodyPr>
          <a:lstStyle/>
          <a:p>
            <a:pPr indent="0" lvl="0" marL="0" rtl="0" algn="l">
              <a:spcBef>
                <a:spcPts val="0"/>
              </a:spcBef>
              <a:spcAft>
                <a:spcPts val="0"/>
              </a:spcAft>
              <a:buNone/>
            </a:pPr>
            <a:r>
              <a:rPr lang="en" sz="2000">
                <a:solidFill>
                  <a:schemeClr val="lt1"/>
                </a:solidFill>
                <a:latin typeface="Roboto"/>
                <a:ea typeface="Roboto"/>
                <a:cs typeface="Roboto"/>
                <a:sym typeface="Roboto"/>
              </a:rPr>
              <a:t>A lightweight fully managed serverless execution environment for building and connecting cloud services</a:t>
            </a:r>
            <a:endParaRPr sz="2000">
              <a:solidFill>
                <a:schemeClr val="lt1"/>
              </a:solidFill>
              <a:latin typeface="Roboto"/>
              <a:ea typeface="Roboto"/>
              <a:cs typeface="Roboto"/>
              <a:sym typeface="Roboto"/>
            </a:endParaRPr>
          </a:p>
        </p:txBody>
      </p:sp>
      <p:pic>
        <p:nvPicPr>
          <p:cNvPr id="319" name="Google Shape;319;p50"/>
          <p:cNvPicPr preferRelativeResize="0"/>
          <p:nvPr/>
        </p:nvPicPr>
        <p:blipFill rotWithShape="1">
          <a:blip r:embed="rId4">
            <a:alphaModFix/>
          </a:blip>
          <a:srcRect b="0" l="0" r="0" t="0"/>
          <a:stretch/>
        </p:blipFill>
        <p:spPr>
          <a:xfrm>
            <a:off x="10071562" y="3050314"/>
            <a:ext cx="1719089" cy="1720541"/>
          </a:xfrm>
          <a:prstGeom prst="rect">
            <a:avLst/>
          </a:prstGeom>
          <a:noFill/>
          <a:ln>
            <a:noFill/>
          </a:ln>
        </p:spPr>
      </p:pic>
      <p:pic>
        <p:nvPicPr>
          <p:cNvPr id="320" name="Google Shape;320;p50"/>
          <p:cNvPicPr preferRelativeResize="0"/>
          <p:nvPr/>
        </p:nvPicPr>
        <p:blipFill rotWithShape="1">
          <a:blip r:embed="rId5">
            <a:alphaModFix/>
          </a:blip>
          <a:srcRect b="0" l="0" r="0" t="0"/>
          <a:stretch/>
        </p:blipFill>
        <p:spPr>
          <a:xfrm>
            <a:off x="6561171" y="3044622"/>
            <a:ext cx="1719089" cy="1720541"/>
          </a:xfrm>
          <a:prstGeom prst="rect">
            <a:avLst/>
          </a:prstGeom>
          <a:noFill/>
          <a:ln>
            <a:noFill/>
          </a:ln>
        </p:spPr>
      </p:pic>
      <p:pic>
        <p:nvPicPr>
          <p:cNvPr id="321" name="Google Shape;321;p50"/>
          <p:cNvPicPr preferRelativeResize="0"/>
          <p:nvPr/>
        </p:nvPicPr>
        <p:blipFill rotWithShape="1">
          <a:blip r:embed="rId6">
            <a:alphaModFix/>
          </a:blip>
          <a:srcRect b="0" l="0" r="0" t="0"/>
          <a:stretch/>
        </p:blipFill>
        <p:spPr>
          <a:xfrm>
            <a:off x="13643693" y="3044622"/>
            <a:ext cx="1719089" cy="1720541"/>
          </a:xfrm>
          <a:prstGeom prst="rect">
            <a:avLst/>
          </a:prstGeom>
          <a:noFill/>
          <a:ln>
            <a:noFill/>
          </a:ln>
        </p:spPr>
      </p:pic>
      <p:sp>
        <p:nvSpPr>
          <p:cNvPr id="322" name="Google Shape;322;p50"/>
          <p:cNvSpPr/>
          <p:nvPr/>
        </p:nvSpPr>
        <p:spPr>
          <a:xfrm>
            <a:off x="2277600" y="4845930"/>
            <a:ext cx="13739100" cy="1118100"/>
          </a:xfrm>
          <a:prstGeom prst="rect">
            <a:avLst/>
          </a:prstGeom>
          <a:solidFill>
            <a:srgbClr val="B7D1FA">
              <a:alpha val="498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50"/>
          <p:cNvSpPr txBox="1"/>
          <p:nvPr/>
        </p:nvSpPr>
        <p:spPr>
          <a:xfrm>
            <a:off x="2277600" y="4838239"/>
            <a:ext cx="3233400" cy="1115100"/>
          </a:xfrm>
          <a:prstGeom prst="rect">
            <a:avLst/>
          </a:prstGeom>
          <a:noFill/>
          <a:ln>
            <a:noFill/>
          </a:ln>
        </p:spPr>
        <p:txBody>
          <a:bodyPr anchorCtr="0" anchor="ctr" bIns="137150" lIns="137150" spcFirstLastPara="1" rIns="137150" wrap="square" tIns="137150">
            <a:noAutofit/>
          </a:bodyPr>
          <a:lstStyle/>
          <a:p>
            <a:pPr indent="0" lvl="0" marL="0" rtl="0" algn="ctr">
              <a:spcBef>
                <a:spcPts val="0"/>
              </a:spcBef>
              <a:spcAft>
                <a:spcPts val="0"/>
              </a:spcAft>
              <a:buNone/>
            </a:pPr>
            <a:r>
              <a:rPr lang="en" sz="2800">
                <a:solidFill>
                  <a:schemeClr val="lt1"/>
                </a:solidFill>
                <a:latin typeface="Google Sans"/>
                <a:ea typeface="Google Sans"/>
                <a:cs typeface="Google Sans"/>
                <a:sym typeface="Google Sans"/>
              </a:rPr>
              <a:t>Compute Engine</a:t>
            </a:r>
            <a:endParaRPr sz="2800">
              <a:solidFill>
                <a:schemeClr val="lt1"/>
              </a:solidFill>
              <a:latin typeface="Google Sans"/>
              <a:ea typeface="Google Sans"/>
              <a:cs typeface="Google Sans"/>
              <a:sym typeface="Google Sans"/>
            </a:endParaRPr>
          </a:p>
        </p:txBody>
      </p:sp>
      <p:sp>
        <p:nvSpPr>
          <p:cNvPr id="324" name="Google Shape;324;p50"/>
          <p:cNvSpPr txBox="1"/>
          <p:nvPr/>
        </p:nvSpPr>
        <p:spPr>
          <a:xfrm>
            <a:off x="12688721" y="4841720"/>
            <a:ext cx="3338700" cy="1115100"/>
          </a:xfrm>
          <a:prstGeom prst="rect">
            <a:avLst/>
          </a:prstGeom>
          <a:noFill/>
          <a:ln>
            <a:noFill/>
          </a:ln>
        </p:spPr>
        <p:txBody>
          <a:bodyPr anchorCtr="0" anchor="ctr" bIns="137150" lIns="137150" spcFirstLastPara="1" rIns="137150" wrap="square" tIns="137150">
            <a:noAutofit/>
          </a:bodyPr>
          <a:lstStyle/>
          <a:p>
            <a:pPr indent="0" lvl="0" marL="0" rtl="0" algn="ctr">
              <a:spcBef>
                <a:spcPts val="0"/>
              </a:spcBef>
              <a:spcAft>
                <a:spcPts val="0"/>
              </a:spcAft>
              <a:buNone/>
            </a:pPr>
            <a:r>
              <a:rPr lang="en" sz="2800">
                <a:solidFill>
                  <a:schemeClr val="lt1"/>
                </a:solidFill>
                <a:latin typeface="Google Sans"/>
                <a:ea typeface="Google Sans"/>
                <a:cs typeface="Google Sans"/>
                <a:sym typeface="Google Sans"/>
              </a:rPr>
              <a:t>Google Kubernetes Engine</a:t>
            </a:r>
            <a:endParaRPr sz="2800">
              <a:solidFill>
                <a:schemeClr val="lt1"/>
              </a:solidFill>
              <a:latin typeface="Google Sans"/>
              <a:ea typeface="Google Sans"/>
              <a:cs typeface="Google Sans"/>
              <a:sym typeface="Google Sans"/>
            </a:endParaRPr>
          </a:p>
        </p:txBody>
      </p:sp>
      <p:sp>
        <p:nvSpPr>
          <p:cNvPr id="325" name="Google Shape;325;p50"/>
          <p:cNvSpPr txBox="1"/>
          <p:nvPr/>
        </p:nvSpPr>
        <p:spPr>
          <a:xfrm>
            <a:off x="5606204" y="4841726"/>
            <a:ext cx="3511200" cy="1115100"/>
          </a:xfrm>
          <a:prstGeom prst="rect">
            <a:avLst/>
          </a:prstGeom>
          <a:noFill/>
          <a:ln>
            <a:noFill/>
          </a:ln>
        </p:spPr>
        <p:txBody>
          <a:bodyPr anchorCtr="0" anchor="ctr" bIns="137150" lIns="137150" spcFirstLastPara="1" rIns="137150" wrap="square" tIns="137150">
            <a:noAutofit/>
          </a:bodyPr>
          <a:lstStyle/>
          <a:p>
            <a:pPr indent="0" lvl="0" marL="0" rtl="0" algn="ctr">
              <a:spcBef>
                <a:spcPts val="0"/>
              </a:spcBef>
              <a:spcAft>
                <a:spcPts val="0"/>
              </a:spcAft>
              <a:buNone/>
            </a:pPr>
            <a:r>
              <a:rPr lang="en" sz="2800">
                <a:solidFill>
                  <a:schemeClr val="lt1"/>
                </a:solidFill>
                <a:latin typeface="Google Sans"/>
                <a:ea typeface="Google Sans"/>
                <a:cs typeface="Google Sans"/>
                <a:sym typeface="Google Sans"/>
              </a:rPr>
              <a:t>App Engine</a:t>
            </a:r>
            <a:endParaRPr sz="2800">
              <a:solidFill>
                <a:schemeClr val="lt1"/>
              </a:solidFill>
              <a:latin typeface="Google Sans"/>
              <a:ea typeface="Google Sans"/>
              <a:cs typeface="Google Sans"/>
              <a:sym typeface="Google Sans"/>
            </a:endParaRPr>
          </a:p>
        </p:txBody>
      </p:sp>
      <p:sp>
        <p:nvSpPr>
          <p:cNvPr id="326" name="Google Shape;326;p50"/>
          <p:cNvSpPr txBox="1"/>
          <p:nvPr/>
        </p:nvSpPr>
        <p:spPr>
          <a:xfrm>
            <a:off x="9212088" y="4841726"/>
            <a:ext cx="3302100" cy="1115100"/>
          </a:xfrm>
          <a:prstGeom prst="rect">
            <a:avLst/>
          </a:prstGeom>
          <a:noFill/>
          <a:ln>
            <a:noFill/>
          </a:ln>
        </p:spPr>
        <p:txBody>
          <a:bodyPr anchorCtr="0" anchor="ctr" bIns="137150" lIns="137150" spcFirstLastPara="1" rIns="137150" wrap="square" tIns="137150">
            <a:noAutofit/>
          </a:bodyPr>
          <a:lstStyle/>
          <a:p>
            <a:pPr indent="0" lvl="0" marL="0" rtl="0" algn="ctr">
              <a:spcBef>
                <a:spcPts val="0"/>
              </a:spcBef>
              <a:spcAft>
                <a:spcPts val="0"/>
              </a:spcAft>
              <a:buNone/>
            </a:pPr>
            <a:r>
              <a:rPr lang="en" sz="2800">
                <a:solidFill>
                  <a:schemeClr val="lt1"/>
                </a:solidFill>
                <a:latin typeface="Google Sans"/>
                <a:ea typeface="Google Sans"/>
                <a:cs typeface="Google Sans"/>
                <a:sym typeface="Google Sans"/>
              </a:rPr>
              <a:t>Cloud Functions</a:t>
            </a:r>
            <a:endParaRPr sz="2800">
              <a:solidFill>
                <a:schemeClr val="lt1"/>
              </a:solidFill>
              <a:latin typeface="Google Sans"/>
              <a:ea typeface="Google Sans"/>
              <a:cs typeface="Google Sans"/>
              <a:sym typeface="Google Sans"/>
            </a:endParaRPr>
          </a:p>
        </p:txBody>
      </p:sp>
      <p:cxnSp>
        <p:nvCxnSpPr>
          <p:cNvPr id="327" name="Google Shape;327;p50"/>
          <p:cNvCxnSpPr/>
          <p:nvPr/>
        </p:nvCxnSpPr>
        <p:spPr>
          <a:xfrm rot="10800000">
            <a:off x="5616200" y="3044850"/>
            <a:ext cx="18600" cy="5805900"/>
          </a:xfrm>
          <a:prstGeom prst="straightConnector1">
            <a:avLst/>
          </a:prstGeom>
          <a:noFill/>
          <a:ln cap="flat" cmpd="sng" w="9525">
            <a:solidFill>
              <a:srgbClr val="666666"/>
            </a:solidFill>
            <a:prstDash val="dash"/>
            <a:round/>
            <a:headEnd len="med" w="med" type="none"/>
            <a:tailEnd len="med" w="med" type="none"/>
          </a:ln>
        </p:spPr>
      </p:cxnSp>
      <p:cxnSp>
        <p:nvCxnSpPr>
          <p:cNvPr id="328" name="Google Shape;328;p50"/>
          <p:cNvCxnSpPr/>
          <p:nvPr/>
        </p:nvCxnSpPr>
        <p:spPr>
          <a:xfrm rot="10800000">
            <a:off x="9135875" y="3044900"/>
            <a:ext cx="2400" cy="5798100"/>
          </a:xfrm>
          <a:prstGeom prst="straightConnector1">
            <a:avLst/>
          </a:prstGeom>
          <a:noFill/>
          <a:ln cap="flat" cmpd="sng" w="9525">
            <a:solidFill>
              <a:srgbClr val="666666"/>
            </a:solidFill>
            <a:prstDash val="dash"/>
            <a:round/>
            <a:headEnd len="med" w="med" type="none"/>
            <a:tailEnd len="med" w="med" type="none"/>
          </a:ln>
        </p:spPr>
      </p:cxnSp>
      <p:cxnSp>
        <p:nvCxnSpPr>
          <p:cNvPr id="329" name="Google Shape;329;p50"/>
          <p:cNvCxnSpPr/>
          <p:nvPr/>
        </p:nvCxnSpPr>
        <p:spPr>
          <a:xfrm rot="10800000">
            <a:off x="12655625" y="3044850"/>
            <a:ext cx="0" cy="5810400"/>
          </a:xfrm>
          <a:prstGeom prst="straightConnector1">
            <a:avLst/>
          </a:prstGeom>
          <a:noFill/>
          <a:ln cap="flat" cmpd="sng" w="9525">
            <a:solidFill>
              <a:srgbClr val="666666"/>
            </a:solidFill>
            <a:prstDash val="dash"/>
            <a:round/>
            <a:headEnd len="med" w="med" type="none"/>
            <a:tailEnd len="med" w="med" type="none"/>
          </a:ln>
        </p:spPr>
      </p:cxnSp>
      <p:sp>
        <p:nvSpPr>
          <p:cNvPr id="330" name="Google Shape;330;p50"/>
          <p:cNvSpPr/>
          <p:nvPr/>
        </p:nvSpPr>
        <p:spPr>
          <a:xfrm>
            <a:off x="5635825" y="2767800"/>
            <a:ext cx="10393800" cy="6147600"/>
          </a:xfrm>
          <a:prstGeom prst="rect">
            <a:avLst/>
          </a:prstGeom>
          <a:solidFill>
            <a:srgbClr val="F3F3F3">
              <a:alpha val="753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50"/>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7">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pic>
        <p:nvPicPr>
          <p:cNvPr id="336" name="Google Shape;336;p51"/>
          <p:cNvPicPr preferRelativeResize="0"/>
          <p:nvPr/>
        </p:nvPicPr>
        <p:blipFill>
          <a:blip r:embed="rId3">
            <a:alphaModFix/>
          </a:blip>
          <a:stretch>
            <a:fillRect/>
          </a:stretch>
        </p:blipFill>
        <p:spPr>
          <a:xfrm>
            <a:off x="10390475" y="4362800"/>
            <a:ext cx="3657600" cy="3657600"/>
          </a:xfrm>
          <a:prstGeom prst="rect">
            <a:avLst/>
          </a:prstGeom>
          <a:noFill/>
          <a:ln>
            <a:noFill/>
          </a:ln>
        </p:spPr>
      </p:pic>
      <p:pic>
        <p:nvPicPr>
          <p:cNvPr id="337" name="Google Shape;337;p51"/>
          <p:cNvPicPr preferRelativeResize="0"/>
          <p:nvPr/>
        </p:nvPicPr>
        <p:blipFill>
          <a:blip r:embed="rId4">
            <a:alphaModFix/>
          </a:blip>
          <a:stretch>
            <a:fillRect/>
          </a:stretch>
        </p:blipFill>
        <p:spPr>
          <a:xfrm>
            <a:off x="12240275" y="2800675"/>
            <a:ext cx="3930452" cy="2784726"/>
          </a:xfrm>
          <a:prstGeom prst="rect">
            <a:avLst/>
          </a:prstGeom>
          <a:noFill/>
          <a:ln>
            <a:noFill/>
          </a:ln>
        </p:spPr>
      </p:pic>
      <p:sp>
        <p:nvSpPr>
          <p:cNvPr id="338" name="Google Shape;338;p51"/>
          <p:cNvSpPr txBox="1"/>
          <p:nvPr>
            <p:ph type="title"/>
          </p:nvPr>
        </p:nvSpPr>
        <p:spPr>
          <a:xfrm>
            <a:off x="1672475" y="1154875"/>
            <a:ext cx="147753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Compute Engine is an infrastructure-centric solution</a:t>
            </a:r>
            <a:endParaRPr/>
          </a:p>
        </p:txBody>
      </p:sp>
      <p:sp>
        <p:nvSpPr>
          <p:cNvPr id="339" name="Google Shape;339;p51"/>
          <p:cNvSpPr txBox="1"/>
          <p:nvPr>
            <p:ph idx="1" type="body"/>
          </p:nvPr>
        </p:nvSpPr>
        <p:spPr>
          <a:xfrm>
            <a:off x="1742475" y="2432304"/>
            <a:ext cx="7251900" cy="5809500"/>
          </a:xfrm>
          <a:prstGeom prst="rect">
            <a:avLst/>
          </a:prstGeom>
        </p:spPr>
        <p:txBody>
          <a:bodyPr anchorCtr="0" anchor="t" bIns="91425" lIns="91425" spcFirstLastPara="1" rIns="91425" wrap="square" tIns="91425">
            <a:noAutofit/>
          </a:bodyPr>
          <a:lstStyle/>
          <a:p>
            <a:pPr indent="-406400" lvl="0" marL="457200" rtl="0" algn="l">
              <a:spcBef>
                <a:spcPts val="0"/>
              </a:spcBef>
              <a:spcAft>
                <a:spcPts val="0"/>
              </a:spcAft>
              <a:buSzPts val="2800"/>
              <a:buChar char="●"/>
            </a:pPr>
            <a:r>
              <a:rPr lang="en"/>
              <a:t>Type of IaaS</a:t>
            </a:r>
            <a:endParaRPr/>
          </a:p>
          <a:p>
            <a:pPr indent="-228600" lvl="0" marL="457200" rtl="0" algn="l">
              <a:spcBef>
                <a:spcPts val="0"/>
              </a:spcBef>
              <a:spcAft>
                <a:spcPts val="0"/>
              </a:spcAft>
              <a:buNone/>
            </a:pPr>
            <a:r>
              <a:t/>
            </a:r>
            <a:endParaRPr/>
          </a:p>
          <a:p>
            <a:pPr indent="-406400" lvl="0" marL="457200" rtl="0" algn="l">
              <a:spcBef>
                <a:spcPts val="0"/>
              </a:spcBef>
              <a:spcAft>
                <a:spcPts val="0"/>
              </a:spcAft>
              <a:buSzPts val="2800"/>
              <a:buChar char="●"/>
            </a:pPr>
            <a:r>
              <a:rPr lang="en"/>
              <a:t>Scalable, high-performance VMs</a:t>
            </a:r>
            <a:endParaRPr/>
          </a:p>
          <a:p>
            <a:pPr indent="-228600" lvl="0" marL="457200" rtl="0" algn="l">
              <a:spcBef>
                <a:spcPts val="0"/>
              </a:spcBef>
              <a:spcAft>
                <a:spcPts val="0"/>
              </a:spcAft>
              <a:buNone/>
            </a:pPr>
            <a:r>
              <a:t/>
            </a:r>
            <a:endParaRPr/>
          </a:p>
          <a:p>
            <a:pPr indent="-406400" lvl="0" marL="457200" rtl="0" algn="l">
              <a:spcBef>
                <a:spcPts val="0"/>
              </a:spcBef>
              <a:spcAft>
                <a:spcPts val="0"/>
              </a:spcAft>
              <a:buSzPts val="2800"/>
              <a:buChar char="●"/>
            </a:pPr>
            <a:r>
              <a:rPr lang="en"/>
              <a:t>Ru</a:t>
            </a:r>
            <a:r>
              <a:rPr lang="en"/>
              <a:t>n</a:t>
            </a:r>
            <a:r>
              <a:rPr lang="en"/>
              <a:t> any computing workload</a:t>
            </a:r>
            <a:endParaRPr/>
          </a:p>
          <a:p>
            <a:pPr indent="-228600" lvl="0" marL="457200" rtl="0" algn="l">
              <a:spcBef>
                <a:spcPts val="0"/>
              </a:spcBef>
              <a:spcAft>
                <a:spcPts val="0"/>
              </a:spcAft>
              <a:buNone/>
            </a:pPr>
            <a:r>
              <a:t/>
            </a:r>
            <a:endParaRPr/>
          </a:p>
          <a:p>
            <a:pPr indent="-406400" lvl="0" marL="457200" rtl="0" algn="l">
              <a:spcBef>
                <a:spcPts val="0"/>
              </a:spcBef>
              <a:spcAft>
                <a:spcPts val="0"/>
              </a:spcAft>
              <a:buSzPts val="2800"/>
              <a:buChar char="●"/>
            </a:pPr>
            <a:r>
              <a:rPr lang="en"/>
              <a:t>Predefined or custom machine types</a:t>
            </a:r>
            <a:endParaRPr/>
          </a:p>
          <a:p>
            <a:pPr indent="-228600" lvl="0" marL="457200" rtl="0" algn="l">
              <a:spcBef>
                <a:spcPts val="0"/>
              </a:spcBef>
              <a:spcAft>
                <a:spcPts val="0"/>
              </a:spcAft>
              <a:buNone/>
            </a:pPr>
            <a:r>
              <a:t/>
            </a:r>
            <a:endParaRPr/>
          </a:p>
          <a:p>
            <a:pPr indent="-406400" lvl="0" marL="457200" rtl="0" algn="l">
              <a:spcBef>
                <a:spcPts val="0"/>
              </a:spcBef>
              <a:spcAft>
                <a:spcPts val="0"/>
              </a:spcAft>
              <a:buSzPts val="2800"/>
              <a:buChar char="●"/>
            </a:pPr>
            <a:r>
              <a:rPr lang="en"/>
              <a:t>Windows or Linux</a:t>
            </a:r>
            <a:endParaRPr/>
          </a:p>
          <a:p>
            <a:pPr indent="-228600" lvl="0" marL="457200" rtl="0" algn="l">
              <a:spcBef>
                <a:spcPts val="0"/>
              </a:spcBef>
              <a:spcAft>
                <a:spcPts val="0"/>
              </a:spcAft>
              <a:buNone/>
            </a:pPr>
            <a:r>
              <a:t/>
            </a:r>
            <a:endParaRPr/>
          </a:p>
          <a:p>
            <a:pPr indent="-406400" lvl="0" marL="457200" rtl="0" algn="l">
              <a:spcBef>
                <a:spcPts val="0"/>
              </a:spcBef>
              <a:spcAft>
                <a:spcPts val="0"/>
              </a:spcAft>
              <a:buSzPts val="2800"/>
              <a:buChar char="●"/>
            </a:pPr>
            <a:r>
              <a:rPr lang="en"/>
              <a:t>No upfront investment required</a:t>
            </a:r>
            <a:endParaRPr sz="2500"/>
          </a:p>
        </p:txBody>
      </p:sp>
      <p:sp>
        <p:nvSpPr>
          <p:cNvPr id="340" name="Google Shape;340;p51"/>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5">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pic>
        <p:nvPicPr>
          <p:cNvPr id="345" name="Google Shape;345;p52"/>
          <p:cNvPicPr preferRelativeResize="0"/>
          <p:nvPr/>
        </p:nvPicPr>
        <p:blipFill>
          <a:blip r:embed="rId3">
            <a:alphaModFix/>
          </a:blip>
          <a:stretch>
            <a:fillRect/>
          </a:stretch>
        </p:blipFill>
        <p:spPr>
          <a:xfrm>
            <a:off x="9705475" y="3231075"/>
            <a:ext cx="6497300" cy="4368875"/>
          </a:xfrm>
          <a:prstGeom prst="rect">
            <a:avLst/>
          </a:prstGeom>
          <a:noFill/>
          <a:ln>
            <a:noFill/>
          </a:ln>
        </p:spPr>
      </p:pic>
      <p:sp>
        <p:nvSpPr>
          <p:cNvPr id="346" name="Google Shape;346;p52"/>
          <p:cNvSpPr txBox="1"/>
          <p:nvPr>
            <p:ph type="title"/>
          </p:nvPr>
        </p:nvSpPr>
        <p:spPr>
          <a:xfrm>
            <a:off x="1672475" y="1154875"/>
            <a:ext cx="147753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Create VMs that are right for your workloads</a:t>
            </a:r>
            <a:endParaRPr/>
          </a:p>
        </p:txBody>
      </p:sp>
      <p:sp>
        <p:nvSpPr>
          <p:cNvPr id="347" name="Google Shape;347;p52"/>
          <p:cNvSpPr txBox="1"/>
          <p:nvPr>
            <p:ph idx="1" type="body"/>
          </p:nvPr>
        </p:nvSpPr>
        <p:spPr>
          <a:xfrm>
            <a:off x="1742475" y="2432304"/>
            <a:ext cx="7545000" cy="6411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Machine type options to consider:</a:t>
            </a:r>
            <a:endParaRPr/>
          </a:p>
          <a:p>
            <a:pPr indent="-406400" lvl="0" marL="914400" rtl="0" algn="l">
              <a:spcBef>
                <a:spcPts val="1000"/>
              </a:spcBef>
              <a:spcAft>
                <a:spcPts val="0"/>
              </a:spcAft>
              <a:buSzPts val="2800"/>
              <a:buChar char="●"/>
            </a:pPr>
            <a:r>
              <a:rPr lang="en"/>
              <a:t>Higher proportion of memory to CPU</a:t>
            </a:r>
            <a:endParaRPr/>
          </a:p>
          <a:p>
            <a:pPr indent="-406400" lvl="0" marL="914400" rtl="0" algn="l">
              <a:spcBef>
                <a:spcPts val="1000"/>
              </a:spcBef>
              <a:spcAft>
                <a:spcPts val="0"/>
              </a:spcAft>
              <a:buSzPts val="2800"/>
              <a:buChar char="●"/>
            </a:pPr>
            <a:r>
              <a:rPr lang="en"/>
              <a:t>Higher proportion of CPU to memory</a:t>
            </a:r>
            <a:endParaRPr/>
          </a:p>
          <a:p>
            <a:pPr indent="-406400" lvl="0" marL="914400" rtl="0" algn="l">
              <a:spcBef>
                <a:spcPts val="1000"/>
              </a:spcBef>
              <a:spcAft>
                <a:spcPts val="0"/>
              </a:spcAft>
              <a:buSzPts val="2800"/>
              <a:buChar char="●"/>
            </a:pPr>
            <a:r>
              <a:rPr lang="en"/>
              <a:t>Blend of both</a:t>
            </a:r>
            <a:endParaRPr/>
          </a:p>
          <a:p>
            <a:pPr indent="0" lvl="0" marL="0" rtl="0" algn="l">
              <a:spcBef>
                <a:spcPts val="1000"/>
              </a:spcBef>
              <a:spcAft>
                <a:spcPts val="0"/>
              </a:spcAft>
              <a:buNone/>
            </a:pPr>
            <a:r>
              <a:rPr lang="en"/>
              <a:t> </a:t>
            </a:r>
            <a:endParaRPr/>
          </a:p>
          <a:p>
            <a:pPr indent="0" lvl="0" marL="0" rtl="0" algn="l">
              <a:spcBef>
                <a:spcPts val="0"/>
              </a:spcBef>
              <a:spcAft>
                <a:spcPts val="0"/>
              </a:spcAft>
              <a:buNone/>
            </a:pPr>
            <a:r>
              <a:rPr lang="en"/>
              <a:t>Select from predefined VM configurations:</a:t>
            </a:r>
            <a:endParaRPr/>
          </a:p>
          <a:p>
            <a:pPr indent="-406400" lvl="0" marL="914400" rtl="0" algn="l">
              <a:spcBef>
                <a:spcPts val="1000"/>
              </a:spcBef>
              <a:spcAft>
                <a:spcPts val="0"/>
              </a:spcAft>
              <a:buSzPts val="2800"/>
              <a:buChar char="●"/>
            </a:pPr>
            <a:r>
              <a:rPr lang="en"/>
              <a:t>General-purpose</a:t>
            </a:r>
            <a:endParaRPr/>
          </a:p>
          <a:p>
            <a:pPr indent="-406400" lvl="0" marL="914400" rtl="0" algn="l">
              <a:spcBef>
                <a:spcPts val="1000"/>
              </a:spcBef>
              <a:spcAft>
                <a:spcPts val="0"/>
              </a:spcAft>
              <a:buSzPts val="2800"/>
              <a:buChar char="●"/>
            </a:pPr>
            <a:r>
              <a:rPr lang="en"/>
              <a:t>Memory-optimized</a:t>
            </a:r>
            <a:endParaRPr/>
          </a:p>
          <a:p>
            <a:pPr indent="-406400" lvl="0" marL="914400" rtl="0" algn="l">
              <a:spcBef>
                <a:spcPts val="1000"/>
              </a:spcBef>
              <a:spcAft>
                <a:spcPts val="0"/>
              </a:spcAft>
              <a:buSzPts val="2800"/>
              <a:buChar char="●"/>
            </a:pPr>
            <a:r>
              <a:rPr lang="en"/>
              <a:t>Compute-optimized</a:t>
            </a:r>
            <a:endParaRPr/>
          </a:p>
          <a:p>
            <a:pPr indent="0" lvl="0" marL="0" rtl="0" algn="l">
              <a:spcBef>
                <a:spcPts val="1000"/>
              </a:spcBef>
              <a:spcAft>
                <a:spcPts val="0"/>
              </a:spcAft>
              <a:buNone/>
            </a:pPr>
            <a:r>
              <a:rPr lang="en"/>
              <a:t> </a:t>
            </a:r>
            <a:endParaRPr/>
          </a:p>
          <a:p>
            <a:pPr indent="0" lvl="0" marL="0" rtl="0" algn="l">
              <a:spcBef>
                <a:spcPts val="0"/>
              </a:spcBef>
              <a:spcAft>
                <a:spcPts val="0"/>
              </a:spcAft>
              <a:buNone/>
            </a:pPr>
            <a:r>
              <a:rPr lang="en"/>
              <a:t>Customize your own configuration </a:t>
            </a:r>
            <a:endParaRPr/>
          </a:p>
        </p:txBody>
      </p:sp>
      <p:sp>
        <p:nvSpPr>
          <p:cNvPr id="348" name="Google Shape;348;p52"/>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4">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grpSp>
        <p:nvGrpSpPr>
          <p:cNvPr id="353" name="Google Shape;353;p53"/>
          <p:cNvGrpSpPr/>
          <p:nvPr/>
        </p:nvGrpSpPr>
        <p:grpSpPr>
          <a:xfrm>
            <a:off x="11492949" y="2646977"/>
            <a:ext cx="4040825" cy="5450256"/>
            <a:chOff x="10831950" y="2142600"/>
            <a:chExt cx="5000402" cy="6364148"/>
          </a:xfrm>
        </p:grpSpPr>
        <p:pic>
          <p:nvPicPr>
            <p:cNvPr id="354" name="Google Shape;354;p53"/>
            <p:cNvPicPr preferRelativeResize="0"/>
            <p:nvPr/>
          </p:nvPicPr>
          <p:blipFill rotWithShape="1">
            <a:blip r:embed="rId3">
              <a:alphaModFix/>
            </a:blip>
            <a:srcRect b="0" l="5101" r="5092" t="0"/>
            <a:stretch/>
          </p:blipFill>
          <p:spPr>
            <a:xfrm>
              <a:off x="10831950" y="2142600"/>
              <a:ext cx="5000402" cy="6364148"/>
            </a:xfrm>
            <a:prstGeom prst="rect">
              <a:avLst/>
            </a:prstGeom>
            <a:noFill/>
            <a:ln>
              <a:noFill/>
            </a:ln>
          </p:spPr>
        </p:pic>
        <p:sp>
          <p:nvSpPr>
            <p:cNvPr id="355" name="Google Shape;355;p53"/>
            <p:cNvSpPr/>
            <p:nvPr/>
          </p:nvSpPr>
          <p:spPr>
            <a:xfrm>
              <a:off x="11837350" y="5380600"/>
              <a:ext cx="2991300" cy="13863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6" name="Google Shape;356;p53"/>
          <p:cNvSpPr txBox="1"/>
          <p:nvPr>
            <p:ph type="title"/>
          </p:nvPr>
        </p:nvSpPr>
        <p:spPr>
          <a:xfrm>
            <a:off x="1672475" y="1154875"/>
            <a:ext cx="147753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Building virtual disks</a:t>
            </a:r>
            <a:endParaRPr/>
          </a:p>
        </p:txBody>
      </p:sp>
      <p:sp>
        <p:nvSpPr>
          <p:cNvPr id="357" name="Google Shape;357;p53"/>
          <p:cNvSpPr txBox="1"/>
          <p:nvPr>
            <p:ph idx="1" type="body"/>
          </p:nvPr>
        </p:nvSpPr>
        <p:spPr>
          <a:xfrm>
            <a:off x="1722425" y="2432125"/>
            <a:ext cx="7434300" cy="6768600"/>
          </a:xfrm>
          <a:prstGeom prst="rect">
            <a:avLst/>
          </a:prstGeom>
        </p:spPr>
        <p:txBody>
          <a:bodyPr anchorCtr="0" anchor="t" bIns="91425" lIns="91425" spcFirstLastPara="1" rIns="91425" wrap="square" tIns="91425">
            <a:noAutofit/>
          </a:bodyPr>
          <a:lstStyle/>
          <a:p>
            <a:pPr indent="-406400" lvl="0" marL="457200" rtl="0" algn="l">
              <a:spcBef>
                <a:spcPts val="0"/>
              </a:spcBef>
              <a:spcAft>
                <a:spcPts val="0"/>
              </a:spcAft>
              <a:buSzPts val="2800"/>
              <a:buChar char="●"/>
            </a:pPr>
            <a:r>
              <a:rPr lang="en"/>
              <a:t>Network storage can be attached to VMs as persistent disks (PDs).</a:t>
            </a:r>
            <a:endParaRPr/>
          </a:p>
          <a:p>
            <a:pPr indent="-406400" lvl="0" marL="457200" rtl="0" algn="l">
              <a:spcBef>
                <a:spcPts val="2000"/>
              </a:spcBef>
              <a:spcAft>
                <a:spcPts val="0"/>
              </a:spcAft>
              <a:buSzPts val="2800"/>
              <a:buChar char="●"/>
            </a:pPr>
            <a:r>
              <a:rPr lang="en"/>
              <a:t>PDs are cost-effective, durable, and offer good performance.</a:t>
            </a:r>
            <a:endParaRPr/>
          </a:p>
          <a:p>
            <a:pPr indent="-406400" lvl="0" marL="457200" rtl="0" algn="l">
              <a:spcBef>
                <a:spcPts val="2000"/>
              </a:spcBef>
              <a:spcAft>
                <a:spcPts val="0"/>
              </a:spcAft>
              <a:buSzPts val="2800"/>
              <a:buChar char="●"/>
            </a:pPr>
            <a:r>
              <a:rPr lang="en"/>
              <a:t>Local SSDs provide higher performance with lower latency, but exist only for the lifetime of a specific instance.</a:t>
            </a:r>
            <a:endParaRPr/>
          </a:p>
          <a:p>
            <a:pPr indent="-406400" lvl="0" marL="457200" rtl="0" algn="l">
              <a:spcBef>
                <a:spcPts val="2000"/>
              </a:spcBef>
              <a:spcAft>
                <a:spcPts val="0"/>
              </a:spcAft>
              <a:buSzPts val="2800"/>
              <a:buChar char="●"/>
            </a:pPr>
            <a:r>
              <a:rPr lang="en"/>
              <a:t>Standard PD throughput performance and IOPS increases linearly with the size of the disk until it reaches set per-instance limits.</a:t>
            </a:r>
            <a:endParaRPr/>
          </a:p>
          <a:p>
            <a:pPr indent="-406400" lvl="0" marL="457200" rtl="0" algn="l">
              <a:spcBef>
                <a:spcPts val="2000"/>
              </a:spcBef>
              <a:spcAft>
                <a:spcPts val="2000"/>
              </a:spcAft>
              <a:buSzPts val="2800"/>
              <a:buChar char="●"/>
            </a:pPr>
            <a:r>
              <a:rPr lang="en"/>
              <a:t>SSD PD IOPS performance depends on the number of vCPUs in the instance in addition to disk size.</a:t>
            </a:r>
            <a:endParaRPr/>
          </a:p>
        </p:txBody>
      </p:sp>
      <p:sp>
        <p:nvSpPr>
          <p:cNvPr id="358" name="Google Shape;358;p53"/>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4">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pic>
        <p:nvPicPr>
          <p:cNvPr id="363" name="Google Shape;363;p54"/>
          <p:cNvPicPr preferRelativeResize="0"/>
          <p:nvPr/>
        </p:nvPicPr>
        <p:blipFill>
          <a:blip r:embed="rId3">
            <a:alphaModFix/>
          </a:blip>
          <a:stretch>
            <a:fillRect/>
          </a:stretch>
        </p:blipFill>
        <p:spPr>
          <a:xfrm>
            <a:off x="9717425" y="3215375"/>
            <a:ext cx="6251466" cy="5167396"/>
          </a:xfrm>
          <a:prstGeom prst="rect">
            <a:avLst/>
          </a:prstGeom>
          <a:noFill/>
          <a:ln>
            <a:noFill/>
          </a:ln>
        </p:spPr>
      </p:pic>
      <p:sp>
        <p:nvSpPr>
          <p:cNvPr id="364" name="Google Shape;364;p54"/>
          <p:cNvSpPr txBox="1"/>
          <p:nvPr>
            <p:ph type="title"/>
          </p:nvPr>
        </p:nvSpPr>
        <p:spPr>
          <a:xfrm>
            <a:off x="1672475" y="1154875"/>
            <a:ext cx="147753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Networks connect Compute Engine instances to each other and to the internet</a:t>
            </a:r>
            <a:endParaRPr/>
          </a:p>
        </p:txBody>
      </p:sp>
      <p:sp>
        <p:nvSpPr>
          <p:cNvPr id="365" name="Google Shape;365;p54"/>
          <p:cNvSpPr txBox="1"/>
          <p:nvPr>
            <p:ph idx="1" type="body"/>
          </p:nvPr>
        </p:nvSpPr>
        <p:spPr>
          <a:xfrm>
            <a:off x="1742475" y="3148275"/>
            <a:ext cx="7251900" cy="6052500"/>
          </a:xfrm>
          <a:prstGeom prst="rect">
            <a:avLst/>
          </a:prstGeom>
        </p:spPr>
        <p:txBody>
          <a:bodyPr anchorCtr="0" anchor="t" bIns="91425" lIns="91425" spcFirstLastPara="1" rIns="91425" wrap="square" tIns="91425">
            <a:noAutofit/>
          </a:bodyPr>
          <a:lstStyle/>
          <a:p>
            <a:pPr indent="-406400" lvl="0" marL="457200" rtl="0" algn="l">
              <a:spcBef>
                <a:spcPts val="0"/>
              </a:spcBef>
              <a:spcAft>
                <a:spcPts val="0"/>
              </a:spcAft>
              <a:buSzPts val="2800"/>
              <a:buChar char="●"/>
            </a:pPr>
            <a:r>
              <a:rPr lang="en"/>
              <a:t>Inbound/outbound firewall rules</a:t>
            </a:r>
            <a:endParaRPr/>
          </a:p>
          <a:p>
            <a:pPr indent="-406400" lvl="0" marL="457200" rtl="0" algn="l">
              <a:spcBef>
                <a:spcPts val="2000"/>
              </a:spcBef>
              <a:spcAft>
                <a:spcPts val="0"/>
              </a:spcAft>
              <a:buSzPts val="2800"/>
              <a:buChar char="●"/>
            </a:pPr>
            <a:r>
              <a:rPr lang="en"/>
              <a:t>Create static routes</a:t>
            </a:r>
            <a:endParaRPr/>
          </a:p>
          <a:p>
            <a:pPr indent="-406400" lvl="0" marL="457200" rtl="0" algn="l">
              <a:spcBef>
                <a:spcPts val="2000"/>
              </a:spcBef>
              <a:spcAft>
                <a:spcPts val="0"/>
              </a:spcAft>
              <a:buSzPts val="2800"/>
              <a:buChar char="●"/>
            </a:pPr>
            <a:r>
              <a:rPr lang="en"/>
              <a:t>Scale and distribute applications using Cloud Load Balancing</a:t>
            </a:r>
            <a:endParaRPr/>
          </a:p>
          <a:p>
            <a:pPr indent="-406400" lvl="0" marL="457200" rtl="0" algn="l">
              <a:spcBef>
                <a:spcPts val="2000"/>
              </a:spcBef>
              <a:spcAft>
                <a:spcPts val="0"/>
              </a:spcAft>
              <a:buSzPts val="2800"/>
              <a:buChar char="●"/>
            </a:pPr>
            <a:r>
              <a:rPr lang="en"/>
              <a:t>Global and multi-regional subnetwork</a:t>
            </a:r>
            <a:endParaRPr/>
          </a:p>
          <a:p>
            <a:pPr indent="0" lvl="0" marL="0" rtl="0" algn="l">
              <a:spcBef>
                <a:spcPts val="2000"/>
              </a:spcBef>
              <a:spcAft>
                <a:spcPts val="0"/>
              </a:spcAft>
              <a:buNone/>
            </a:pPr>
            <a:r>
              <a:t/>
            </a:r>
            <a:endParaRPr/>
          </a:p>
          <a:p>
            <a:pPr indent="0" lvl="0" marL="0" rtl="0" algn="l">
              <a:spcBef>
                <a:spcPts val="0"/>
              </a:spcBef>
              <a:spcAft>
                <a:spcPts val="0"/>
              </a:spcAft>
              <a:buNone/>
            </a:pPr>
            <a:r>
              <a:t/>
            </a:r>
            <a:endParaRPr/>
          </a:p>
        </p:txBody>
      </p:sp>
      <p:sp>
        <p:nvSpPr>
          <p:cNvPr id="366" name="Google Shape;366;p54"/>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4">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pic>
        <p:nvPicPr>
          <p:cNvPr id="371" name="Google Shape;371;p55"/>
          <p:cNvPicPr preferRelativeResize="0"/>
          <p:nvPr/>
        </p:nvPicPr>
        <p:blipFill>
          <a:blip r:embed="rId3">
            <a:alphaModFix/>
          </a:blip>
          <a:stretch>
            <a:fillRect/>
          </a:stretch>
        </p:blipFill>
        <p:spPr>
          <a:xfrm>
            <a:off x="1789751" y="2294875"/>
            <a:ext cx="11476975" cy="6562150"/>
          </a:xfrm>
          <a:prstGeom prst="rect">
            <a:avLst/>
          </a:prstGeom>
          <a:noFill/>
          <a:ln>
            <a:noFill/>
          </a:ln>
        </p:spPr>
      </p:pic>
      <p:sp>
        <p:nvSpPr>
          <p:cNvPr id="372" name="Google Shape;372;p55"/>
          <p:cNvSpPr txBox="1"/>
          <p:nvPr/>
        </p:nvSpPr>
        <p:spPr>
          <a:xfrm>
            <a:off x="9007650" y="8592250"/>
            <a:ext cx="7391400" cy="607800"/>
          </a:xfrm>
          <a:prstGeom prst="rect">
            <a:avLst/>
          </a:prstGeom>
          <a:solidFill>
            <a:schemeClr val="accent2"/>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400">
                <a:solidFill>
                  <a:srgbClr val="FFFFFF"/>
                </a:solidFill>
                <a:uFill>
                  <a:noFill/>
                </a:uFill>
                <a:latin typeface="Roboto"/>
                <a:ea typeface="Roboto"/>
                <a:cs typeface="Roboto"/>
                <a:sym typeface="Roboto"/>
                <a:hlinkClick r:id="rId4">
                  <a:extLst>
                    <a:ext uri="{A12FA001-AC4F-418D-AE19-62706E023703}">
                      <ahyp:hlinkClr val="tx"/>
                    </a:ext>
                  </a:extLst>
                </a:hlinkClick>
              </a:rPr>
              <a:t>https://cloud.google.com/products/calculator/</a:t>
            </a:r>
            <a:endParaRPr sz="2400">
              <a:solidFill>
                <a:srgbClr val="FFFFFF"/>
              </a:solidFill>
              <a:latin typeface="Roboto"/>
              <a:ea typeface="Roboto"/>
              <a:cs typeface="Roboto"/>
              <a:sym typeface="Roboto"/>
            </a:endParaRPr>
          </a:p>
        </p:txBody>
      </p:sp>
      <p:sp>
        <p:nvSpPr>
          <p:cNvPr id="373" name="Google Shape;373;p55"/>
          <p:cNvSpPr txBox="1"/>
          <p:nvPr>
            <p:ph type="title"/>
          </p:nvPr>
        </p:nvSpPr>
        <p:spPr>
          <a:xfrm>
            <a:off x="1672475" y="1154875"/>
            <a:ext cx="147753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Compute Engine pricing</a:t>
            </a:r>
            <a:endParaRPr/>
          </a:p>
        </p:txBody>
      </p:sp>
      <p:sp>
        <p:nvSpPr>
          <p:cNvPr id="374" name="Google Shape;374;p55"/>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5">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56"/>
          <p:cNvSpPr txBox="1"/>
          <p:nvPr>
            <p:ph idx="1" type="body"/>
          </p:nvPr>
        </p:nvSpPr>
        <p:spPr>
          <a:xfrm>
            <a:off x="1701275" y="2432125"/>
            <a:ext cx="7589400" cy="677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Compute Options in the Cloud</a:t>
            </a:r>
            <a:endParaRPr/>
          </a:p>
          <a:p>
            <a:pPr indent="0" lvl="0" marL="0" rtl="0" algn="l">
              <a:spcBef>
                <a:spcPts val="2900"/>
              </a:spcBef>
              <a:spcAft>
                <a:spcPts val="0"/>
              </a:spcAft>
              <a:buNone/>
            </a:pPr>
            <a:r>
              <a:rPr lang="en"/>
              <a:t>Exploring IaaS with Compute Engine</a:t>
            </a:r>
            <a:endParaRPr/>
          </a:p>
          <a:p>
            <a:pPr indent="0" lvl="0" marL="0" rtl="0" algn="l">
              <a:spcBef>
                <a:spcPts val="2900"/>
              </a:spcBef>
              <a:spcAft>
                <a:spcPts val="0"/>
              </a:spcAft>
              <a:buNone/>
            </a:pPr>
            <a:r>
              <a:rPr lang="en">
                <a:solidFill>
                  <a:schemeClr val="accent2"/>
                </a:solidFill>
              </a:rPr>
              <a:t>Lab: Creating a Virtual Machine</a:t>
            </a:r>
            <a:endParaRPr>
              <a:solidFill>
                <a:schemeClr val="accent2"/>
              </a:solidFill>
            </a:endParaRPr>
          </a:p>
          <a:p>
            <a:pPr indent="0" lvl="0" marL="0" rtl="0" algn="l">
              <a:spcBef>
                <a:spcPts val="2900"/>
              </a:spcBef>
              <a:spcAft>
                <a:spcPts val="0"/>
              </a:spcAft>
              <a:buNone/>
            </a:pPr>
            <a:r>
              <a:rPr lang="en"/>
              <a:t>Configuring Elastic Apps with Autoscaling</a:t>
            </a:r>
            <a:endParaRPr/>
          </a:p>
          <a:p>
            <a:pPr indent="0" lvl="0" marL="0" rtl="0" algn="l">
              <a:spcBef>
                <a:spcPts val="2900"/>
              </a:spcBef>
              <a:spcAft>
                <a:spcPts val="0"/>
              </a:spcAft>
              <a:buNone/>
            </a:pPr>
            <a:r>
              <a:rPr lang="en"/>
              <a:t>Exploring PaaS with App Engine</a:t>
            </a:r>
            <a:endParaRPr/>
          </a:p>
          <a:p>
            <a:pPr indent="0" lvl="0" marL="0" rtl="0" algn="l">
              <a:spcBef>
                <a:spcPts val="2900"/>
              </a:spcBef>
              <a:spcAft>
                <a:spcPts val="2900"/>
              </a:spcAft>
              <a:buNone/>
            </a:pPr>
            <a:r>
              <a:rPr lang="en"/>
              <a:t>Lab: App Engine: Qwik Start - Python</a:t>
            </a:r>
            <a:endParaRPr/>
          </a:p>
        </p:txBody>
      </p:sp>
      <p:sp>
        <p:nvSpPr>
          <p:cNvPr id="380" name="Google Shape;380;p56"/>
          <p:cNvSpPr txBox="1"/>
          <p:nvPr>
            <p:ph type="title"/>
          </p:nvPr>
        </p:nvSpPr>
        <p:spPr>
          <a:xfrm>
            <a:off x="1672475" y="1154875"/>
            <a:ext cx="74865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Agenda</a:t>
            </a:r>
            <a:endParaRPr/>
          </a:p>
        </p:txBody>
      </p:sp>
      <p:sp>
        <p:nvSpPr>
          <p:cNvPr id="381" name="Google Shape;381;p56"/>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3">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57"/>
          <p:cNvSpPr txBox="1"/>
          <p:nvPr>
            <p:ph idx="1" type="subTitle"/>
          </p:nvPr>
        </p:nvSpPr>
        <p:spPr>
          <a:xfrm>
            <a:off x="1724150" y="5169125"/>
            <a:ext cx="7428900" cy="9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Creating a Virtual Machine</a:t>
            </a:r>
            <a:endParaRPr/>
          </a:p>
        </p:txBody>
      </p:sp>
      <p:sp>
        <p:nvSpPr>
          <p:cNvPr id="387" name="Google Shape;387;p57"/>
          <p:cNvSpPr txBox="1"/>
          <p:nvPr>
            <p:ph type="title"/>
          </p:nvPr>
        </p:nvSpPr>
        <p:spPr>
          <a:xfrm>
            <a:off x="1672475" y="4148475"/>
            <a:ext cx="74865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La</a:t>
            </a:r>
            <a:r>
              <a:rPr lang="en"/>
              <a:t>b Intro</a:t>
            </a:r>
            <a:endParaRPr/>
          </a:p>
        </p:txBody>
      </p:sp>
      <p:sp>
        <p:nvSpPr>
          <p:cNvPr id="388" name="Google Shape;388;p57"/>
          <p:cNvSpPr txBox="1"/>
          <p:nvPr/>
        </p:nvSpPr>
        <p:spPr>
          <a:xfrm>
            <a:off x="1724150" y="5914325"/>
            <a:ext cx="6724200" cy="3247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2500">
                <a:solidFill>
                  <a:schemeClr val="lt1"/>
                </a:solidFill>
                <a:latin typeface="Roboto"/>
                <a:ea typeface="Roboto"/>
                <a:cs typeface="Roboto"/>
                <a:sym typeface="Roboto"/>
              </a:rPr>
              <a:t>C</a:t>
            </a:r>
            <a:r>
              <a:rPr lang="en" sz="2500">
                <a:solidFill>
                  <a:schemeClr val="lt1"/>
                </a:solidFill>
                <a:latin typeface="Roboto"/>
                <a:ea typeface="Roboto"/>
                <a:cs typeface="Roboto"/>
                <a:sym typeface="Roboto"/>
              </a:rPr>
              <a:t>reate virtual machine instances of various machine types using the Cloud Console and the gcloud command line then connect an NGINX web server to your virtual machine.</a:t>
            </a:r>
            <a:endParaRPr sz="2500">
              <a:solidFill>
                <a:schemeClr val="lt1"/>
              </a:solidFill>
              <a:latin typeface="Roboto"/>
              <a:ea typeface="Roboto"/>
              <a:cs typeface="Roboto"/>
              <a:sym typeface="Roboto"/>
            </a:endParaRPr>
          </a:p>
          <a:p>
            <a:pPr indent="0" lvl="0" marL="0" rtl="0" algn="l">
              <a:lnSpc>
                <a:spcPct val="115000"/>
              </a:lnSpc>
              <a:spcBef>
                <a:spcPts val="0"/>
              </a:spcBef>
              <a:spcAft>
                <a:spcPts val="0"/>
              </a:spcAft>
              <a:buNone/>
            </a:pPr>
            <a:r>
              <a:t/>
            </a:r>
            <a:endParaRPr sz="2500">
              <a:solidFill>
                <a:schemeClr val="lt1"/>
              </a:solidFill>
              <a:latin typeface="Roboto"/>
              <a:ea typeface="Roboto"/>
              <a:cs typeface="Roboto"/>
              <a:sym typeface="Roboto"/>
            </a:endParaRPr>
          </a:p>
          <a:p>
            <a:pPr indent="0" lvl="0" marL="0" rtl="0" algn="l">
              <a:lnSpc>
                <a:spcPct val="115000"/>
              </a:lnSpc>
              <a:spcBef>
                <a:spcPts val="0"/>
              </a:spcBef>
              <a:spcAft>
                <a:spcPts val="0"/>
              </a:spcAft>
              <a:buNone/>
            </a:pPr>
            <a:r>
              <a:rPr lang="en" sz="2500">
                <a:solidFill>
                  <a:schemeClr val="lt1"/>
                </a:solidFill>
                <a:latin typeface="Roboto"/>
                <a:ea typeface="Roboto"/>
                <a:cs typeface="Roboto"/>
                <a:sym typeface="Roboto"/>
              </a:rPr>
              <a:t>You can find the lab</a:t>
            </a:r>
            <a:r>
              <a:rPr lang="en" sz="2500">
                <a:solidFill>
                  <a:schemeClr val="dk1"/>
                </a:solidFill>
                <a:latin typeface="Roboto"/>
                <a:ea typeface="Roboto"/>
                <a:cs typeface="Roboto"/>
                <a:sym typeface="Roboto"/>
              </a:rPr>
              <a:t> </a:t>
            </a:r>
            <a:r>
              <a:rPr lang="en" sz="2500">
                <a:solidFill>
                  <a:schemeClr val="hlink"/>
                </a:solidFill>
                <a:uFill>
                  <a:noFill/>
                </a:uFill>
                <a:latin typeface="Roboto"/>
                <a:ea typeface="Roboto"/>
                <a:cs typeface="Roboto"/>
                <a:sym typeface="Roboto"/>
                <a:hlinkClick r:id="rId3"/>
              </a:rPr>
              <a:t>here</a:t>
            </a:r>
            <a:r>
              <a:rPr lang="en" sz="2500">
                <a:solidFill>
                  <a:schemeClr val="dk1"/>
                </a:solidFill>
                <a:latin typeface="Roboto"/>
                <a:ea typeface="Roboto"/>
                <a:cs typeface="Roboto"/>
                <a:sym typeface="Roboto"/>
              </a:rPr>
              <a:t>.</a:t>
            </a:r>
            <a:endParaRPr sz="1100"/>
          </a:p>
          <a:p>
            <a:pPr indent="0" lvl="0" marL="0" rtl="0" algn="l">
              <a:spcBef>
                <a:spcPts val="1500"/>
              </a:spcBef>
              <a:spcAft>
                <a:spcPts val="0"/>
              </a:spcAft>
              <a:buNone/>
            </a:pPr>
            <a:r>
              <a:t/>
            </a:r>
            <a:endParaRPr/>
          </a:p>
        </p:txBody>
      </p:sp>
      <p:sp>
        <p:nvSpPr>
          <p:cNvPr id="389" name="Google Shape;389;p57"/>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a:t>
            </a:r>
            <a:r>
              <a:rPr lang="en" sz="1600">
                <a:solidFill>
                  <a:srgbClr val="FFFFFF"/>
                </a:solidFill>
                <a:latin typeface="Google Sans"/>
                <a:ea typeface="Google Sans"/>
                <a:cs typeface="Google Sans"/>
                <a:sym typeface="Google Sans"/>
              </a:rPr>
              <a:t>in accordance with the terms of use set forth on the program </a:t>
            </a:r>
            <a:r>
              <a:rPr lang="en" sz="1600" u="sng">
                <a:solidFill>
                  <a:srgbClr val="FFFFFF"/>
                </a:solidFill>
                <a:latin typeface="Google Sans"/>
                <a:ea typeface="Google Sans"/>
                <a:cs typeface="Google Sans"/>
                <a:sym typeface="Google Sans"/>
                <a:hlinkClick r:id="rId4">
                  <a:extLst>
                    <a:ext uri="{A12FA001-AC4F-418D-AE19-62706E023703}">
                      <ahyp:hlinkClr val="tx"/>
                    </a:ext>
                  </a:extLst>
                </a:hlinkClick>
              </a:rPr>
              <a:t>Website</a:t>
            </a:r>
            <a:r>
              <a:rPr lang="en" sz="1600">
                <a:solidFill>
                  <a:srgbClr val="FFFFFF"/>
                </a:solidFill>
                <a:latin typeface="Google Sans"/>
                <a:ea typeface="Google Sans"/>
                <a:cs typeface="Google Sans"/>
                <a:sym typeface="Google Sans"/>
              </a:rPr>
              <a:t>.</a:t>
            </a:r>
            <a:endParaRPr sz="1600">
              <a:solidFill>
                <a:srgbClr val="FFFFFF"/>
              </a:solidFill>
              <a:latin typeface="Google Sans"/>
              <a:ea typeface="Google Sans"/>
              <a:cs typeface="Google Sans"/>
              <a:sym typeface="Google Sans"/>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p58"/>
          <p:cNvSpPr txBox="1"/>
          <p:nvPr>
            <p:ph type="title"/>
          </p:nvPr>
        </p:nvSpPr>
        <p:spPr>
          <a:xfrm>
            <a:off x="1672475" y="1154875"/>
            <a:ext cx="147753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Lab objectives</a:t>
            </a:r>
            <a:endParaRPr/>
          </a:p>
        </p:txBody>
      </p:sp>
      <p:sp>
        <p:nvSpPr>
          <p:cNvPr id="395" name="Google Shape;395;p58"/>
          <p:cNvSpPr txBox="1"/>
          <p:nvPr>
            <p:ph idx="1" type="body"/>
          </p:nvPr>
        </p:nvSpPr>
        <p:spPr>
          <a:xfrm>
            <a:off x="1742475" y="2432125"/>
            <a:ext cx="7251900" cy="676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000"/>
              <a:t>Create a virtual machine with the Cloud Console.</a:t>
            </a:r>
            <a:endParaRPr sz="3000"/>
          </a:p>
          <a:p>
            <a:pPr indent="0" lvl="0" marL="0" rtl="0" algn="l">
              <a:spcBef>
                <a:spcPts val="2900"/>
              </a:spcBef>
              <a:spcAft>
                <a:spcPts val="0"/>
              </a:spcAft>
              <a:buNone/>
            </a:pPr>
            <a:r>
              <a:rPr lang="en" sz="3000"/>
              <a:t>Create a virtual machine with gcloud command line.</a:t>
            </a:r>
            <a:endParaRPr sz="3000"/>
          </a:p>
          <a:p>
            <a:pPr indent="0" lvl="0" marL="0" rtl="0" algn="l">
              <a:spcBef>
                <a:spcPts val="2900"/>
              </a:spcBef>
              <a:spcAft>
                <a:spcPts val="2900"/>
              </a:spcAft>
              <a:buNone/>
            </a:pPr>
            <a:r>
              <a:rPr lang="en" sz="3000"/>
              <a:t>Deploy a web server and connect it to a virtual machine.</a:t>
            </a:r>
            <a:endParaRPr sz="3000"/>
          </a:p>
        </p:txBody>
      </p:sp>
      <p:sp>
        <p:nvSpPr>
          <p:cNvPr id="396" name="Google Shape;396;p58"/>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3">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pic>
        <p:nvPicPr>
          <p:cNvPr id="397" name="Google Shape;397;p58"/>
          <p:cNvPicPr preferRelativeResize="0"/>
          <p:nvPr/>
        </p:nvPicPr>
        <p:blipFill rotWithShape="1">
          <a:blip r:embed="rId4">
            <a:alphaModFix/>
          </a:blip>
          <a:srcRect b="0" l="0" r="0" t="0"/>
          <a:stretch/>
        </p:blipFill>
        <p:spPr>
          <a:xfrm>
            <a:off x="9451750" y="1854313"/>
            <a:ext cx="6996024" cy="6996024"/>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01" name="Shape 401"/>
        <p:cNvGrpSpPr/>
        <p:nvPr/>
      </p:nvGrpSpPr>
      <p:grpSpPr>
        <a:xfrm>
          <a:off x="0" y="0"/>
          <a:ext cx="0" cy="0"/>
          <a:chOff x="0" y="0"/>
          <a:chExt cx="0" cy="0"/>
        </a:xfrm>
      </p:grpSpPr>
      <p:sp>
        <p:nvSpPr>
          <p:cNvPr id="402" name="Google Shape;402;p59"/>
          <p:cNvSpPr txBox="1"/>
          <p:nvPr>
            <p:ph idx="1" type="subTitle"/>
          </p:nvPr>
        </p:nvSpPr>
        <p:spPr>
          <a:xfrm>
            <a:off x="1724150" y="5169125"/>
            <a:ext cx="7428900" cy="9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Compute Engine: Qwik Start - Windows (Alternative)</a:t>
            </a:r>
            <a:endParaRPr>
              <a:solidFill>
                <a:schemeClr val="dk1"/>
              </a:solidFill>
            </a:endParaRPr>
          </a:p>
        </p:txBody>
      </p:sp>
      <p:sp>
        <p:nvSpPr>
          <p:cNvPr id="403" name="Google Shape;403;p59"/>
          <p:cNvSpPr txBox="1"/>
          <p:nvPr>
            <p:ph type="title"/>
          </p:nvPr>
        </p:nvSpPr>
        <p:spPr>
          <a:xfrm>
            <a:off x="1672475" y="4148475"/>
            <a:ext cx="74865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Lab Intro</a:t>
            </a:r>
            <a:endParaRPr/>
          </a:p>
        </p:txBody>
      </p:sp>
      <p:sp>
        <p:nvSpPr>
          <p:cNvPr id="404" name="Google Shape;404;p59"/>
          <p:cNvSpPr txBox="1"/>
          <p:nvPr/>
        </p:nvSpPr>
        <p:spPr>
          <a:xfrm>
            <a:off x="1724150" y="6447725"/>
            <a:ext cx="6724200" cy="2339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2500">
                <a:solidFill>
                  <a:schemeClr val="lt1"/>
                </a:solidFill>
                <a:latin typeface="Roboto"/>
                <a:ea typeface="Roboto"/>
                <a:cs typeface="Roboto"/>
                <a:sym typeface="Roboto"/>
              </a:rPr>
              <a:t>L</a:t>
            </a:r>
            <a:r>
              <a:rPr lang="en" sz="2500">
                <a:solidFill>
                  <a:schemeClr val="lt1"/>
                </a:solidFill>
                <a:latin typeface="Roboto"/>
                <a:ea typeface="Roboto"/>
                <a:cs typeface="Roboto"/>
                <a:sym typeface="Roboto"/>
              </a:rPr>
              <a:t>aunch a Windows Server instance in Compute Engine, and connect to it using the Remote Desktop Protocol.</a:t>
            </a:r>
            <a:endParaRPr sz="2500">
              <a:solidFill>
                <a:schemeClr val="lt1"/>
              </a:solidFill>
              <a:latin typeface="Roboto"/>
              <a:ea typeface="Roboto"/>
              <a:cs typeface="Roboto"/>
              <a:sym typeface="Roboto"/>
            </a:endParaRPr>
          </a:p>
          <a:p>
            <a:pPr indent="0" lvl="0" marL="0" rtl="0" algn="l">
              <a:lnSpc>
                <a:spcPct val="115000"/>
              </a:lnSpc>
              <a:spcBef>
                <a:spcPts val="0"/>
              </a:spcBef>
              <a:spcAft>
                <a:spcPts val="0"/>
              </a:spcAft>
              <a:buNone/>
            </a:pPr>
            <a:r>
              <a:t/>
            </a:r>
            <a:endParaRPr sz="2500">
              <a:solidFill>
                <a:schemeClr val="lt1"/>
              </a:solidFill>
              <a:latin typeface="Roboto"/>
              <a:ea typeface="Roboto"/>
              <a:cs typeface="Roboto"/>
              <a:sym typeface="Roboto"/>
            </a:endParaRPr>
          </a:p>
          <a:p>
            <a:pPr indent="0" lvl="0" marL="0" rtl="0" algn="l">
              <a:lnSpc>
                <a:spcPct val="115000"/>
              </a:lnSpc>
              <a:spcBef>
                <a:spcPts val="0"/>
              </a:spcBef>
              <a:spcAft>
                <a:spcPts val="0"/>
              </a:spcAft>
              <a:buNone/>
            </a:pPr>
            <a:r>
              <a:rPr lang="en" sz="2500">
                <a:solidFill>
                  <a:schemeClr val="lt1"/>
                </a:solidFill>
                <a:latin typeface="Roboto"/>
                <a:ea typeface="Roboto"/>
                <a:cs typeface="Roboto"/>
                <a:sym typeface="Roboto"/>
              </a:rPr>
              <a:t>You can find the lab </a:t>
            </a:r>
            <a:r>
              <a:rPr lang="en" sz="2500">
                <a:solidFill>
                  <a:schemeClr val="hlink"/>
                </a:solidFill>
                <a:uFill>
                  <a:noFill/>
                </a:uFill>
                <a:latin typeface="Roboto"/>
                <a:ea typeface="Roboto"/>
                <a:cs typeface="Roboto"/>
                <a:sym typeface="Roboto"/>
                <a:hlinkClick r:id="rId3"/>
              </a:rPr>
              <a:t>here</a:t>
            </a:r>
            <a:r>
              <a:rPr lang="en" sz="2500">
                <a:solidFill>
                  <a:schemeClr val="dk1"/>
                </a:solidFill>
                <a:latin typeface="Roboto"/>
                <a:ea typeface="Roboto"/>
                <a:cs typeface="Roboto"/>
                <a:sym typeface="Roboto"/>
              </a:rPr>
              <a:t>.</a:t>
            </a:r>
            <a:endParaRPr/>
          </a:p>
        </p:txBody>
      </p:sp>
      <p:sp>
        <p:nvSpPr>
          <p:cNvPr id="405" name="Google Shape;405;p59"/>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a:t>
            </a:r>
            <a:r>
              <a:rPr lang="en" sz="1600">
                <a:solidFill>
                  <a:srgbClr val="FFFFFF"/>
                </a:solidFill>
                <a:latin typeface="Google Sans"/>
                <a:ea typeface="Google Sans"/>
                <a:cs typeface="Google Sans"/>
                <a:sym typeface="Google Sans"/>
              </a:rPr>
              <a:t>in accordance with the terms of use set forth on the program </a:t>
            </a:r>
            <a:r>
              <a:rPr lang="en" sz="1600" u="sng">
                <a:solidFill>
                  <a:srgbClr val="FFFFFF"/>
                </a:solidFill>
                <a:latin typeface="Google Sans"/>
                <a:ea typeface="Google Sans"/>
                <a:cs typeface="Google Sans"/>
                <a:sym typeface="Google Sans"/>
                <a:hlinkClick r:id="rId4">
                  <a:extLst>
                    <a:ext uri="{A12FA001-AC4F-418D-AE19-62706E023703}">
                      <ahyp:hlinkClr val="tx"/>
                    </a:ext>
                  </a:extLst>
                </a:hlinkClick>
              </a:rPr>
              <a:t>Website</a:t>
            </a:r>
            <a:r>
              <a:rPr lang="en" sz="1600">
                <a:solidFill>
                  <a:srgbClr val="FFFFFF"/>
                </a:solidFill>
                <a:latin typeface="Google Sans"/>
                <a:ea typeface="Google Sans"/>
                <a:cs typeface="Google Sans"/>
                <a:sym typeface="Google Sans"/>
              </a:rPr>
              <a:t>.</a:t>
            </a:r>
            <a:endParaRPr sz="1600">
              <a:solidFill>
                <a:srgbClr val="FFFFFF"/>
              </a:solidFill>
              <a:latin typeface="Google Sans"/>
              <a:ea typeface="Google Sans"/>
              <a:cs typeface="Google Sans"/>
              <a:sym typeface="Google Sans"/>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09" name="Shape 409"/>
        <p:cNvGrpSpPr/>
        <p:nvPr/>
      </p:nvGrpSpPr>
      <p:grpSpPr>
        <a:xfrm>
          <a:off x="0" y="0"/>
          <a:ext cx="0" cy="0"/>
          <a:chOff x="0" y="0"/>
          <a:chExt cx="0" cy="0"/>
        </a:xfrm>
      </p:grpSpPr>
      <p:sp>
        <p:nvSpPr>
          <p:cNvPr id="410" name="Google Shape;410;p60"/>
          <p:cNvSpPr txBox="1"/>
          <p:nvPr>
            <p:ph type="title"/>
          </p:nvPr>
        </p:nvSpPr>
        <p:spPr>
          <a:xfrm>
            <a:off x="1672475" y="1154875"/>
            <a:ext cx="147753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Lab objectives</a:t>
            </a:r>
            <a:endParaRPr/>
          </a:p>
        </p:txBody>
      </p:sp>
      <p:sp>
        <p:nvSpPr>
          <p:cNvPr id="411" name="Google Shape;411;p60"/>
          <p:cNvSpPr txBox="1"/>
          <p:nvPr>
            <p:ph idx="1" type="body"/>
          </p:nvPr>
        </p:nvSpPr>
        <p:spPr>
          <a:xfrm>
            <a:off x="1745348" y="2432125"/>
            <a:ext cx="7251900" cy="676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000"/>
              <a:t>Create a virtual machine instance.</a:t>
            </a:r>
            <a:endParaRPr sz="3000"/>
          </a:p>
          <a:p>
            <a:pPr indent="0" lvl="0" marL="0" rtl="0" algn="l">
              <a:spcBef>
                <a:spcPts val="2900"/>
              </a:spcBef>
              <a:spcAft>
                <a:spcPts val="0"/>
              </a:spcAft>
              <a:buNone/>
            </a:pPr>
            <a:r>
              <a:rPr lang="en" sz="3000"/>
              <a:t>Test the status of Windows Startu</a:t>
            </a:r>
            <a:r>
              <a:rPr lang="en" sz="3000"/>
              <a:t>p.</a:t>
            </a:r>
            <a:endParaRPr sz="3000"/>
          </a:p>
          <a:p>
            <a:pPr indent="0" lvl="0" marL="0" rtl="0" algn="l">
              <a:spcBef>
                <a:spcPts val="2900"/>
              </a:spcBef>
              <a:spcAft>
                <a:spcPts val="0"/>
              </a:spcAft>
              <a:buNone/>
            </a:pPr>
            <a:r>
              <a:rPr lang="en" sz="3000"/>
              <a:t>Connect to your instance.</a:t>
            </a:r>
            <a:endParaRPr sz="3000"/>
          </a:p>
          <a:p>
            <a:pPr indent="0" lvl="0" marL="0" rtl="0" algn="l">
              <a:spcBef>
                <a:spcPts val="2900"/>
              </a:spcBef>
              <a:spcAft>
                <a:spcPts val="0"/>
              </a:spcAft>
              <a:buNone/>
            </a:pPr>
            <a:r>
              <a:rPr lang="en" sz="3000"/>
              <a:t>Remote desktop into the Windows server.</a:t>
            </a:r>
            <a:endParaRPr sz="3000"/>
          </a:p>
          <a:p>
            <a:pPr indent="0" lvl="0" marL="0" rtl="0" algn="l">
              <a:spcBef>
                <a:spcPts val="2900"/>
              </a:spcBef>
              <a:spcAft>
                <a:spcPts val="2900"/>
              </a:spcAft>
              <a:buNone/>
            </a:pPr>
            <a:r>
              <a:rPr lang="en" sz="3000"/>
              <a:t>Copy and paste with the remote desktop client.</a:t>
            </a:r>
            <a:endParaRPr sz="3000"/>
          </a:p>
        </p:txBody>
      </p:sp>
      <p:sp>
        <p:nvSpPr>
          <p:cNvPr id="412" name="Google Shape;412;p60"/>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3">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pic>
        <p:nvPicPr>
          <p:cNvPr id="413" name="Google Shape;413;p60"/>
          <p:cNvPicPr preferRelativeResize="0"/>
          <p:nvPr/>
        </p:nvPicPr>
        <p:blipFill rotWithShape="1">
          <a:blip r:embed="rId4">
            <a:alphaModFix/>
          </a:blip>
          <a:srcRect b="0" l="0" r="0" t="0"/>
          <a:stretch/>
        </p:blipFill>
        <p:spPr>
          <a:xfrm>
            <a:off x="9451750" y="1854313"/>
            <a:ext cx="6996024" cy="6996024"/>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61"/>
          <p:cNvSpPr txBox="1"/>
          <p:nvPr>
            <p:ph idx="1" type="body"/>
          </p:nvPr>
        </p:nvSpPr>
        <p:spPr>
          <a:xfrm>
            <a:off x="1701275" y="2432125"/>
            <a:ext cx="7589400" cy="677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Compute Options in the Cloud</a:t>
            </a:r>
            <a:endParaRPr/>
          </a:p>
          <a:p>
            <a:pPr indent="0" lvl="0" marL="0" rtl="0" algn="l">
              <a:spcBef>
                <a:spcPts val="2900"/>
              </a:spcBef>
              <a:spcAft>
                <a:spcPts val="0"/>
              </a:spcAft>
              <a:buNone/>
            </a:pPr>
            <a:r>
              <a:rPr lang="en"/>
              <a:t>Exploring IaaS with Compute Engine</a:t>
            </a:r>
            <a:endParaRPr/>
          </a:p>
          <a:p>
            <a:pPr indent="0" lvl="0" marL="0" rtl="0" algn="l">
              <a:spcBef>
                <a:spcPts val="2900"/>
              </a:spcBef>
              <a:spcAft>
                <a:spcPts val="0"/>
              </a:spcAft>
              <a:buNone/>
            </a:pPr>
            <a:r>
              <a:rPr lang="en"/>
              <a:t>Lab: Creating a Virtual Machine</a:t>
            </a:r>
            <a:endParaRPr/>
          </a:p>
          <a:p>
            <a:pPr indent="0" lvl="0" marL="0" rtl="0" algn="l">
              <a:spcBef>
                <a:spcPts val="2900"/>
              </a:spcBef>
              <a:spcAft>
                <a:spcPts val="0"/>
              </a:spcAft>
              <a:buNone/>
            </a:pPr>
            <a:r>
              <a:rPr lang="en">
                <a:solidFill>
                  <a:schemeClr val="accent2"/>
                </a:solidFill>
              </a:rPr>
              <a:t>Configuring Elastic Apps with Autoscaling</a:t>
            </a:r>
            <a:endParaRPr>
              <a:solidFill>
                <a:schemeClr val="accent2"/>
              </a:solidFill>
            </a:endParaRPr>
          </a:p>
          <a:p>
            <a:pPr indent="0" lvl="0" marL="0" rtl="0" algn="l">
              <a:spcBef>
                <a:spcPts val="2900"/>
              </a:spcBef>
              <a:spcAft>
                <a:spcPts val="0"/>
              </a:spcAft>
              <a:buNone/>
            </a:pPr>
            <a:r>
              <a:rPr lang="en"/>
              <a:t>Exploring PaaS with App Engine</a:t>
            </a:r>
            <a:endParaRPr/>
          </a:p>
          <a:p>
            <a:pPr indent="0" lvl="0" marL="0" rtl="0" algn="l">
              <a:spcBef>
                <a:spcPts val="2900"/>
              </a:spcBef>
              <a:spcAft>
                <a:spcPts val="2900"/>
              </a:spcAft>
              <a:buNone/>
            </a:pPr>
            <a:r>
              <a:rPr lang="en"/>
              <a:t>Lab: App Engine: Qwik Start - Python</a:t>
            </a:r>
            <a:endParaRPr/>
          </a:p>
        </p:txBody>
      </p:sp>
      <p:sp>
        <p:nvSpPr>
          <p:cNvPr id="419" name="Google Shape;419;p61"/>
          <p:cNvSpPr txBox="1"/>
          <p:nvPr>
            <p:ph type="title"/>
          </p:nvPr>
        </p:nvSpPr>
        <p:spPr>
          <a:xfrm>
            <a:off x="1672475" y="1154875"/>
            <a:ext cx="74865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Agenda</a:t>
            </a:r>
            <a:endParaRPr/>
          </a:p>
        </p:txBody>
      </p:sp>
      <p:sp>
        <p:nvSpPr>
          <p:cNvPr id="420" name="Google Shape;420;p61"/>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3">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p62"/>
          <p:cNvSpPr/>
          <p:nvPr/>
        </p:nvSpPr>
        <p:spPr>
          <a:xfrm>
            <a:off x="3908938" y="3285050"/>
            <a:ext cx="7154700" cy="2886900"/>
          </a:xfrm>
          <a:prstGeom prst="rect">
            <a:avLst/>
          </a:prstGeom>
          <a:noFill/>
          <a:ln cap="flat" cmpd="sng" w="19050">
            <a:solidFill>
              <a:schemeClr val="accent3"/>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rgbClr val="EFEFEF"/>
              </a:solidFill>
              <a:latin typeface="Open Sans"/>
              <a:ea typeface="Open Sans"/>
              <a:cs typeface="Open Sans"/>
              <a:sym typeface="Open Sans"/>
            </a:endParaRPr>
          </a:p>
        </p:txBody>
      </p:sp>
      <p:sp>
        <p:nvSpPr>
          <p:cNvPr id="426" name="Google Shape;426;p62"/>
          <p:cNvSpPr/>
          <p:nvPr/>
        </p:nvSpPr>
        <p:spPr>
          <a:xfrm>
            <a:off x="4335988" y="4117102"/>
            <a:ext cx="2143800" cy="828900"/>
          </a:xfrm>
          <a:prstGeom prst="rect">
            <a:avLst/>
          </a:prstGeom>
          <a:solidFill>
            <a:schemeClr val="accent3"/>
          </a:solidFill>
          <a:ln>
            <a:noFill/>
          </a:ln>
        </p:spPr>
        <p:txBody>
          <a:bodyPr anchorCtr="0" anchor="ctr" bIns="121875" lIns="121875" spcFirstLastPara="1" rIns="121875" wrap="square" tIns="121875">
            <a:noAutofit/>
          </a:bodyPr>
          <a:lstStyle/>
          <a:p>
            <a:pPr indent="0" lvl="0" marL="0" marR="0" rtl="0" algn="ctr">
              <a:lnSpc>
                <a:spcPct val="100000"/>
              </a:lnSpc>
              <a:spcBef>
                <a:spcPts val="0"/>
              </a:spcBef>
              <a:spcAft>
                <a:spcPts val="0"/>
              </a:spcAft>
              <a:buClr>
                <a:srgbClr val="000000"/>
              </a:buClr>
              <a:buSzPts val="1300"/>
              <a:buFont typeface="Arial"/>
              <a:buNone/>
            </a:pPr>
            <a:r>
              <a:rPr i="0" lang="en" sz="2400" u="none" cap="none" strike="noStrike">
                <a:solidFill>
                  <a:srgbClr val="FFFFFF"/>
                </a:solidFill>
                <a:latin typeface="Roboto"/>
                <a:ea typeface="Roboto"/>
                <a:cs typeface="Roboto"/>
                <a:sym typeface="Roboto"/>
              </a:rPr>
              <a:t>Autoscaler</a:t>
            </a:r>
            <a:endParaRPr i="0" sz="2400" u="none" cap="none" strike="noStrike">
              <a:solidFill>
                <a:srgbClr val="000000"/>
              </a:solidFill>
              <a:latin typeface="Roboto"/>
              <a:ea typeface="Roboto"/>
              <a:cs typeface="Roboto"/>
              <a:sym typeface="Roboto"/>
            </a:endParaRPr>
          </a:p>
        </p:txBody>
      </p:sp>
      <p:sp>
        <p:nvSpPr>
          <p:cNvPr id="427" name="Google Shape;427;p62"/>
          <p:cNvSpPr txBox="1"/>
          <p:nvPr/>
        </p:nvSpPr>
        <p:spPr>
          <a:xfrm>
            <a:off x="6359163" y="4647078"/>
            <a:ext cx="1847700" cy="10749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1" lang="en" sz="2000" u="none" cap="none" strike="noStrike">
                <a:solidFill>
                  <a:schemeClr val="accent2"/>
                </a:solidFill>
                <a:latin typeface="Roboto"/>
                <a:ea typeface="Roboto"/>
                <a:cs typeface="Roboto"/>
                <a:sym typeface="Roboto"/>
              </a:rPr>
              <a:t>Instructs managed instance group</a:t>
            </a:r>
            <a:endParaRPr b="1" i="0" sz="2000" u="none" cap="none" strike="noStrike">
              <a:solidFill>
                <a:schemeClr val="accent2"/>
              </a:solidFill>
              <a:latin typeface="Roboto"/>
              <a:ea typeface="Roboto"/>
              <a:cs typeface="Roboto"/>
              <a:sym typeface="Roboto"/>
            </a:endParaRPr>
          </a:p>
        </p:txBody>
      </p:sp>
      <p:pic>
        <p:nvPicPr>
          <p:cNvPr id="428" name="Google Shape;428;p62"/>
          <p:cNvPicPr preferRelativeResize="0"/>
          <p:nvPr/>
        </p:nvPicPr>
        <p:blipFill rotWithShape="1">
          <a:blip r:embed="rId3">
            <a:alphaModFix/>
          </a:blip>
          <a:srcRect b="0" l="0" r="0" t="0"/>
          <a:stretch/>
        </p:blipFill>
        <p:spPr>
          <a:xfrm>
            <a:off x="8780482" y="3625257"/>
            <a:ext cx="1514019" cy="1728913"/>
          </a:xfrm>
          <a:prstGeom prst="rect">
            <a:avLst/>
          </a:prstGeom>
          <a:noFill/>
          <a:ln>
            <a:noFill/>
          </a:ln>
        </p:spPr>
      </p:pic>
      <p:pic>
        <p:nvPicPr>
          <p:cNvPr id="429" name="Google Shape;429;p62"/>
          <p:cNvPicPr preferRelativeResize="0"/>
          <p:nvPr/>
        </p:nvPicPr>
        <p:blipFill rotWithShape="1">
          <a:blip r:embed="rId4">
            <a:alphaModFix/>
          </a:blip>
          <a:srcRect b="0" l="0" r="0" t="0"/>
          <a:stretch/>
        </p:blipFill>
        <p:spPr>
          <a:xfrm>
            <a:off x="8587863" y="3592376"/>
            <a:ext cx="1847126" cy="1878353"/>
          </a:xfrm>
          <a:prstGeom prst="rect">
            <a:avLst/>
          </a:prstGeom>
          <a:noFill/>
          <a:ln>
            <a:noFill/>
          </a:ln>
        </p:spPr>
      </p:pic>
      <p:sp>
        <p:nvSpPr>
          <p:cNvPr id="430" name="Google Shape;430;p62"/>
          <p:cNvSpPr txBox="1"/>
          <p:nvPr/>
        </p:nvSpPr>
        <p:spPr>
          <a:xfrm>
            <a:off x="8184596" y="5425350"/>
            <a:ext cx="2660100" cy="5220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1" i="0" lang="en" sz="2000" u="none" cap="none" strike="noStrike">
                <a:solidFill>
                  <a:schemeClr val="accent2"/>
                </a:solidFill>
                <a:latin typeface="Roboto"/>
                <a:ea typeface="Roboto"/>
                <a:cs typeface="Roboto"/>
                <a:sym typeface="Roboto"/>
              </a:rPr>
              <a:t>Instance group</a:t>
            </a:r>
            <a:endParaRPr b="1" i="0" sz="2000" u="none" cap="none" strike="noStrike">
              <a:solidFill>
                <a:schemeClr val="accent2"/>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100"/>
              <a:buFont typeface="Arial"/>
              <a:buNone/>
            </a:pPr>
            <a:r>
              <a:t/>
            </a:r>
            <a:endParaRPr b="1" i="0" sz="2000" u="none" cap="none" strike="noStrike">
              <a:solidFill>
                <a:srgbClr val="4285F5"/>
              </a:solidFill>
              <a:latin typeface="Roboto"/>
              <a:ea typeface="Roboto"/>
              <a:cs typeface="Roboto"/>
              <a:sym typeface="Roboto"/>
            </a:endParaRPr>
          </a:p>
        </p:txBody>
      </p:sp>
      <p:sp>
        <p:nvSpPr>
          <p:cNvPr id="431" name="Google Shape;431;p62"/>
          <p:cNvSpPr/>
          <p:nvPr/>
        </p:nvSpPr>
        <p:spPr>
          <a:xfrm>
            <a:off x="9044424" y="3656514"/>
            <a:ext cx="457200" cy="418200"/>
          </a:xfrm>
          <a:prstGeom prst="ellipse">
            <a:avLst/>
          </a:prstGeom>
          <a:solidFill>
            <a:srgbClr val="FFFFFF"/>
          </a:solidFill>
          <a:ln cap="flat" cmpd="sng" w="19050">
            <a:solidFill>
              <a:srgbClr val="8BD7FE"/>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lang="en" sz="2000">
                <a:latin typeface="Google Sans"/>
                <a:ea typeface="Google Sans"/>
                <a:cs typeface="Google Sans"/>
                <a:sym typeface="Google Sans"/>
              </a:rPr>
              <a:t>n</a:t>
            </a:r>
            <a:endParaRPr i="0" sz="2000" u="none" cap="none" strike="noStrike">
              <a:solidFill>
                <a:srgbClr val="000000"/>
              </a:solidFill>
              <a:latin typeface="Google Sans"/>
              <a:ea typeface="Google Sans"/>
              <a:cs typeface="Google Sans"/>
              <a:sym typeface="Google Sans"/>
            </a:endParaRPr>
          </a:p>
        </p:txBody>
      </p:sp>
      <p:grpSp>
        <p:nvGrpSpPr>
          <p:cNvPr id="432" name="Google Shape;432;p62"/>
          <p:cNvGrpSpPr/>
          <p:nvPr/>
        </p:nvGrpSpPr>
        <p:grpSpPr>
          <a:xfrm>
            <a:off x="13079457" y="2061340"/>
            <a:ext cx="1178599" cy="1147522"/>
            <a:chOff x="4894475" y="3738475"/>
            <a:chExt cx="727800" cy="727800"/>
          </a:xfrm>
        </p:grpSpPr>
        <p:sp>
          <p:nvSpPr>
            <p:cNvPr id="433" name="Google Shape;433;p62"/>
            <p:cNvSpPr/>
            <p:nvPr/>
          </p:nvSpPr>
          <p:spPr>
            <a:xfrm>
              <a:off x="4894475" y="3738475"/>
              <a:ext cx="727800" cy="727800"/>
            </a:xfrm>
            <a:prstGeom prst="rect">
              <a:avLst/>
            </a:prstGeom>
            <a:solidFill>
              <a:srgbClr val="F6F6F6"/>
            </a:solidFill>
            <a:ln cap="flat" cmpd="sng" w="9525">
              <a:solidFill>
                <a:srgbClr val="41414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34" name="Google Shape;434;p62"/>
            <p:cNvPicPr preferRelativeResize="0"/>
            <p:nvPr/>
          </p:nvPicPr>
          <p:blipFill rotWithShape="1">
            <a:blip r:embed="rId5">
              <a:alphaModFix/>
            </a:blip>
            <a:srcRect b="0" l="0" r="0" t="0"/>
            <a:stretch/>
          </p:blipFill>
          <p:spPr>
            <a:xfrm>
              <a:off x="5022425" y="3866425"/>
              <a:ext cx="471900" cy="471900"/>
            </a:xfrm>
            <a:prstGeom prst="rect">
              <a:avLst/>
            </a:prstGeom>
            <a:noFill/>
            <a:ln>
              <a:noFill/>
            </a:ln>
          </p:spPr>
        </p:pic>
      </p:grpSp>
      <p:grpSp>
        <p:nvGrpSpPr>
          <p:cNvPr id="435" name="Google Shape;435;p62"/>
          <p:cNvGrpSpPr/>
          <p:nvPr/>
        </p:nvGrpSpPr>
        <p:grpSpPr>
          <a:xfrm>
            <a:off x="4675212" y="7254266"/>
            <a:ext cx="2427157" cy="1612737"/>
            <a:chOff x="5439899" y="3647500"/>
            <a:chExt cx="1498800" cy="1022856"/>
          </a:xfrm>
        </p:grpSpPr>
        <p:grpSp>
          <p:nvGrpSpPr>
            <p:cNvPr id="436" name="Google Shape;436;p62"/>
            <p:cNvGrpSpPr/>
            <p:nvPr/>
          </p:nvGrpSpPr>
          <p:grpSpPr>
            <a:xfrm>
              <a:off x="5825400" y="3647500"/>
              <a:ext cx="727800" cy="727800"/>
              <a:chOff x="5825400" y="3952300"/>
              <a:chExt cx="727800" cy="727800"/>
            </a:xfrm>
          </p:grpSpPr>
          <p:sp>
            <p:nvSpPr>
              <p:cNvPr id="437" name="Google Shape;437;p62"/>
              <p:cNvSpPr/>
              <p:nvPr/>
            </p:nvSpPr>
            <p:spPr>
              <a:xfrm>
                <a:off x="5825400" y="3952300"/>
                <a:ext cx="727800" cy="727800"/>
              </a:xfrm>
              <a:prstGeom prst="rect">
                <a:avLst/>
              </a:prstGeom>
              <a:solidFill>
                <a:srgbClr val="F6F6F6"/>
              </a:solidFill>
              <a:ln cap="flat" cmpd="sng" w="9525">
                <a:solidFill>
                  <a:srgbClr val="41414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38" name="Google Shape;438;p62"/>
              <p:cNvPicPr preferRelativeResize="0"/>
              <p:nvPr/>
            </p:nvPicPr>
            <p:blipFill rotWithShape="1">
              <a:blip r:embed="rId6">
                <a:alphaModFix/>
              </a:blip>
              <a:srcRect b="0" l="0" r="0" t="0"/>
              <a:stretch/>
            </p:blipFill>
            <p:spPr>
              <a:xfrm>
                <a:off x="5968384" y="4095278"/>
                <a:ext cx="441900" cy="441900"/>
              </a:xfrm>
              <a:prstGeom prst="rect">
                <a:avLst/>
              </a:prstGeom>
              <a:noFill/>
              <a:ln>
                <a:noFill/>
              </a:ln>
            </p:spPr>
          </p:pic>
        </p:grpSp>
        <p:sp>
          <p:nvSpPr>
            <p:cNvPr id="439" name="Google Shape;439;p62"/>
            <p:cNvSpPr txBox="1"/>
            <p:nvPr/>
          </p:nvSpPr>
          <p:spPr>
            <a:xfrm>
              <a:off x="5439899" y="4368856"/>
              <a:ext cx="1498800" cy="30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i="0" lang="en" sz="2000" u="none" cap="none" strike="noStrike">
                  <a:solidFill>
                    <a:schemeClr val="lt1"/>
                  </a:solidFill>
                  <a:latin typeface="Roboto"/>
                  <a:ea typeface="Roboto"/>
                  <a:cs typeface="Roboto"/>
                  <a:sym typeface="Roboto"/>
                </a:rPr>
                <a:t>Image </a:t>
              </a:r>
              <a:r>
                <a:rPr lang="en" sz="2000">
                  <a:solidFill>
                    <a:schemeClr val="lt1"/>
                  </a:solidFill>
                  <a:latin typeface="Roboto"/>
                  <a:ea typeface="Roboto"/>
                  <a:cs typeface="Roboto"/>
                  <a:sym typeface="Roboto"/>
                </a:rPr>
                <a:t>s</a:t>
              </a:r>
              <a:r>
                <a:rPr i="0" lang="en" sz="2000" u="none" cap="none" strike="noStrike">
                  <a:solidFill>
                    <a:schemeClr val="lt1"/>
                  </a:solidFill>
                  <a:latin typeface="Roboto"/>
                  <a:ea typeface="Roboto"/>
                  <a:cs typeface="Roboto"/>
                  <a:sym typeface="Roboto"/>
                </a:rPr>
                <a:t>ervices</a:t>
              </a:r>
              <a:endParaRPr i="0" sz="2000" u="none" cap="none" strike="noStrike">
                <a:solidFill>
                  <a:schemeClr val="lt1"/>
                </a:solidFill>
                <a:latin typeface="Roboto"/>
                <a:ea typeface="Roboto"/>
                <a:cs typeface="Roboto"/>
                <a:sym typeface="Roboto"/>
              </a:endParaRPr>
            </a:p>
          </p:txBody>
        </p:sp>
      </p:grpSp>
      <p:sp>
        <p:nvSpPr>
          <p:cNvPr id="440" name="Google Shape;440;p62"/>
          <p:cNvSpPr txBox="1"/>
          <p:nvPr/>
        </p:nvSpPr>
        <p:spPr>
          <a:xfrm>
            <a:off x="13079463" y="3329073"/>
            <a:ext cx="1223400" cy="6693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i="0" lang="en" sz="2000" u="none" cap="none" strike="noStrike">
                <a:solidFill>
                  <a:schemeClr val="lt1"/>
                </a:solidFill>
                <a:latin typeface="Roboto"/>
                <a:ea typeface="Roboto"/>
                <a:cs typeface="Roboto"/>
                <a:sym typeface="Roboto"/>
              </a:rPr>
              <a:t>Cloud Storage</a:t>
            </a:r>
            <a:endParaRPr i="0" sz="2000" u="none" cap="none" strike="noStrike">
              <a:solidFill>
                <a:schemeClr val="lt1"/>
              </a:solidFill>
              <a:latin typeface="Roboto"/>
              <a:ea typeface="Roboto"/>
              <a:cs typeface="Roboto"/>
              <a:sym typeface="Roboto"/>
            </a:endParaRPr>
          </a:p>
        </p:txBody>
      </p:sp>
      <p:cxnSp>
        <p:nvCxnSpPr>
          <p:cNvPr id="441" name="Google Shape;441;p62"/>
          <p:cNvCxnSpPr>
            <a:stCxn id="433" idx="1"/>
            <a:endCxn id="429" idx="0"/>
          </p:cNvCxnSpPr>
          <p:nvPr/>
        </p:nvCxnSpPr>
        <p:spPr>
          <a:xfrm flipH="1">
            <a:off x="9511557" y="2635101"/>
            <a:ext cx="3567900" cy="957300"/>
          </a:xfrm>
          <a:prstGeom prst="curvedConnector2">
            <a:avLst/>
          </a:prstGeom>
          <a:noFill/>
          <a:ln cap="flat" cmpd="sng" w="28575">
            <a:solidFill>
              <a:schemeClr val="accent6"/>
            </a:solidFill>
            <a:prstDash val="solid"/>
            <a:round/>
            <a:headEnd len="sm" w="sm" type="none"/>
            <a:tailEnd len="med" w="med" type="triangle"/>
          </a:ln>
        </p:spPr>
      </p:cxnSp>
      <p:sp>
        <p:nvSpPr>
          <p:cNvPr id="442" name="Google Shape;442;p62"/>
          <p:cNvSpPr txBox="1"/>
          <p:nvPr/>
        </p:nvSpPr>
        <p:spPr>
          <a:xfrm>
            <a:off x="11321039" y="3233075"/>
            <a:ext cx="1703700" cy="10749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1" lang="en" sz="2000" u="none" cap="none" strike="noStrike">
                <a:solidFill>
                  <a:schemeClr val="accent6"/>
                </a:solidFill>
                <a:latin typeface="Arial"/>
                <a:ea typeface="Arial"/>
                <a:cs typeface="Arial"/>
                <a:sym typeface="Arial"/>
              </a:rPr>
              <a:t>Startup and </a:t>
            </a:r>
            <a:r>
              <a:rPr i="1" lang="en" sz="2000">
                <a:solidFill>
                  <a:schemeClr val="accent6"/>
                </a:solidFill>
              </a:rPr>
              <a:t>s</a:t>
            </a:r>
            <a:r>
              <a:rPr b="0" i="1" lang="en" sz="2000" u="none" cap="none" strike="noStrike">
                <a:solidFill>
                  <a:schemeClr val="accent6"/>
                </a:solidFill>
                <a:latin typeface="Arial"/>
                <a:ea typeface="Arial"/>
                <a:cs typeface="Arial"/>
                <a:sym typeface="Arial"/>
              </a:rPr>
              <a:t>hutdown scripts</a:t>
            </a:r>
            <a:endParaRPr b="0" i="1" sz="2000" u="none" cap="none" strike="noStrike">
              <a:solidFill>
                <a:schemeClr val="accent6"/>
              </a:solidFill>
              <a:latin typeface="Arial"/>
              <a:ea typeface="Arial"/>
              <a:cs typeface="Arial"/>
              <a:sym typeface="Arial"/>
            </a:endParaRPr>
          </a:p>
        </p:txBody>
      </p:sp>
      <p:sp>
        <p:nvSpPr>
          <p:cNvPr id="443" name="Google Shape;443;p62"/>
          <p:cNvSpPr txBox="1"/>
          <p:nvPr/>
        </p:nvSpPr>
        <p:spPr>
          <a:xfrm>
            <a:off x="5131894" y="6801217"/>
            <a:ext cx="1513800" cy="326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i="1" lang="en" sz="2000" u="none" cap="none" strike="noStrike">
                <a:solidFill>
                  <a:schemeClr val="accent6"/>
                </a:solidFill>
                <a:latin typeface="Roboto"/>
                <a:ea typeface="Roboto"/>
                <a:cs typeface="Roboto"/>
                <a:sym typeface="Roboto"/>
              </a:rPr>
              <a:t>OS </a:t>
            </a:r>
            <a:r>
              <a:rPr i="1" lang="en" sz="2000">
                <a:solidFill>
                  <a:schemeClr val="accent6"/>
                </a:solidFill>
                <a:latin typeface="Roboto"/>
                <a:ea typeface="Roboto"/>
                <a:cs typeface="Roboto"/>
                <a:sym typeface="Roboto"/>
              </a:rPr>
              <a:t>i</a:t>
            </a:r>
            <a:r>
              <a:rPr i="1" lang="en" sz="2000" u="none" cap="none" strike="noStrike">
                <a:solidFill>
                  <a:schemeClr val="accent6"/>
                </a:solidFill>
                <a:latin typeface="Roboto"/>
                <a:ea typeface="Roboto"/>
                <a:cs typeface="Roboto"/>
                <a:sym typeface="Roboto"/>
              </a:rPr>
              <a:t>mage</a:t>
            </a:r>
            <a:endParaRPr i="1" sz="2000" u="none" cap="none" strike="noStrike">
              <a:solidFill>
                <a:schemeClr val="accent6"/>
              </a:solidFill>
              <a:latin typeface="Roboto"/>
              <a:ea typeface="Roboto"/>
              <a:cs typeface="Roboto"/>
              <a:sym typeface="Roboto"/>
            </a:endParaRPr>
          </a:p>
        </p:txBody>
      </p:sp>
      <p:sp>
        <p:nvSpPr>
          <p:cNvPr id="444" name="Google Shape;444;p62"/>
          <p:cNvSpPr/>
          <p:nvPr/>
        </p:nvSpPr>
        <p:spPr>
          <a:xfrm>
            <a:off x="8581884" y="6658687"/>
            <a:ext cx="1889453" cy="1377041"/>
          </a:xfrm>
          <a:prstGeom prst="flowChartPredefinedProcess">
            <a:avLst/>
          </a:prstGeom>
          <a:solidFill>
            <a:srgbClr val="F6F6F6"/>
          </a:solidFill>
          <a:ln cap="flat" cmpd="sng" w="9525">
            <a:solidFill>
              <a:srgbClr val="41414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5" name="Google Shape;445;p62"/>
          <p:cNvSpPr txBox="1"/>
          <p:nvPr/>
        </p:nvSpPr>
        <p:spPr>
          <a:xfrm>
            <a:off x="8552438" y="6663200"/>
            <a:ext cx="1918800" cy="1377000"/>
          </a:xfrm>
          <a:prstGeom prst="rect">
            <a:avLst/>
          </a:prstGeom>
          <a:noFill/>
          <a:ln>
            <a:noFill/>
          </a:ln>
        </p:spPr>
        <p:txBody>
          <a:bodyPr anchorCtr="0" anchor="ctr" bIns="121875" lIns="121875" spcFirstLastPara="1" rIns="121875" wrap="square" tIns="121875">
            <a:noAutofit/>
          </a:bodyPr>
          <a:lstStyle/>
          <a:p>
            <a:pPr indent="0" lvl="0" marL="0" marR="0" rtl="0" algn="ctr">
              <a:lnSpc>
                <a:spcPct val="100000"/>
              </a:lnSpc>
              <a:spcBef>
                <a:spcPts val="0"/>
              </a:spcBef>
              <a:spcAft>
                <a:spcPts val="0"/>
              </a:spcAft>
              <a:buClr>
                <a:srgbClr val="000000"/>
              </a:buClr>
              <a:buSzPts val="1300"/>
              <a:buFont typeface="Arial"/>
              <a:buNone/>
            </a:pPr>
            <a:r>
              <a:rPr b="1" i="0" lang="en" sz="2000" u="none" cap="none" strike="noStrike">
                <a:solidFill>
                  <a:schemeClr val="accent2"/>
                </a:solidFill>
                <a:latin typeface="Roboto"/>
                <a:ea typeface="Roboto"/>
                <a:cs typeface="Roboto"/>
                <a:sym typeface="Roboto"/>
              </a:rPr>
              <a:t>Template</a:t>
            </a:r>
            <a:endParaRPr b="1" i="0" sz="2000" u="none" cap="none" strike="noStrike">
              <a:solidFill>
                <a:schemeClr val="accent2"/>
              </a:solidFill>
              <a:latin typeface="Roboto"/>
              <a:ea typeface="Roboto"/>
              <a:cs typeface="Roboto"/>
              <a:sym typeface="Roboto"/>
            </a:endParaRPr>
          </a:p>
        </p:txBody>
      </p:sp>
      <p:pic>
        <p:nvPicPr>
          <p:cNvPr descr="Compute-Engine.png" id="446" name="Google Shape;446;p62"/>
          <p:cNvPicPr preferRelativeResize="0"/>
          <p:nvPr/>
        </p:nvPicPr>
        <p:blipFill rotWithShape="1">
          <a:blip r:embed="rId7">
            <a:alphaModFix/>
          </a:blip>
          <a:srcRect b="5076" l="0" r="0" t="5076"/>
          <a:stretch/>
        </p:blipFill>
        <p:spPr>
          <a:xfrm>
            <a:off x="12339489" y="7299960"/>
            <a:ext cx="1134537" cy="996179"/>
          </a:xfrm>
          <a:prstGeom prst="rect">
            <a:avLst/>
          </a:prstGeom>
          <a:noFill/>
          <a:ln>
            <a:noFill/>
          </a:ln>
        </p:spPr>
      </p:pic>
      <p:sp>
        <p:nvSpPr>
          <p:cNvPr id="447" name="Google Shape;447;p62"/>
          <p:cNvSpPr txBox="1"/>
          <p:nvPr/>
        </p:nvSpPr>
        <p:spPr>
          <a:xfrm>
            <a:off x="12239858" y="8303312"/>
            <a:ext cx="1333800" cy="6693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i="0" lang="en" sz="2000" u="none" cap="none" strike="noStrike">
                <a:solidFill>
                  <a:schemeClr val="lt1"/>
                </a:solidFill>
                <a:latin typeface="Roboto"/>
                <a:ea typeface="Roboto"/>
                <a:cs typeface="Roboto"/>
                <a:sym typeface="Roboto"/>
              </a:rPr>
              <a:t>Compute Engine</a:t>
            </a:r>
            <a:endParaRPr i="0" sz="2000" u="none" cap="none" strike="noStrike">
              <a:solidFill>
                <a:schemeClr val="lt1"/>
              </a:solidFill>
              <a:latin typeface="Roboto"/>
              <a:ea typeface="Roboto"/>
              <a:cs typeface="Roboto"/>
              <a:sym typeface="Roboto"/>
            </a:endParaRPr>
          </a:p>
        </p:txBody>
      </p:sp>
      <p:cxnSp>
        <p:nvCxnSpPr>
          <p:cNvPr id="448" name="Google Shape;448;p62"/>
          <p:cNvCxnSpPr>
            <a:stCxn id="437" idx="3"/>
            <a:endCxn id="445" idx="1"/>
          </p:cNvCxnSpPr>
          <p:nvPr/>
        </p:nvCxnSpPr>
        <p:spPr>
          <a:xfrm flipH="1" rot="10800000">
            <a:off x="6478092" y="7351627"/>
            <a:ext cx="2074200" cy="476400"/>
          </a:xfrm>
          <a:prstGeom prst="curvedConnector3">
            <a:avLst>
              <a:gd fmla="val 50004" name="adj1"/>
            </a:avLst>
          </a:prstGeom>
          <a:noFill/>
          <a:ln cap="flat" cmpd="sng" w="28575">
            <a:solidFill>
              <a:schemeClr val="accent6"/>
            </a:solidFill>
            <a:prstDash val="solid"/>
            <a:round/>
            <a:headEnd len="sm" w="sm" type="none"/>
            <a:tailEnd len="med" w="med" type="triangle"/>
          </a:ln>
        </p:spPr>
      </p:cxnSp>
      <p:cxnSp>
        <p:nvCxnSpPr>
          <p:cNvPr id="449" name="Google Shape;449;p62"/>
          <p:cNvCxnSpPr>
            <a:stCxn id="446" idx="1"/>
            <a:endCxn id="445" idx="3"/>
          </p:cNvCxnSpPr>
          <p:nvPr/>
        </p:nvCxnSpPr>
        <p:spPr>
          <a:xfrm rot="10800000">
            <a:off x="10471089" y="7351649"/>
            <a:ext cx="1868400" cy="446400"/>
          </a:xfrm>
          <a:prstGeom prst="curvedConnector3">
            <a:avLst>
              <a:gd fmla="val 49996" name="adj1"/>
            </a:avLst>
          </a:prstGeom>
          <a:noFill/>
          <a:ln cap="flat" cmpd="sng" w="28575">
            <a:solidFill>
              <a:schemeClr val="accent6"/>
            </a:solidFill>
            <a:prstDash val="solid"/>
            <a:round/>
            <a:headEnd len="sm" w="sm" type="none"/>
            <a:tailEnd len="med" w="med" type="triangle"/>
          </a:ln>
        </p:spPr>
      </p:cxnSp>
      <p:cxnSp>
        <p:nvCxnSpPr>
          <p:cNvPr id="450" name="Google Shape;450;p62"/>
          <p:cNvCxnSpPr>
            <a:stCxn id="444" idx="0"/>
            <a:endCxn id="430" idx="2"/>
          </p:cNvCxnSpPr>
          <p:nvPr/>
        </p:nvCxnSpPr>
        <p:spPr>
          <a:xfrm flipH="1" rot="5400000">
            <a:off x="9164961" y="6297037"/>
            <a:ext cx="711300" cy="12000"/>
          </a:xfrm>
          <a:prstGeom prst="curvedConnector3">
            <a:avLst>
              <a:gd fmla="val 50003" name="adj1"/>
            </a:avLst>
          </a:prstGeom>
          <a:noFill/>
          <a:ln cap="flat" cmpd="sng" w="28575">
            <a:solidFill>
              <a:schemeClr val="accent6"/>
            </a:solidFill>
            <a:prstDash val="solid"/>
            <a:round/>
            <a:headEnd len="sm" w="sm" type="none"/>
            <a:tailEnd len="med" w="med" type="triangle"/>
          </a:ln>
        </p:spPr>
      </p:cxnSp>
      <p:sp>
        <p:nvSpPr>
          <p:cNvPr id="451" name="Google Shape;451;p62"/>
          <p:cNvSpPr txBox="1"/>
          <p:nvPr/>
        </p:nvSpPr>
        <p:spPr>
          <a:xfrm>
            <a:off x="12149858" y="6801217"/>
            <a:ext cx="1513800" cy="326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i="1" lang="en" sz="2000" u="none" cap="none" strike="noStrike">
                <a:solidFill>
                  <a:schemeClr val="accent6"/>
                </a:solidFill>
                <a:latin typeface="Roboto"/>
                <a:ea typeface="Roboto"/>
                <a:cs typeface="Roboto"/>
                <a:sym typeface="Roboto"/>
              </a:rPr>
              <a:t>Resources</a:t>
            </a:r>
            <a:endParaRPr i="1" sz="2000" u="none" cap="none" strike="noStrike">
              <a:solidFill>
                <a:schemeClr val="accent6"/>
              </a:solidFill>
              <a:latin typeface="Roboto"/>
              <a:ea typeface="Roboto"/>
              <a:cs typeface="Roboto"/>
              <a:sym typeface="Roboto"/>
            </a:endParaRPr>
          </a:p>
        </p:txBody>
      </p:sp>
      <p:cxnSp>
        <p:nvCxnSpPr>
          <p:cNvPr id="452" name="Google Shape;452;p62"/>
          <p:cNvCxnSpPr>
            <a:stCxn id="426" idx="3"/>
            <a:endCxn id="429" idx="1"/>
          </p:cNvCxnSpPr>
          <p:nvPr/>
        </p:nvCxnSpPr>
        <p:spPr>
          <a:xfrm>
            <a:off x="6479788" y="4531552"/>
            <a:ext cx="2108100" cy="0"/>
          </a:xfrm>
          <a:prstGeom prst="straightConnector1">
            <a:avLst/>
          </a:prstGeom>
          <a:noFill/>
          <a:ln cap="flat" cmpd="sng" w="19050">
            <a:solidFill>
              <a:schemeClr val="accent3"/>
            </a:solidFill>
            <a:prstDash val="solid"/>
            <a:round/>
            <a:headEnd len="med" w="med" type="none"/>
            <a:tailEnd len="med" w="med" type="triangle"/>
          </a:ln>
        </p:spPr>
      </p:cxnSp>
      <p:sp>
        <p:nvSpPr>
          <p:cNvPr id="453" name="Google Shape;453;p62"/>
          <p:cNvSpPr txBox="1"/>
          <p:nvPr>
            <p:ph type="title"/>
          </p:nvPr>
        </p:nvSpPr>
        <p:spPr>
          <a:xfrm>
            <a:off x="1672475" y="1154875"/>
            <a:ext cx="147753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How autoscaling works</a:t>
            </a:r>
            <a:endParaRPr/>
          </a:p>
        </p:txBody>
      </p:sp>
      <p:sp>
        <p:nvSpPr>
          <p:cNvPr id="454" name="Google Shape;454;p62"/>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8">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8" name="Shape 458"/>
        <p:cNvGrpSpPr/>
        <p:nvPr/>
      </p:nvGrpSpPr>
      <p:grpSpPr>
        <a:xfrm>
          <a:off x="0" y="0"/>
          <a:ext cx="0" cy="0"/>
          <a:chOff x="0" y="0"/>
          <a:chExt cx="0" cy="0"/>
        </a:xfrm>
      </p:grpSpPr>
      <p:sp>
        <p:nvSpPr>
          <p:cNvPr id="459" name="Google Shape;459;p63"/>
          <p:cNvSpPr/>
          <p:nvPr/>
        </p:nvSpPr>
        <p:spPr>
          <a:xfrm>
            <a:off x="4223875" y="6767525"/>
            <a:ext cx="7700100" cy="1616700"/>
          </a:xfrm>
          <a:prstGeom prst="rect">
            <a:avLst/>
          </a:prstGeom>
          <a:solidFill>
            <a:srgbClr val="CFE2F3"/>
          </a:solidFill>
          <a:ln>
            <a:noFill/>
          </a:ln>
        </p:spPr>
        <p:txBody>
          <a:bodyPr anchorCtr="0" anchor="ctr" bIns="91425" lIns="182875" spcFirstLastPara="1" rIns="91425" wrap="square" tIns="91425">
            <a:noAutofit/>
          </a:bodyPr>
          <a:lstStyle/>
          <a:p>
            <a:pPr indent="-381000" lvl="0" marL="457200" rtl="0" algn="l">
              <a:spcBef>
                <a:spcPts val="0"/>
              </a:spcBef>
              <a:spcAft>
                <a:spcPts val="0"/>
              </a:spcAft>
              <a:buClr>
                <a:schemeClr val="lt1"/>
              </a:buClr>
              <a:buSzPts val="2400"/>
              <a:buFont typeface="Roboto"/>
              <a:buAutoNum type="arabicPeriod"/>
            </a:pPr>
            <a:r>
              <a:rPr lang="en" sz="2400">
                <a:solidFill>
                  <a:schemeClr val="lt1"/>
                </a:solidFill>
                <a:latin typeface="Roboto"/>
                <a:ea typeface="Roboto"/>
                <a:cs typeface="Roboto"/>
                <a:sym typeface="Roboto"/>
              </a:rPr>
              <a:t>Actual utilization = 385/400 = 96.25%</a:t>
            </a:r>
            <a:endParaRPr sz="2400">
              <a:solidFill>
                <a:schemeClr val="lt1"/>
              </a:solidFill>
              <a:latin typeface="Roboto"/>
              <a:ea typeface="Roboto"/>
              <a:cs typeface="Roboto"/>
              <a:sym typeface="Roboto"/>
            </a:endParaRPr>
          </a:p>
          <a:p>
            <a:pPr indent="-381000" lvl="0" marL="457200" rtl="0" algn="l">
              <a:spcBef>
                <a:spcPts val="0"/>
              </a:spcBef>
              <a:spcAft>
                <a:spcPts val="0"/>
              </a:spcAft>
              <a:buSzPts val="2400"/>
              <a:buFont typeface="Roboto"/>
              <a:buAutoNum type="arabicPeriod"/>
            </a:pPr>
            <a:r>
              <a:rPr lang="en" sz="2400">
                <a:solidFill>
                  <a:schemeClr val="lt1"/>
                </a:solidFill>
                <a:latin typeface="Roboto"/>
                <a:ea typeface="Roboto"/>
                <a:cs typeface="Roboto"/>
                <a:sym typeface="Roboto"/>
              </a:rPr>
              <a:t>If +1 then 385/500 = 77%</a:t>
            </a:r>
            <a:r>
              <a:rPr lang="en" sz="2400">
                <a:solidFill>
                  <a:srgbClr val="8A190F"/>
                </a:solidFill>
                <a:latin typeface="Roboto"/>
                <a:ea typeface="Roboto"/>
                <a:cs typeface="Roboto"/>
                <a:sym typeface="Roboto"/>
              </a:rPr>
              <a:t> </a:t>
            </a:r>
            <a:r>
              <a:rPr lang="en" sz="2400">
                <a:solidFill>
                  <a:schemeClr val="accent4"/>
                </a:solidFill>
                <a:latin typeface="Roboto"/>
                <a:ea typeface="Roboto"/>
                <a:cs typeface="Roboto"/>
                <a:sym typeface="Roboto"/>
              </a:rPr>
              <a:t>(Still above target 75%)</a:t>
            </a:r>
            <a:endParaRPr sz="2400">
              <a:solidFill>
                <a:schemeClr val="accent4"/>
              </a:solidFill>
              <a:latin typeface="Roboto"/>
              <a:ea typeface="Roboto"/>
              <a:cs typeface="Roboto"/>
              <a:sym typeface="Roboto"/>
            </a:endParaRPr>
          </a:p>
          <a:p>
            <a:pPr indent="-381000" lvl="0" marL="457200" rtl="0" algn="l">
              <a:spcBef>
                <a:spcPts val="0"/>
              </a:spcBef>
              <a:spcAft>
                <a:spcPts val="0"/>
              </a:spcAft>
              <a:buClr>
                <a:schemeClr val="lt1"/>
              </a:buClr>
              <a:buSzPts val="2400"/>
              <a:buFont typeface="Roboto"/>
              <a:buAutoNum type="arabicPeriod"/>
            </a:pPr>
            <a:r>
              <a:rPr lang="en" sz="2400">
                <a:solidFill>
                  <a:schemeClr val="lt1"/>
                </a:solidFill>
                <a:latin typeface="Roboto"/>
                <a:ea typeface="Roboto"/>
                <a:cs typeface="Roboto"/>
                <a:sym typeface="Roboto"/>
              </a:rPr>
              <a:t>If +2 then 385/600 = 64.16%</a:t>
            </a:r>
            <a:endParaRPr sz="2400">
              <a:solidFill>
                <a:schemeClr val="lt1"/>
              </a:solidFill>
              <a:latin typeface="Roboto"/>
              <a:ea typeface="Roboto"/>
              <a:cs typeface="Roboto"/>
              <a:sym typeface="Roboto"/>
            </a:endParaRPr>
          </a:p>
        </p:txBody>
      </p:sp>
      <p:sp>
        <p:nvSpPr>
          <p:cNvPr id="460" name="Google Shape;460;p63"/>
          <p:cNvSpPr txBox="1"/>
          <p:nvPr/>
        </p:nvSpPr>
        <p:spPr>
          <a:xfrm>
            <a:off x="4223875" y="6158350"/>
            <a:ext cx="7700100" cy="6093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i="0" lang="en" sz="2400" u="none" cap="none" strike="noStrike">
                <a:solidFill>
                  <a:schemeClr val="accent3"/>
                </a:solidFill>
                <a:latin typeface="Roboto"/>
                <a:ea typeface="Roboto"/>
                <a:cs typeface="Roboto"/>
                <a:sym typeface="Roboto"/>
              </a:rPr>
              <a:t>Target CPU </a:t>
            </a:r>
            <a:r>
              <a:rPr lang="en" sz="2400">
                <a:solidFill>
                  <a:schemeClr val="accent3"/>
                </a:solidFill>
                <a:latin typeface="Roboto"/>
                <a:ea typeface="Roboto"/>
                <a:cs typeface="Roboto"/>
                <a:sym typeface="Roboto"/>
              </a:rPr>
              <a:t>u</a:t>
            </a:r>
            <a:r>
              <a:rPr i="0" lang="en" sz="2400" u="none" cap="none" strike="noStrike">
                <a:solidFill>
                  <a:schemeClr val="accent3"/>
                </a:solidFill>
                <a:latin typeface="Roboto"/>
                <a:ea typeface="Roboto"/>
                <a:cs typeface="Roboto"/>
                <a:sym typeface="Roboto"/>
              </a:rPr>
              <a:t>tilization = 0.75</a:t>
            </a:r>
            <a:endParaRPr i="0" sz="2400" u="none" cap="none" strike="noStrike">
              <a:solidFill>
                <a:schemeClr val="accent3"/>
              </a:solidFill>
              <a:latin typeface="Roboto"/>
              <a:ea typeface="Roboto"/>
              <a:cs typeface="Roboto"/>
              <a:sym typeface="Roboto"/>
            </a:endParaRPr>
          </a:p>
        </p:txBody>
      </p:sp>
      <p:sp>
        <p:nvSpPr>
          <p:cNvPr id="461" name="Google Shape;461;p63"/>
          <p:cNvSpPr/>
          <p:nvPr/>
        </p:nvSpPr>
        <p:spPr>
          <a:xfrm>
            <a:off x="1828975" y="3472500"/>
            <a:ext cx="5412900" cy="1917600"/>
          </a:xfrm>
          <a:prstGeom prst="roundRect">
            <a:avLst>
              <a:gd fmla="val 9425" name="adj"/>
            </a:avLst>
          </a:prstGeom>
          <a:solidFill>
            <a:srgbClr val="FFE59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62" name="Google Shape;462;p63"/>
          <p:cNvPicPr preferRelativeResize="0"/>
          <p:nvPr/>
        </p:nvPicPr>
        <p:blipFill rotWithShape="1">
          <a:blip r:embed="rId3">
            <a:alphaModFix/>
          </a:blip>
          <a:srcRect b="0" l="0" r="0" t="0"/>
          <a:stretch/>
        </p:blipFill>
        <p:spPr>
          <a:xfrm>
            <a:off x="4593294" y="3790446"/>
            <a:ext cx="1143000" cy="1143000"/>
          </a:xfrm>
          <a:prstGeom prst="rect">
            <a:avLst/>
          </a:prstGeom>
          <a:noFill/>
          <a:ln>
            <a:noFill/>
          </a:ln>
        </p:spPr>
      </p:pic>
      <p:pic>
        <p:nvPicPr>
          <p:cNvPr id="463" name="Google Shape;463;p63"/>
          <p:cNvPicPr preferRelativeResize="0"/>
          <p:nvPr/>
        </p:nvPicPr>
        <p:blipFill rotWithShape="1">
          <a:blip r:embed="rId4">
            <a:alphaModFix/>
          </a:blip>
          <a:srcRect b="0" l="0" r="0" t="0"/>
          <a:stretch/>
        </p:blipFill>
        <p:spPr>
          <a:xfrm>
            <a:off x="3281483" y="3790446"/>
            <a:ext cx="1143000" cy="1143000"/>
          </a:xfrm>
          <a:prstGeom prst="rect">
            <a:avLst/>
          </a:prstGeom>
          <a:noFill/>
          <a:ln>
            <a:noFill/>
          </a:ln>
        </p:spPr>
      </p:pic>
      <p:pic>
        <p:nvPicPr>
          <p:cNvPr id="464" name="Google Shape;464;p63"/>
          <p:cNvPicPr preferRelativeResize="0"/>
          <p:nvPr/>
        </p:nvPicPr>
        <p:blipFill rotWithShape="1">
          <a:blip r:embed="rId5">
            <a:alphaModFix/>
          </a:blip>
          <a:srcRect b="0" l="0" r="0" t="0"/>
          <a:stretch/>
        </p:blipFill>
        <p:spPr>
          <a:xfrm>
            <a:off x="5905104" y="3790446"/>
            <a:ext cx="1143000" cy="1143000"/>
          </a:xfrm>
          <a:prstGeom prst="rect">
            <a:avLst/>
          </a:prstGeom>
          <a:noFill/>
          <a:ln>
            <a:noFill/>
          </a:ln>
        </p:spPr>
      </p:pic>
      <p:sp>
        <p:nvSpPr>
          <p:cNvPr id="465" name="Google Shape;465;p63"/>
          <p:cNvSpPr txBox="1"/>
          <p:nvPr/>
        </p:nvSpPr>
        <p:spPr>
          <a:xfrm>
            <a:off x="3360298" y="4837504"/>
            <a:ext cx="980700" cy="4572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i="0" lang="en" sz="2000" u="none" cap="none" strike="noStrike">
                <a:solidFill>
                  <a:srgbClr val="000000"/>
                </a:solidFill>
                <a:latin typeface="Roboto"/>
                <a:ea typeface="Roboto"/>
                <a:cs typeface="Roboto"/>
                <a:sym typeface="Roboto"/>
              </a:rPr>
              <a:t>100%</a:t>
            </a:r>
            <a:endParaRPr i="0" sz="2000" u="none" cap="none" strike="noStrike">
              <a:solidFill>
                <a:srgbClr val="000000"/>
              </a:solidFill>
              <a:latin typeface="Roboto"/>
              <a:ea typeface="Roboto"/>
              <a:cs typeface="Roboto"/>
              <a:sym typeface="Roboto"/>
            </a:endParaRPr>
          </a:p>
        </p:txBody>
      </p:sp>
      <p:sp>
        <p:nvSpPr>
          <p:cNvPr id="466" name="Google Shape;466;p63"/>
          <p:cNvSpPr txBox="1"/>
          <p:nvPr/>
        </p:nvSpPr>
        <p:spPr>
          <a:xfrm>
            <a:off x="4672109" y="4837504"/>
            <a:ext cx="980700" cy="4572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i="0" lang="en" sz="2000" u="none" cap="none" strike="noStrike">
                <a:solidFill>
                  <a:srgbClr val="000000"/>
                </a:solidFill>
                <a:latin typeface="Roboto"/>
                <a:ea typeface="Roboto"/>
                <a:cs typeface="Roboto"/>
                <a:sym typeface="Roboto"/>
              </a:rPr>
              <a:t>100%</a:t>
            </a:r>
            <a:endParaRPr i="0" sz="2000" u="none" cap="none" strike="noStrike">
              <a:solidFill>
                <a:srgbClr val="000000"/>
              </a:solidFill>
              <a:latin typeface="Roboto"/>
              <a:ea typeface="Roboto"/>
              <a:cs typeface="Roboto"/>
              <a:sym typeface="Roboto"/>
            </a:endParaRPr>
          </a:p>
        </p:txBody>
      </p:sp>
      <p:sp>
        <p:nvSpPr>
          <p:cNvPr id="467" name="Google Shape;467;p63"/>
          <p:cNvSpPr txBox="1"/>
          <p:nvPr/>
        </p:nvSpPr>
        <p:spPr>
          <a:xfrm>
            <a:off x="5983919" y="4837473"/>
            <a:ext cx="980700" cy="4572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i="0" lang="en" sz="2000" u="none" cap="none" strike="noStrike">
                <a:solidFill>
                  <a:srgbClr val="000000"/>
                </a:solidFill>
                <a:latin typeface="Roboto"/>
                <a:ea typeface="Roboto"/>
                <a:cs typeface="Roboto"/>
                <a:sym typeface="Roboto"/>
              </a:rPr>
              <a:t>85%</a:t>
            </a:r>
            <a:endParaRPr i="0" sz="2000" u="none" cap="none" strike="noStrike">
              <a:solidFill>
                <a:srgbClr val="000000"/>
              </a:solidFill>
              <a:latin typeface="Roboto"/>
              <a:ea typeface="Roboto"/>
              <a:cs typeface="Roboto"/>
              <a:sym typeface="Roboto"/>
            </a:endParaRPr>
          </a:p>
        </p:txBody>
      </p:sp>
      <p:pic>
        <p:nvPicPr>
          <p:cNvPr id="468" name="Google Shape;468;p63"/>
          <p:cNvPicPr preferRelativeResize="0"/>
          <p:nvPr/>
        </p:nvPicPr>
        <p:blipFill rotWithShape="1">
          <a:blip r:embed="rId6">
            <a:alphaModFix/>
          </a:blip>
          <a:srcRect b="0" l="0" r="0" t="0"/>
          <a:stretch/>
        </p:blipFill>
        <p:spPr>
          <a:xfrm>
            <a:off x="1969672" y="3790446"/>
            <a:ext cx="1143000" cy="1143000"/>
          </a:xfrm>
          <a:prstGeom prst="rect">
            <a:avLst/>
          </a:prstGeom>
          <a:noFill/>
          <a:ln>
            <a:noFill/>
          </a:ln>
        </p:spPr>
      </p:pic>
      <p:sp>
        <p:nvSpPr>
          <p:cNvPr id="469" name="Google Shape;469;p63"/>
          <p:cNvSpPr txBox="1"/>
          <p:nvPr/>
        </p:nvSpPr>
        <p:spPr>
          <a:xfrm>
            <a:off x="2048488" y="4837504"/>
            <a:ext cx="980700" cy="4572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i="0" lang="en" sz="2000" u="none" cap="none" strike="noStrike">
                <a:solidFill>
                  <a:srgbClr val="000000"/>
                </a:solidFill>
                <a:latin typeface="Roboto"/>
                <a:ea typeface="Roboto"/>
                <a:cs typeface="Roboto"/>
                <a:sym typeface="Roboto"/>
              </a:rPr>
              <a:t>100%</a:t>
            </a:r>
            <a:endParaRPr i="0" sz="2000" u="none" cap="none" strike="noStrike">
              <a:solidFill>
                <a:srgbClr val="000000"/>
              </a:solidFill>
              <a:latin typeface="Roboto"/>
              <a:ea typeface="Roboto"/>
              <a:cs typeface="Roboto"/>
              <a:sym typeface="Roboto"/>
            </a:endParaRPr>
          </a:p>
        </p:txBody>
      </p:sp>
      <p:sp>
        <p:nvSpPr>
          <p:cNvPr id="470" name="Google Shape;470;p63"/>
          <p:cNvSpPr txBox="1"/>
          <p:nvPr/>
        </p:nvSpPr>
        <p:spPr>
          <a:xfrm>
            <a:off x="1828800" y="2858550"/>
            <a:ext cx="5233500" cy="4140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i="0" lang="en" sz="2400" u="none" cap="none" strike="noStrike">
                <a:solidFill>
                  <a:schemeClr val="lt1"/>
                </a:solidFill>
                <a:latin typeface="Roboto"/>
                <a:ea typeface="Roboto"/>
                <a:cs typeface="Roboto"/>
                <a:sym typeface="Roboto"/>
              </a:rPr>
              <a:t>managed instance group</a:t>
            </a:r>
            <a:endParaRPr i="0" sz="2400" u="none" cap="none" strike="noStrike">
              <a:solidFill>
                <a:schemeClr val="lt1"/>
              </a:solidFill>
              <a:latin typeface="Roboto"/>
              <a:ea typeface="Roboto"/>
              <a:cs typeface="Roboto"/>
              <a:sym typeface="Roboto"/>
            </a:endParaRPr>
          </a:p>
        </p:txBody>
      </p:sp>
      <p:sp>
        <p:nvSpPr>
          <p:cNvPr id="471" name="Google Shape;471;p63"/>
          <p:cNvSpPr/>
          <p:nvPr/>
        </p:nvSpPr>
        <p:spPr>
          <a:xfrm>
            <a:off x="8577075" y="3472500"/>
            <a:ext cx="7882200" cy="1920300"/>
          </a:xfrm>
          <a:prstGeom prst="roundRect">
            <a:avLst>
              <a:gd fmla="val 10938" name="adj"/>
            </a:avLst>
          </a:prstGeom>
          <a:solidFill>
            <a:srgbClr val="FFE59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72" name="Google Shape;472;p63"/>
          <p:cNvPicPr preferRelativeResize="0"/>
          <p:nvPr/>
        </p:nvPicPr>
        <p:blipFill rotWithShape="1">
          <a:blip r:embed="rId7">
            <a:alphaModFix/>
          </a:blip>
          <a:srcRect b="0" l="0" r="0" t="0"/>
          <a:stretch/>
        </p:blipFill>
        <p:spPr>
          <a:xfrm>
            <a:off x="13838527" y="3790446"/>
            <a:ext cx="1143000" cy="1143000"/>
          </a:xfrm>
          <a:prstGeom prst="rect">
            <a:avLst/>
          </a:prstGeom>
          <a:noFill/>
          <a:ln>
            <a:noFill/>
          </a:ln>
        </p:spPr>
      </p:pic>
      <p:pic>
        <p:nvPicPr>
          <p:cNvPr id="473" name="Google Shape;473;p63"/>
          <p:cNvPicPr preferRelativeResize="0"/>
          <p:nvPr/>
        </p:nvPicPr>
        <p:blipFill rotWithShape="1">
          <a:blip r:embed="rId8">
            <a:alphaModFix/>
          </a:blip>
          <a:srcRect b="0" l="0" r="0" t="0"/>
          <a:stretch/>
        </p:blipFill>
        <p:spPr>
          <a:xfrm>
            <a:off x="12602494" y="3790446"/>
            <a:ext cx="1143000" cy="1143000"/>
          </a:xfrm>
          <a:prstGeom prst="rect">
            <a:avLst/>
          </a:prstGeom>
          <a:noFill/>
          <a:ln>
            <a:noFill/>
          </a:ln>
        </p:spPr>
      </p:pic>
      <p:pic>
        <p:nvPicPr>
          <p:cNvPr id="474" name="Google Shape;474;p63"/>
          <p:cNvPicPr preferRelativeResize="0"/>
          <p:nvPr/>
        </p:nvPicPr>
        <p:blipFill rotWithShape="1">
          <a:blip r:embed="rId9">
            <a:alphaModFix/>
          </a:blip>
          <a:srcRect b="0" l="0" r="0" t="0"/>
          <a:stretch/>
        </p:blipFill>
        <p:spPr>
          <a:xfrm>
            <a:off x="15073309" y="3790446"/>
            <a:ext cx="1143000" cy="1143000"/>
          </a:xfrm>
          <a:prstGeom prst="rect">
            <a:avLst/>
          </a:prstGeom>
          <a:noFill/>
          <a:ln>
            <a:noFill/>
          </a:ln>
        </p:spPr>
      </p:pic>
      <p:sp>
        <p:nvSpPr>
          <p:cNvPr id="475" name="Google Shape;475;p63"/>
          <p:cNvSpPr txBox="1"/>
          <p:nvPr/>
        </p:nvSpPr>
        <p:spPr>
          <a:xfrm>
            <a:off x="12681310" y="4837473"/>
            <a:ext cx="980700" cy="4572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i="0" lang="en" sz="2000" u="none" cap="none" strike="noStrike">
                <a:solidFill>
                  <a:srgbClr val="000000"/>
                </a:solidFill>
                <a:latin typeface="Roboto"/>
                <a:ea typeface="Roboto"/>
                <a:cs typeface="Roboto"/>
                <a:sym typeface="Roboto"/>
              </a:rPr>
              <a:t>100%</a:t>
            </a:r>
            <a:endParaRPr i="0" sz="2000" u="none" cap="none" strike="noStrike">
              <a:solidFill>
                <a:srgbClr val="000000"/>
              </a:solidFill>
              <a:latin typeface="Roboto"/>
              <a:ea typeface="Roboto"/>
              <a:cs typeface="Roboto"/>
              <a:sym typeface="Roboto"/>
            </a:endParaRPr>
          </a:p>
        </p:txBody>
      </p:sp>
      <p:sp>
        <p:nvSpPr>
          <p:cNvPr id="476" name="Google Shape;476;p63"/>
          <p:cNvSpPr txBox="1"/>
          <p:nvPr/>
        </p:nvSpPr>
        <p:spPr>
          <a:xfrm>
            <a:off x="13917343" y="4837473"/>
            <a:ext cx="980700" cy="4572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i="0" lang="en" sz="2000" u="none" cap="none" strike="noStrike">
                <a:solidFill>
                  <a:srgbClr val="000000"/>
                </a:solidFill>
                <a:latin typeface="Roboto"/>
                <a:ea typeface="Roboto"/>
                <a:cs typeface="Roboto"/>
                <a:sym typeface="Roboto"/>
              </a:rPr>
              <a:t>100%</a:t>
            </a:r>
            <a:endParaRPr i="0" sz="2000" u="none" cap="none" strike="noStrike">
              <a:solidFill>
                <a:srgbClr val="000000"/>
              </a:solidFill>
              <a:latin typeface="Roboto"/>
              <a:ea typeface="Roboto"/>
              <a:cs typeface="Roboto"/>
              <a:sym typeface="Roboto"/>
            </a:endParaRPr>
          </a:p>
        </p:txBody>
      </p:sp>
      <p:sp>
        <p:nvSpPr>
          <p:cNvPr id="477" name="Google Shape;477;p63"/>
          <p:cNvSpPr txBox="1"/>
          <p:nvPr/>
        </p:nvSpPr>
        <p:spPr>
          <a:xfrm>
            <a:off x="15152125" y="4837473"/>
            <a:ext cx="980700" cy="4572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i="0" lang="en" sz="2000" u="none" cap="none" strike="noStrike">
                <a:solidFill>
                  <a:srgbClr val="000000"/>
                </a:solidFill>
                <a:latin typeface="Roboto"/>
                <a:ea typeface="Roboto"/>
                <a:cs typeface="Roboto"/>
                <a:sym typeface="Roboto"/>
              </a:rPr>
              <a:t>85%</a:t>
            </a:r>
            <a:endParaRPr i="0" sz="2000" u="none" cap="none" strike="noStrike">
              <a:solidFill>
                <a:srgbClr val="000000"/>
              </a:solidFill>
              <a:latin typeface="Roboto"/>
              <a:ea typeface="Roboto"/>
              <a:cs typeface="Roboto"/>
              <a:sym typeface="Roboto"/>
            </a:endParaRPr>
          </a:p>
        </p:txBody>
      </p:sp>
      <p:pic>
        <p:nvPicPr>
          <p:cNvPr id="478" name="Google Shape;478;p63"/>
          <p:cNvPicPr preferRelativeResize="0"/>
          <p:nvPr/>
        </p:nvPicPr>
        <p:blipFill rotWithShape="1">
          <a:blip r:embed="rId10">
            <a:alphaModFix/>
          </a:blip>
          <a:srcRect b="0" l="0" r="0" t="0"/>
          <a:stretch/>
        </p:blipFill>
        <p:spPr>
          <a:xfrm>
            <a:off x="11366461" y="3790446"/>
            <a:ext cx="1143000" cy="1143000"/>
          </a:xfrm>
          <a:prstGeom prst="rect">
            <a:avLst/>
          </a:prstGeom>
          <a:noFill/>
          <a:ln>
            <a:noFill/>
          </a:ln>
        </p:spPr>
      </p:pic>
      <p:sp>
        <p:nvSpPr>
          <p:cNvPr id="479" name="Google Shape;479;p63"/>
          <p:cNvSpPr txBox="1"/>
          <p:nvPr/>
        </p:nvSpPr>
        <p:spPr>
          <a:xfrm>
            <a:off x="11445276" y="4837473"/>
            <a:ext cx="980700" cy="4572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i="0" lang="en" sz="2000" u="none" cap="none" strike="noStrike">
                <a:solidFill>
                  <a:srgbClr val="000000"/>
                </a:solidFill>
                <a:latin typeface="Roboto"/>
                <a:ea typeface="Roboto"/>
                <a:cs typeface="Roboto"/>
                <a:sym typeface="Roboto"/>
              </a:rPr>
              <a:t>100%</a:t>
            </a:r>
            <a:endParaRPr i="0" sz="2000" u="none" cap="none" strike="noStrike">
              <a:solidFill>
                <a:srgbClr val="000000"/>
              </a:solidFill>
              <a:latin typeface="Roboto"/>
              <a:ea typeface="Roboto"/>
              <a:cs typeface="Roboto"/>
              <a:sym typeface="Roboto"/>
            </a:endParaRPr>
          </a:p>
        </p:txBody>
      </p:sp>
      <p:cxnSp>
        <p:nvCxnSpPr>
          <p:cNvPr id="480" name="Google Shape;480;p63"/>
          <p:cNvCxnSpPr>
            <a:stCxn id="461" idx="2"/>
            <a:endCxn id="459" idx="1"/>
          </p:cNvCxnSpPr>
          <p:nvPr/>
        </p:nvCxnSpPr>
        <p:spPr>
          <a:xfrm rot="5400000">
            <a:off x="3286825" y="6327300"/>
            <a:ext cx="2185800" cy="311400"/>
          </a:xfrm>
          <a:prstGeom prst="curvedConnector4">
            <a:avLst>
              <a:gd fmla="val 31508" name="adj1"/>
              <a:gd fmla="val 483422" name="adj2"/>
            </a:avLst>
          </a:prstGeom>
          <a:noFill/>
          <a:ln cap="flat" cmpd="sng" w="28575">
            <a:solidFill>
              <a:srgbClr val="434343"/>
            </a:solidFill>
            <a:prstDash val="solid"/>
            <a:round/>
            <a:headEnd len="sm" w="sm" type="none"/>
            <a:tailEnd len="med" w="med" type="triangle"/>
          </a:ln>
        </p:spPr>
      </p:cxnSp>
      <p:pic>
        <p:nvPicPr>
          <p:cNvPr id="481" name="Google Shape;481;p63"/>
          <p:cNvPicPr preferRelativeResize="0"/>
          <p:nvPr/>
        </p:nvPicPr>
        <p:blipFill rotWithShape="1">
          <a:blip r:embed="rId11">
            <a:alphaModFix/>
          </a:blip>
          <a:srcRect b="0" l="0" r="0" t="0"/>
          <a:stretch/>
        </p:blipFill>
        <p:spPr>
          <a:xfrm>
            <a:off x="10087894" y="3790446"/>
            <a:ext cx="1143000" cy="1143000"/>
          </a:xfrm>
          <a:prstGeom prst="rect">
            <a:avLst/>
          </a:prstGeom>
          <a:noFill/>
          <a:ln>
            <a:noFill/>
          </a:ln>
        </p:spPr>
      </p:pic>
      <p:pic>
        <p:nvPicPr>
          <p:cNvPr id="482" name="Google Shape;482;p63"/>
          <p:cNvPicPr preferRelativeResize="0"/>
          <p:nvPr/>
        </p:nvPicPr>
        <p:blipFill rotWithShape="1">
          <a:blip r:embed="rId12">
            <a:alphaModFix/>
          </a:blip>
          <a:srcRect b="0" l="0" r="0" t="0"/>
          <a:stretch/>
        </p:blipFill>
        <p:spPr>
          <a:xfrm>
            <a:off x="8851861" y="3790446"/>
            <a:ext cx="1143000" cy="1143000"/>
          </a:xfrm>
          <a:prstGeom prst="rect">
            <a:avLst/>
          </a:prstGeom>
          <a:noFill/>
          <a:ln>
            <a:noFill/>
          </a:ln>
        </p:spPr>
      </p:pic>
      <p:cxnSp>
        <p:nvCxnSpPr>
          <p:cNvPr id="483" name="Google Shape;483;p63"/>
          <p:cNvCxnSpPr>
            <a:stCxn id="459" idx="3"/>
            <a:endCxn id="482" idx="2"/>
          </p:cNvCxnSpPr>
          <p:nvPr/>
        </p:nvCxnSpPr>
        <p:spPr>
          <a:xfrm rot="10800000">
            <a:off x="9423475" y="4933475"/>
            <a:ext cx="2500500" cy="2642400"/>
          </a:xfrm>
          <a:prstGeom prst="curvedConnector4">
            <a:avLst>
              <a:gd fmla="val -9523" name="adj1"/>
              <a:gd fmla="val 65296" name="adj2"/>
            </a:avLst>
          </a:prstGeom>
          <a:noFill/>
          <a:ln cap="flat" cmpd="sng" w="28575">
            <a:solidFill>
              <a:srgbClr val="434343"/>
            </a:solidFill>
            <a:prstDash val="solid"/>
            <a:round/>
            <a:headEnd len="med" w="med" type="none"/>
            <a:tailEnd len="med" w="med" type="triangle"/>
          </a:ln>
        </p:spPr>
      </p:cxnSp>
      <p:cxnSp>
        <p:nvCxnSpPr>
          <p:cNvPr id="484" name="Google Shape;484;p63"/>
          <p:cNvCxnSpPr>
            <a:stCxn id="459" idx="3"/>
            <a:endCxn id="481" idx="2"/>
          </p:cNvCxnSpPr>
          <p:nvPr/>
        </p:nvCxnSpPr>
        <p:spPr>
          <a:xfrm rot="10800000">
            <a:off x="10659475" y="4933475"/>
            <a:ext cx="1264500" cy="2642400"/>
          </a:xfrm>
          <a:prstGeom prst="curvedConnector4">
            <a:avLst>
              <a:gd fmla="val -23903" name="adj1"/>
              <a:gd fmla="val 65296" name="adj2"/>
            </a:avLst>
          </a:prstGeom>
          <a:noFill/>
          <a:ln cap="flat" cmpd="sng" w="28575">
            <a:solidFill>
              <a:srgbClr val="434343"/>
            </a:solidFill>
            <a:prstDash val="solid"/>
            <a:round/>
            <a:headEnd len="med" w="med" type="none"/>
            <a:tailEnd len="med" w="med" type="triangle"/>
          </a:ln>
        </p:spPr>
      </p:cxnSp>
      <p:sp>
        <p:nvSpPr>
          <p:cNvPr id="485" name="Google Shape;485;p63"/>
          <p:cNvSpPr txBox="1"/>
          <p:nvPr>
            <p:ph type="title"/>
          </p:nvPr>
        </p:nvSpPr>
        <p:spPr>
          <a:xfrm>
            <a:off x="1672475" y="1154875"/>
            <a:ext cx="147753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Scale-out policy decision</a:t>
            </a:r>
            <a:endParaRPr/>
          </a:p>
        </p:txBody>
      </p:sp>
      <p:sp>
        <p:nvSpPr>
          <p:cNvPr id="486" name="Google Shape;486;p63"/>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13">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0" name="Shape 490"/>
        <p:cNvGrpSpPr/>
        <p:nvPr/>
      </p:nvGrpSpPr>
      <p:grpSpPr>
        <a:xfrm>
          <a:off x="0" y="0"/>
          <a:ext cx="0" cy="0"/>
          <a:chOff x="0" y="0"/>
          <a:chExt cx="0" cy="0"/>
        </a:xfrm>
      </p:grpSpPr>
      <p:sp>
        <p:nvSpPr>
          <p:cNvPr id="491" name="Google Shape;491;p64"/>
          <p:cNvSpPr/>
          <p:nvPr/>
        </p:nvSpPr>
        <p:spPr>
          <a:xfrm>
            <a:off x="4223875" y="6767525"/>
            <a:ext cx="7700100" cy="1616700"/>
          </a:xfrm>
          <a:prstGeom prst="rect">
            <a:avLst/>
          </a:prstGeom>
          <a:solidFill>
            <a:srgbClr val="CFE2F3"/>
          </a:solidFill>
          <a:ln>
            <a:noFill/>
          </a:ln>
        </p:spPr>
        <p:txBody>
          <a:bodyPr anchorCtr="0" anchor="ctr" bIns="91425" lIns="182875" spcFirstLastPara="1" rIns="91425" wrap="square" tIns="91425">
            <a:noAutofit/>
          </a:bodyPr>
          <a:lstStyle/>
          <a:p>
            <a:pPr indent="-381000" lvl="0" marL="457200" rtl="0" algn="l">
              <a:spcBef>
                <a:spcPts val="0"/>
              </a:spcBef>
              <a:spcAft>
                <a:spcPts val="0"/>
              </a:spcAft>
              <a:buClr>
                <a:schemeClr val="lt1"/>
              </a:buClr>
              <a:buSzPts val="2400"/>
              <a:buFont typeface="Roboto"/>
              <a:buAutoNum type="arabicPeriod"/>
            </a:pPr>
            <a:r>
              <a:rPr lang="en" sz="2400">
                <a:solidFill>
                  <a:schemeClr val="lt1"/>
                </a:solidFill>
                <a:latin typeface="Roboto"/>
                <a:ea typeface="Roboto"/>
                <a:cs typeface="Roboto"/>
                <a:sym typeface="Roboto"/>
              </a:rPr>
              <a:t>Actual utilization = 330/600 = 55%</a:t>
            </a:r>
            <a:endParaRPr sz="2400">
              <a:solidFill>
                <a:schemeClr val="lt1"/>
              </a:solidFill>
              <a:latin typeface="Roboto"/>
              <a:ea typeface="Roboto"/>
              <a:cs typeface="Roboto"/>
              <a:sym typeface="Roboto"/>
            </a:endParaRPr>
          </a:p>
          <a:p>
            <a:pPr indent="-381000" lvl="0" marL="457200" rtl="0" algn="l">
              <a:spcBef>
                <a:spcPts val="0"/>
              </a:spcBef>
              <a:spcAft>
                <a:spcPts val="0"/>
              </a:spcAft>
              <a:buSzPts val="2400"/>
              <a:buFont typeface="Roboto"/>
              <a:buAutoNum type="arabicPeriod"/>
            </a:pPr>
            <a:r>
              <a:rPr lang="en" sz="2400">
                <a:solidFill>
                  <a:schemeClr val="lt1"/>
                </a:solidFill>
                <a:latin typeface="Roboto"/>
                <a:ea typeface="Roboto"/>
                <a:cs typeface="Roboto"/>
                <a:sym typeface="Roboto"/>
              </a:rPr>
              <a:t>If -1 then 330/500 = 66% </a:t>
            </a:r>
            <a:r>
              <a:rPr lang="en" sz="2400">
                <a:solidFill>
                  <a:schemeClr val="accent4"/>
                </a:solidFill>
                <a:latin typeface="Roboto"/>
                <a:ea typeface="Roboto"/>
                <a:cs typeface="Roboto"/>
                <a:sym typeface="Roboto"/>
              </a:rPr>
              <a:t>(Still below target)</a:t>
            </a:r>
            <a:endParaRPr sz="2400">
              <a:solidFill>
                <a:schemeClr val="accent4"/>
              </a:solidFill>
              <a:latin typeface="Roboto"/>
              <a:ea typeface="Roboto"/>
              <a:cs typeface="Roboto"/>
              <a:sym typeface="Roboto"/>
            </a:endParaRPr>
          </a:p>
          <a:p>
            <a:pPr indent="-381000" lvl="0" marL="457200" rtl="0" algn="l">
              <a:spcBef>
                <a:spcPts val="0"/>
              </a:spcBef>
              <a:spcAft>
                <a:spcPts val="0"/>
              </a:spcAft>
              <a:buClr>
                <a:schemeClr val="lt1"/>
              </a:buClr>
              <a:buSzPts val="2400"/>
              <a:buFont typeface="Roboto"/>
              <a:buAutoNum type="arabicPeriod"/>
            </a:pPr>
            <a:r>
              <a:rPr lang="en" sz="2400">
                <a:solidFill>
                  <a:schemeClr val="lt1"/>
                </a:solidFill>
                <a:latin typeface="Roboto"/>
                <a:ea typeface="Roboto"/>
                <a:cs typeface="Roboto"/>
                <a:sym typeface="Roboto"/>
              </a:rPr>
              <a:t>If -2 then 330/400 = 82.5%</a:t>
            </a:r>
            <a:endParaRPr sz="2400">
              <a:solidFill>
                <a:schemeClr val="lt1"/>
              </a:solidFill>
            </a:endParaRPr>
          </a:p>
        </p:txBody>
      </p:sp>
      <p:sp>
        <p:nvSpPr>
          <p:cNvPr id="492" name="Google Shape;492;p64"/>
          <p:cNvSpPr txBox="1"/>
          <p:nvPr/>
        </p:nvSpPr>
        <p:spPr>
          <a:xfrm>
            <a:off x="4223875" y="6158350"/>
            <a:ext cx="7700100" cy="6093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i="0" lang="en" sz="2400" u="none" cap="none" strike="noStrike">
                <a:solidFill>
                  <a:schemeClr val="accent2"/>
                </a:solidFill>
                <a:latin typeface="Roboto"/>
                <a:ea typeface="Roboto"/>
                <a:cs typeface="Roboto"/>
                <a:sym typeface="Roboto"/>
              </a:rPr>
              <a:t>Target CPU </a:t>
            </a:r>
            <a:r>
              <a:rPr lang="en" sz="2400">
                <a:solidFill>
                  <a:schemeClr val="accent2"/>
                </a:solidFill>
                <a:latin typeface="Roboto"/>
                <a:ea typeface="Roboto"/>
                <a:cs typeface="Roboto"/>
                <a:sym typeface="Roboto"/>
              </a:rPr>
              <a:t>u</a:t>
            </a:r>
            <a:r>
              <a:rPr i="0" lang="en" sz="2400" u="none" cap="none" strike="noStrike">
                <a:solidFill>
                  <a:schemeClr val="accent2"/>
                </a:solidFill>
                <a:latin typeface="Roboto"/>
                <a:ea typeface="Roboto"/>
                <a:cs typeface="Roboto"/>
                <a:sym typeface="Roboto"/>
              </a:rPr>
              <a:t>tilization = 0.75</a:t>
            </a:r>
            <a:endParaRPr i="0" sz="2400" u="none" cap="none" strike="noStrike">
              <a:solidFill>
                <a:schemeClr val="accent2"/>
              </a:solidFill>
              <a:latin typeface="Roboto"/>
              <a:ea typeface="Roboto"/>
              <a:cs typeface="Roboto"/>
              <a:sym typeface="Roboto"/>
            </a:endParaRPr>
          </a:p>
        </p:txBody>
      </p:sp>
      <p:sp>
        <p:nvSpPr>
          <p:cNvPr id="493" name="Google Shape;493;p64"/>
          <p:cNvSpPr/>
          <p:nvPr/>
        </p:nvSpPr>
        <p:spPr>
          <a:xfrm>
            <a:off x="1828975" y="3472500"/>
            <a:ext cx="7564200" cy="1917600"/>
          </a:xfrm>
          <a:prstGeom prst="roundRect">
            <a:avLst>
              <a:gd fmla="val 9425" name="adj"/>
            </a:avLst>
          </a:prstGeom>
          <a:solidFill>
            <a:srgbClr val="FFE59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94" name="Google Shape;494;p64"/>
          <p:cNvGrpSpPr/>
          <p:nvPr/>
        </p:nvGrpSpPr>
        <p:grpSpPr>
          <a:xfrm>
            <a:off x="3198719" y="3790446"/>
            <a:ext cx="1143000" cy="1504258"/>
            <a:chOff x="3281483" y="3257046"/>
            <a:chExt cx="1143000" cy="1504258"/>
          </a:xfrm>
        </p:grpSpPr>
        <p:pic>
          <p:nvPicPr>
            <p:cNvPr id="495" name="Google Shape;495;p64"/>
            <p:cNvPicPr preferRelativeResize="0"/>
            <p:nvPr/>
          </p:nvPicPr>
          <p:blipFill rotWithShape="1">
            <a:blip r:embed="rId3">
              <a:alphaModFix/>
            </a:blip>
            <a:srcRect b="0" l="0" r="0" t="0"/>
            <a:stretch/>
          </p:blipFill>
          <p:spPr>
            <a:xfrm>
              <a:off x="3281483" y="3257046"/>
              <a:ext cx="1143000" cy="1143000"/>
            </a:xfrm>
            <a:prstGeom prst="rect">
              <a:avLst/>
            </a:prstGeom>
            <a:noFill/>
            <a:ln>
              <a:noFill/>
            </a:ln>
          </p:spPr>
        </p:pic>
        <p:sp>
          <p:nvSpPr>
            <p:cNvPr id="496" name="Google Shape;496;p64"/>
            <p:cNvSpPr txBox="1"/>
            <p:nvPr/>
          </p:nvSpPr>
          <p:spPr>
            <a:xfrm>
              <a:off x="3360298" y="4304104"/>
              <a:ext cx="980700" cy="4572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lang="en" sz="2000">
                  <a:solidFill>
                    <a:schemeClr val="lt1"/>
                  </a:solidFill>
                  <a:latin typeface="Roboto"/>
                  <a:ea typeface="Roboto"/>
                  <a:cs typeface="Roboto"/>
                  <a:sym typeface="Roboto"/>
                </a:rPr>
                <a:t>55</a:t>
              </a:r>
              <a:r>
                <a:rPr i="0" lang="en" sz="2000" u="none" cap="none" strike="noStrike">
                  <a:solidFill>
                    <a:schemeClr val="lt1"/>
                  </a:solidFill>
                  <a:latin typeface="Roboto"/>
                  <a:ea typeface="Roboto"/>
                  <a:cs typeface="Roboto"/>
                  <a:sym typeface="Roboto"/>
                </a:rPr>
                <a:t>%</a:t>
              </a:r>
              <a:endParaRPr i="0" sz="2000" u="none" cap="none" strike="noStrike">
                <a:solidFill>
                  <a:schemeClr val="lt1"/>
                </a:solidFill>
                <a:latin typeface="Roboto"/>
                <a:ea typeface="Roboto"/>
                <a:cs typeface="Roboto"/>
                <a:sym typeface="Roboto"/>
              </a:endParaRPr>
            </a:p>
          </p:txBody>
        </p:sp>
      </p:grpSp>
      <p:grpSp>
        <p:nvGrpSpPr>
          <p:cNvPr id="497" name="Google Shape;497;p64"/>
          <p:cNvGrpSpPr/>
          <p:nvPr/>
        </p:nvGrpSpPr>
        <p:grpSpPr>
          <a:xfrm>
            <a:off x="4427765" y="3790446"/>
            <a:ext cx="1143000" cy="1504258"/>
            <a:chOff x="4593294" y="3257046"/>
            <a:chExt cx="1143000" cy="1504258"/>
          </a:xfrm>
        </p:grpSpPr>
        <p:pic>
          <p:nvPicPr>
            <p:cNvPr id="498" name="Google Shape;498;p64"/>
            <p:cNvPicPr preferRelativeResize="0"/>
            <p:nvPr/>
          </p:nvPicPr>
          <p:blipFill rotWithShape="1">
            <a:blip r:embed="rId4">
              <a:alphaModFix/>
            </a:blip>
            <a:srcRect b="0" l="0" r="0" t="0"/>
            <a:stretch/>
          </p:blipFill>
          <p:spPr>
            <a:xfrm>
              <a:off x="4593294" y="3257046"/>
              <a:ext cx="1143000" cy="1143000"/>
            </a:xfrm>
            <a:prstGeom prst="rect">
              <a:avLst/>
            </a:prstGeom>
            <a:noFill/>
            <a:ln>
              <a:noFill/>
            </a:ln>
          </p:spPr>
        </p:pic>
        <p:sp>
          <p:nvSpPr>
            <p:cNvPr id="499" name="Google Shape;499;p64"/>
            <p:cNvSpPr txBox="1"/>
            <p:nvPr/>
          </p:nvSpPr>
          <p:spPr>
            <a:xfrm>
              <a:off x="4672109" y="4304104"/>
              <a:ext cx="980700" cy="4572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lang="en" sz="2000">
                  <a:solidFill>
                    <a:schemeClr val="lt1"/>
                  </a:solidFill>
                  <a:latin typeface="Roboto"/>
                  <a:ea typeface="Roboto"/>
                  <a:cs typeface="Roboto"/>
                  <a:sym typeface="Roboto"/>
                </a:rPr>
                <a:t>40</a:t>
              </a:r>
              <a:r>
                <a:rPr i="0" lang="en" sz="2000" u="none" cap="none" strike="noStrike">
                  <a:solidFill>
                    <a:schemeClr val="lt1"/>
                  </a:solidFill>
                  <a:latin typeface="Roboto"/>
                  <a:ea typeface="Roboto"/>
                  <a:cs typeface="Roboto"/>
                  <a:sym typeface="Roboto"/>
                </a:rPr>
                <a:t>%</a:t>
              </a:r>
              <a:endParaRPr i="0" sz="2000" u="none" cap="none" strike="noStrike">
                <a:solidFill>
                  <a:schemeClr val="lt1"/>
                </a:solidFill>
                <a:latin typeface="Roboto"/>
                <a:ea typeface="Roboto"/>
                <a:cs typeface="Roboto"/>
                <a:sym typeface="Roboto"/>
              </a:endParaRPr>
            </a:p>
          </p:txBody>
        </p:sp>
      </p:grpSp>
      <p:grpSp>
        <p:nvGrpSpPr>
          <p:cNvPr id="500" name="Google Shape;500;p64"/>
          <p:cNvGrpSpPr/>
          <p:nvPr/>
        </p:nvGrpSpPr>
        <p:grpSpPr>
          <a:xfrm>
            <a:off x="5656811" y="3790446"/>
            <a:ext cx="1143000" cy="1504227"/>
            <a:chOff x="5905104" y="3257046"/>
            <a:chExt cx="1143000" cy="1504227"/>
          </a:xfrm>
        </p:grpSpPr>
        <p:pic>
          <p:nvPicPr>
            <p:cNvPr id="501" name="Google Shape;501;p64"/>
            <p:cNvPicPr preferRelativeResize="0"/>
            <p:nvPr/>
          </p:nvPicPr>
          <p:blipFill rotWithShape="1">
            <a:blip r:embed="rId5">
              <a:alphaModFix/>
            </a:blip>
            <a:srcRect b="0" l="0" r="0" t="0"/>
            <a:stretch/>
          </p:blipFill>
          <p:spPr>
            <a:xfrm>
              <a:off x="5905104" y="3257046"/>
              <a:ext cx="1143000" cy="1143000"/>
            </a:xfrm>
            <a:prstGeom prst="rect">
              <a:avLst/>
            </a:prstGeom>
            <a:noFill/>
            <a:ln>
              <a:noFill/>
            </a:ln>
          </p:spPr>
        </p:pic>
        <p:sp>
          <p:nvSpPr>
            <p:cNvPr id="502" name="Google Shape;502;p64"/>
            <p:cNvSpPr txBox="1"/>
            <p:nvPr/>
          </p:nvSpPr>
          <p:spPr>
            <a:xfrm>
              <a:off x="5983919" y="4304073"/>
              <a:ext cx="980700" cy="4572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lang="en" sz="2000">
                  <a:solidFill>
                    <a:schemeClr val="lt1"/>
                  </a:solidFill>
                  <a:latin typeface="Roboto"/>
                  <a:ea typeface="Roboto"/>
                  <a:cs typeface="Roboto"/>
                  <a:sym typeface="Roboto"/>
                </a:rPr>
                <a:t>36</a:t>
              </a:r>
              <a:r>
                <a:rPr i="0" lang="en" sz="2000" u="none" cap="none" strike="noStrike">
                  <a:solidFill>
                    <a:schemeClr val="lt1"/>
                  </a:solidFill>
                  <a:latin typeface="Roboto"/>
                  <a:ea typeface="Roboto"/>
                  <a:cs typeface="Roboto"/>
                  <a:sym typeface="Roboto"/>
                </a:rPr>
                <a:t>%</a:t>
              </a:r>
              <a:endParaRPr i="0" sz="2000" u="none" cap="none" strike="noStrike">
                <a:solidFill>
                  <a:schemeClr val="lt1"/>
                </a:solidFill>
                <a:latin typeface="Roboto"/>
                <a:ea typeface="Roboto"/>
                <a:cs typeface="Roboto"/>
                <a:sym typeface="Roboto"/>
              </a:endParaRPr>
            </a:p>
          </p:txBody>
        </p:sp>
      </p:grpSp>
      <p:grpSp>
        <p:nvGrpSpPr>
          <p:cNvPr id="503" name="Google Shape;503;p64"/>
          <p:cNvGrpSpPr/>
          <p:nvPr/>
        </p:nvGrpSpPr>
        <p:grpSpPr>
          <a:xfrm>
            <a:off x="1969672" y="3790446"/>
            <a:ext cx="1143000" cy="1504258"/>
            <a:chOff x="1969672" y="3257046"/>
            <a:chExt cx="1143000" cy="1504258"/>
          </a:xfrm>
        </p:grpSpPr>
        <p:pic>
          <p:nvPicPr>
            <p:cNvPr id="504" name="Google Shape;504;p64"/>
            <p:cNvPicPr preferRelativeResize="0"/>
            <p:nvPr/>
          </p:nvPicPr>
          <p:blipFill rotWithShape="1">
            <a:blip r:embed="rId6">
              <a:alphaModFix/>
            </a:blip>
            <a:srcRect b="0" l="0" r="0" t="0"/>
            <a:stretch/>
          </p:blipFill>
          <p:spPr>
            <a:xfrm>
              <a:off x="1969672" y="3257046"/>
              <a:ext cx="1143000" cy="1143000"/>
            </a:xfrm>
            <a:prstGeom prst="rect">
              <a:avLst/>
            </a:prstGeom>
            <a:noFill/>
            <a:ln>
              <a:noFill/>
            </a:ln>
          </p:spPr>
        </p:pic>
        <p:sp>
          <p:nvSpPr>
            <p:cNvPr id="505" name="Google Shape;505;p64"/>
            <p:cNvSpPr txBox="1"/>
            <p:nvPr/>
          </p:nvSpPr>
          <p:spPr>
            <a:xfrm>
              <a:off x="2048488" y="4304104"/>
              <a:ext cx="980700" cy="4572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lang="en" sz="2000">
                  <a:solidFill>
                    <a:schemeClr val="lt1"/>
                  </a:solidFill>
                  <a:latin typeface="Roboto"/>
                  <a:ea typeface="Roboto"/>
                  <a:cs typeface="Roboto"/>
                  <a:sym typeface="Roboto"/>
                </a:rPr>
                <a:t>8</a:t>
              </a:r>
              <a:r>
                <a:rPr i="0" lang="en" sz="2000" u="none" cap="none" strike="noStrike">
                  <a:solidFill>
                    <a:schemeClr val="lt1"/>
                  </a:solidFill>
                  <a:latin typeface="Roboto"/>
                  <a:ea typeface="Roboto"/>
                  <a:cs typeface="Roboto"/>
                  <a:sym typeface="Roboto"/>
                </a:rPr>
                <a:t>0%</a:t>
              </a:r>
              <a:endParaRPr i="0" sz="2000" u="none" cap="none" strike="noStrike">
                <a:solidFill>
                  <a:schemeClr val="lt1"/>
                </a:solidFill>
                <a:latin typeface="Roboto"/>
                <a:ea typeface="Roboto"/>
                <a:cs typeface="Roboto"/>
                <a:sym typeface="Roboto"/>
              </a:endParaRPr>
            </a:p>
          </p:txBody>
        </p:sp>
      </p:grpSp>
      <p:sp>
        <p:nvSpPr>
          <p:cNvPr id="506" name="Google Shape;506;p64"/>
          <p:cNvSpPr txBox="1"/>
          <p:nvPr/>
        </p:nvSpPr>
        <p:spPr>
          <a:xfrm>
            <a:off x="1828800" y="2858550"/>
            <a:ext cx="5233500" cy="4140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i="0" lang="en" sz="2400" u="none" cap="none" strike="noStrike">
                <a:solidFill>
                  <a:schemeClr val="lt1"/>
                </a:solidFill>
                <a:latin typeface="Roboto"/>
                <a:ea typeface="Roboto"/>
                <a:cs typeface="Roboto"/>
                <a:sym typeface="Roboto"/>
              </a:rPr>
              <a:t>managed instance group</a:t>
            </a:r>
            <a:endParaRPr i="0" sz="2400" u="none" cap="none" strike="noStrike">
              <a:solidFill>
                <a:schemeClr val="lt1"/>
              </a:solidFill>
              <a:latin typeface="Roboto"/>
              <a:ea typeface="Roboto"/>
              <a:cs typeface="Roboto"/>
              <a:sym typeface="Roboto"/>
            </a:endParaRPr>
          </a:p>
        </p:txBody>
      </p:sp>
      <p:sp>
        <p:nvSpPr>
          <p:cNvPr id="507" name="Google Shape;507;p64"/>
          <p:cNvSpPr/>
          <p:nvPr/>
        </p:nvSpPr>
        <p:spPr>
          <a:xfrm>
            <a:off x="10130925" y="3472500"/>
            <a:ext cx="6328200" cy="1920300"/>
          </a:xfrm>
          <a:prstGeom prst="roundRect">
            <a:avLst>
              <a:gd fmla="val 10938" name="adj"/>
            </a:avLst>
          </a:prstGeom>
          <a:solidFill>
            <a:srgbClr val="FFE59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508" name="Google Shape;508;p64"/>
          <p:cNvPicPr preferRelativeResize="0"/>
          <p:nvPr/>
        </p:nvPicPr>
        <p:blipFill rotWithShape="1">
          <a:blip r:embed="rId7">
            <a:alphaModFix/>
          </a:blip>
          <a:srcRect b="0" l="0" r="0" t="0"/>
          <a:stretch/>
        </p:blipFill>
        <p:spPr>
          <a:xfrm>
            <a:off x="13941255" y="3790446"/>
            <a:ext cx="1143000" cy="1143000"/>
          </a:xfrm>
          <a:prstGeom prst="rect">
            <a:avLst/>
          </a:prstGeom>
          <a:noFill/>
          <a:ln>
            <a:noFill/>
          </a:ln>
        </p:spPr>
      </p:pic>
      <p:pic>
        <p:nvPicPr>
          <p:cNvPr id="509" name="Google Shape;509;p64"/>
          <p:cNvPicPr preferRelativeResize="0"/>
          <p:nvPr/>
        </p:nvPicPr>
        <p:blipFill rotWithShape="1">
          <a:blip r:embed="rId8">
            <a:alphaModFix/>
          </a:blip>
          <a:srcRect b="0" l="0" r="0" t="0"/>
          <a:stretch/>
        </p:blipFill>
        <p:spPr>
          <a:xfrm>
            <a:off x="12733001" y="3790446"/>
            <a:ext cx="1143000" cy="1143000"/>
          </a:xfrm>
          <a:prstGeom prst="rect">
            <a:avLst/>
          </a:prstGeom>
          <a:noFill/>
          <a:ln>
            <a:noFill/>
          </a:ln>
        </p:spPr>
      </p:pic>
      <p:pic>
        <p:nvPicPr>
          <p:cNvPr id="510" name="Google Shape;510;p64"/>
          <p:cNvPicPr preferRelativeResize="0"/>
          <p:nvPr/>
        </p:nvPicPr>
        <p:blipFill rotWithShape="1">
          <a:blip r:embed="rId9">
            <a:alphaModFix/>
          </a:blip>
          <a:srcRect b="0" l="0" r="0" t="0"/>
          <a:stretch/>
        </p:blipFill>
        <p:spPr>
          <a:xfrm>
            <a:off x="15149509" y="3790446"/>
            <a:ext cx="1143000" cy="1143000"/>
          </a:xfrm>
          <a:prstGeom prst="rect">
            <a:avLst/>
          </a:prstGeom>
          <a:noFill/>
          <a:ln>
            <a:noFill/>
          </a:ln>
        </p:spPr>
      </p:pic>
      <p:pic>
        <p:nvPicPr>
          <p:cNvPr id="511" name="Google Shape;511;p64"/>
          <p:cNvPicPr preferRelativeResize="0"/>
          <p:nvPr/>
        </p:nvPicPr>
        <p:blipFill rotWithShape="1">
          <a:blip r:embed="rId10">
            <a:alphaModFix/>
          </a:blip>
          <a:srcRect b="0" l="0" r="0" t="0"/>
          <a:stretch/>
        </p:blipFill>
        <p:spPr>
          <a:xfrm>
            <a:off x="11524748" y="3790446"/>
            <a:ext cx="1143000" cy="1143000"/>
          </a:xfrm>
          <a:prstGeom prst="rect">
            <a:avLst/>
          </a:prstGeom>
          <a:noFill/>
          <a:ln>
            <a:noFill/>
          </a:ln>
        </p:spPr>
      </p:pic>
      <p:cxnSp>
        <p:nvCxnSpPr>
          <p:cNvPr id="512" name="Google Shape;512;p64"/>
          <p:cNvCxnSpPr>
            <a:stCxn id="493" idx="2"/>
            <a:endCxn id="491" idx="1"/>
          </p:cNvCxnSpPr>
          <p:nvPr/>
        </p:nvCxnSpPr>
        <p:spPr>
          <a:xfrm rot="5400000">
            <a:off x="3824575" y="5789400"/>
            <a:ext cx="2185800" cy="1387200"/>
          </a:xfrm>
          <a:prstGeom prst="curvedConnector4">
            <a:avLst>
              <a:gd fmla="val 31508" name="adj1"/>
              <a:gd fmla="val 156573" name="adj2"/>
            </a:avLst>
          </a:prstGeom>
          <a:noFill/>
          <a:ln cap="flat" cmpd="sng" w="28575">
            <a:solidFill>
              <a:srgbClr val="434343"/>
            </a:solidFill>
            <a:prstDash val="solid"/>
            <a:round/>
            <a:headEnd len="sm" w="sm" type="none"/>
            <a:tailEnd len="med" w="med" type="triangle"/>
          </a:ln>
        </p:spPr>
      </p:cxnSp>
      <p:pic>
        <p:nvPicPr>
          <p:cNvPr id="513" name="Google Shape;513;p64"/>
          <p:cNvPicPr preferRelativeResize="0"/>
          <p:nvPr/>
        </p:nvPicPr>
        <p:blipFill rotWithShape="1">
          <a:blip r:embed="rId11">
            <a:alphaModFix/>
          </a:blip>
          <a:srcRect b="0" l="0" r="0" t="0"/>
          <a:stretch/>
        </p:blipFill>
        <p:spPr>
          <a:xfrm>
            <a:off x="10316494" y="3790446"/>
            <a:ext cx="1143000" cy="1143000"/>
          </a:xfrm>
          <a:prstGeom prst="rect">
            <a:avLst/>
          </a:prstGeom>
          <a:noFill/>
          <a:ln>
            <a:noFill/>
          </a:ln>
        </p:spPr>
      </p:pic>
      <p:cxnSp>
        <p:nvCxnSpPr>
          <p:cNvPr id="514" name="Google Shape;514;p64"/>
          <p:cNvCxnSpPr>
            <a:stCxn id="491" idx="3"/>
            <a:endCxn id="507" idx="2"/>
          </p:cNvCxnSpPr>
          <p:nvPr/>
        </p:nvCxnSpPr>
        <p:spPr>
          <a:xfrm flipH="1" rot="10800000">
            <a:off x="11923975" y="5392775"/>
            <a:ext cx="1371000" cy="2183100"/>
          </a:xfrm>
          <a:prstGeom prst="curvedConnector2">
            <a:avLst/>
          </a:prstGeom>
          <a:noFill/>
          <a:ln cap="flat" cmpd="sng" w="28575">
            <a:solidFill>
              <a:srgbClr val="434343"/>
            </a:solidFill>
            <a:prstDash val="solid"/>
            <a:round/>
            <a:headEnd len="med" w="med" type="none"/>
            <a:tailEnd len="med" w="med" type="triangle"/>
          </a:ln>
        </p:spPr>
      </p:cxnSp>
      <p:grpSp>
        <p:nvGrpSpPr>
          <p:cNvPr id="515" name="Google Shape;515;p64"/>
          <p:cNvGrpSpPr/>
          <p:nvPr/>
        </p:nvGrpSpPr>
        <p:grpSpPr>
          <a:xfrm>
            <a:off x="6885858" y="3790446"/>
            <a:ext cx="1143000" cy="1504258"/>
            <a:chOff x="7184094" y="3257046"/>
            <a:chExt cx="1143000" cy="1504258"/>
          </a:xfrm>
        </p:grpSpPr>
        <p:pic>
          <p:nvPicPr>
            <p:cNvPr id="516" name="Google Shape;516;p64"/>
            <p:cNvPicPr preferRelativeResize="0"/>
            <p:nvPr/>
          </p:nvPicPr>
          <p:blipFill rotWithShape="1">
            <a:blip r:embed="rId4">
              <a:alphaModFix/>
            </a:blip>
            <a:srcRect b="0" l="0" r="0" t="0"/>
            <a:stretch/>
          </p:blipFill>
          <p:spPr>
            <a:xfrm>
              <a:off x="7184094" y="3257046"/>
              <a:ext cx="1143000" cy="1143000"/>
            </a:xfrm>
            <a:prstGeom prst="rect">
              <a:avLst/>
            </a:prstGeom>
            <a:noFill/>
            <a:ln>
              <a:noFill/>
            </a:ln>
          </p:spPr>
        </p:pic>
        <p:sp>
          <p:nvSpPr>
            <p:cNvPr id="517" name="Google Shape;517;p64"/>
            <p:cNvSpPr txBox="1"/>
            <p:nvPr/>
          </p:nvSpPr>
          <p:spPr>
            <a:xfrm>
              <a:off x="7262909" y="4304104"/>
              <a:ext cx="980700" cy="4572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lang="en" sz="2000">
                  <a:solidFill>
                    <a:schemeClr val="lt1"/>
                  </a:solidFill>
                  <a:latin typeface="Roboto"/>
                  <a:ea typeface="Roboto"/>
                  <a:cs typeface="Roboto"/>
                  <a:sym typeface="Roboto"/>
                </a:rPr>
                <a:t>73</a:t>
              </a:r>
              <a:r>
                <a:rPr i="0" lang="en" sz="2000" u="none" cap="none" strike="noStrike">
                  <a:solidFill>
                    <a:schemeClr val="lt1"/>
                  </a:solidFill>
                  <a:latin typeface="Roboto"/>
                  <a:ea typeface="Roboto"/>
                  <a:cs typeface="Roboto"/>
                  <a:sym typeface="Roboto"/>
                </a:rPr>
                <a:t>%</a:t>
              </a:r>
              <a:endParaRPr i="0" sz="2000" u="none" cap="none" strike="noStrike">
                <a:solidFill>
                  <a:schemeClr val="lt1"/>
                </a:solidFill>
                <a:latin typeface="Roboto"/>
                <a:ea typeface="Roboto"/>
                <a:cs typeface="Roboto"/>
                <a:sym typeface="Roboto"/>
              </a:endParaRPr>
            </a:p>
          </p:txBody>
        </p:sp>
      </p:grpSp>
      <p:grpSp>
        <p:nvGrpSpPr>
          <p:cNvPr id="518" name="Google Shape;518;p64"/>
          <p:cNvGrpSpPr/>
          <p:nvPr/>
        </p:nvGrpSpPr>
        <p:grpSpPr>
          <a:xfrm>
            <a:off x="8114904" y="3790446"/>
            <a:ext cx="1143000" cy="1504227"/>
            <a:chOff x="8495904" y="3257046"/>
            <a:chExt cx="1143000" cy="1504227"/>
          </a:xfrm>
        </p:grpSpPr>
        <p:pic>
          <p:nvPicPr>
            <p:cNvPr id="519" name="Google Shape;519;p64"/>
            <p:cNvPicPr preferRelativeResize="0"/>
            <p:nvPr/>
          </p:nvPicPr>
          <p:blipFill rotWithShape="1">
            <a:blip r:embed="rId5">
              <a:alphaModFix/>
            </a:blip>
            <a:srcRect b="0" l="0" r="0" t="0"/>
            <a:stretch/>
          </p:blipFill>
          <p:spPr>
            <a:xfrm>
              <a:off x="8495904" y="3257046"/>
              <a:ext cx="1143000" cy="1143000"/>
            </a:xfrm>
            <a:prstGeom prst="rect">
              <a:avLst/>
            </a:prstGeom>
            <a:noFill/>
            <a:ln>
              <a:noFill/>
            </a:ln>
          </p:spPr>
        </p:pic>
        <p:sp>
          <p:nvSpPr>
            <p:cNvPr id="520" name="Google Shape;520;p64"/>
            <p:cNvSpPr txBox="1"/>
            <p:nvPr/>
          </p:nvSpPr>
          <p:spPr>
            <a:xfrm>
              <a:off x="8574719" y="4304073"/>
              <a:ext cx="980700" cy="4572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lang="en" sz="2000">
                  <a:solidFill>
                    <a:schemeClr val="lt1"/>
                  </a:solidFill>
                  <a:latin typeface="Roboto"/>
                  <a:ea typeface="Roboto"/>
                  <a:cs typeface="Roboto"/>
                  <a:sym typeface="Roboto"/>
                </a:rPr>
                <a:t>4</a:t>
              </a:r>
              <a:r>
                <a:rPr lang="en" sz="2000">
                  <a:solidFill>
                    <a:schemeClr val="lt1"/>
                  </a:solidFill>
                  <a:latin typeface="Roboto"/>
                  <a:ea typeface="Roboto"/>
                  <a:cs typeface="Roboto"/>
                  <a:sym typeface="Roboto"/>
                </a:rPr>
                <a:t>6</a:t>
              </a:r>
              <a:r>
                <a:rPr i="0" lang="en" sz="2000" u="none" cap="none" strike="noStrike">
                  <a:solidFill>
                    <a:schemeClr val="lt1"/>
                  </a:solidFill>
                  <a:latin typeface="Roboto"/>
                  <a:ea typeface="Roboto"/>
                  <a:cs typeface="Roboto"/>
                  <a:sym typeface="Roboto"/>
                </a:rPr>
                <a:t>%</a:t>
              </a:r>
              <a:endParaRPr i="0" sz="2000" u="none" cap="none" strike="noStrike">
                <a:solidFill>
                  <a:schemeClr val="lt1"/>
                </a:solidFill>
                <a:latin typeface="Roboto"/>
                <a:ea typeface="Roboto"/>
                <a:cs typeface="Roboto"/>
                <a:sym typeface="Roboto"/>
              </a:endParaRPr>
            </a:p>
          </p:txBody>
        </p:sp>
      </p:grpSp>
      <p:sp>
        <p:nvSpPr>
          <p:cNvPr id="521" name="Google Shape;521;p64"/>
          <p:cNvSpPr txBox="1"/>
          <p:nvPr>
            <p:ph type="title"/>
          </p:nvPr>
        </p:nvSpPr>
        <p:spPr>
          <a:xfrm>
            <a:off x="1672475" y="1154875"/>
            <a:ext cx="147753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Scale-in policy decision</a:t>
            </a:r>
            <a:endParaRPr/>
          </a:p>
        </p:txBody>
      </p:sp>
      <p:sp>
        <p:nvSpPr>
          <p:cNvPr id="522" name="Google Shape;522;p64"/>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12">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6" name="Shape 526"/>
        <p:cNvGrpSpPr/>
        <p:nvPr/>
      </p:nvGrpSpPr>
      <p:grpSpPr>
        <a:xfrm>
          <a:off x="0" y="0"/>
          <a:ext cx="0" cy="0"/>
          <a:chOff x="0" y="0"/>
          <a:chExt cx="0" cy="0"/>
        </a:xfrm>
      </p:grpSpPr>
      <p:sp>
        <p:nvSpPr>
          <p:cNvPr id="527" name="Google Shape;527;p65"/>
          <p:cNvSpPr txBox="1"/>
          <p:nvPr>
            <p:ph idx="1" type="body"/>
          </p:nvPr>
        </p:nvSpPr>
        <p:spPr>
          <a:xfrm>
            <a:off x="1701275" y="2432125"/>
            <a:ext cx="7589400" cy="677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Compute Options in the Cloud</a:t>
            </a:r>
            <a:endParaRPr/>
          </a:p>
          <a:p>
            <a:pPr indent="0" lvl="0" marL="0" rtl="0" algn="l">
              <a:spcBef>
                <a:spcPts val="2900"/>
              </a:spcBef>
              <a:spcAft>
                <a:spcPts val="0"/>
              </a:spcAft>
              <a:buNone/>
            </a:pPr>
            <a:r>
              <a:rPr lang="en"/>
              <a:t>Exploring IaaS with Compute Engine</a:t>
            </a:r>
            <a:endParaRPr/>
          </a:p>
          <a:p>
            <a:pPr indent="0" lvl="0" marL="0" rtl="0" algn="l">
              <a:spcBef>
                <a:spcPts val="2900"/>
              </a:spcBef>
              <a:spcAft>
                <a:spcPts val="0"/>
              </a:spcAft>
              <a:buNone/>
            </a:pPr>
            <a:r>
              <a:rPr lang="en"/>
              <a:t>Lab: Creating a Virtual Machine</a:t>
            </a:r>
            <a:endParaRPr/>
          </a:p>
          <a:p>
            <a:pPr indent="0" lvl="0" marL="0" rtl="0" algn="l">
              <a:spcBef>
                <a:spcPts val="2900"/>
              </a:spcBef>
              <a:spcAft>
                <a:spcPts val="0"/>
              </a:spcAft>
              <a:buNone/>
            </a:pPr>
            <a:r>
              <a:rPr lang="en"/>
              <a:t>Configuring Elastic Apps with Autoscaling</a:t>
            </a:r>
            <a:endParaRPr/>
          </a:p>
          <a:p>
            <a:pPr indent="0" lvl="0" marL="0" rtl="0" algn="l">
              <a:spcBef>
                <a:spcPts val="2900"/>
              </a:spcBef>
              <a:spcAft>
                <a:spcPts val="0"/>
              </a:spcAft>
              <a:buNone/>
            </a:pPr>
            <a:r>
              <a:rPr lang="en">
                <a:solidFill>
                  <a:schemeClr val="accent2"/>
                </a:solidFill>
              </a:rPr>
              <a:t>Exploring PaaS with App Engine</a:t>
            </a:r>
            <a:endParaRPr>
              <a:solidFill>
                <a:schemeClr val="accent2"/>
              </a:solidFill>
            </a:endParaRPr>
          </a:p>
          <a:p>
            <a:pPr indent="0" lvl="0" marL="0" rtl="0" algn="l">
              <a:spcBef>
                <a:spcPts val="2900"/>
              </a:spcBef>
              <a:spcAft>
                <a:spcPts val="2900"/>
              </a:spcAft>
              <a:buNone/>
            </a:pPr>
            <a:r>
              <a:rPr lang="en"/>
              <a:t>Lab: App Engine: Qwik Start - Python</a:t>
            </a:r>
            <a:endParaRPr/>
          </a:p>
        </p:txBody>
      </p:sp>
      <p:sp>
        <p:nvSpPr>
          <p:cNvPr id="528" name="Google Shape;528;p65"/>
          <p:cNvSpPr txBox="1"/>
          <p:nvPr>
            <p:ph type="title"/>
          </p:nvPr>
        </p:nvSpPr>
        <p:spPr>
          <a:xfrm>
            <a:off x="1672475" y="1154875"/>
            <a:ext cx="74865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Agenda</a:t>
            </a:r>
            <a:endParaRPr/>
          </a:p>
        </p:txBody>
      </p:sp>
      <p:sp>
        <p:nvSpPr>
          <p:cNvPr id="529" name="Google Shape;529;p65"/>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3">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3" name="Shape 533"/>
        <p:cNvGrpSpPr/>
        <p:nvPr/>
      </p:nvGrpSpPr>
      <p:grpSpPr>
        <a:xfrm>
          <a:off x="0" y="0"/>
          <a:ext cx="0" cy="0"/>
          <a:chOff x="0" y="0"/>
          <a:chExt cx="0" cy="0"/>
        </a:xfrm>
      </p:grpSpPr>
      <p:sp>
        <p:nvSpPr>
          <p:cNvPr id="534" name="Google Shape;534;p66"/>
          <p:cNvSpPr txBox="1"/>
          <p:nvPr>
            <p:ph type="title"/>
          </p:nvPr>
        </p:nvSpPr>
        <p:spPr>
          <a:xfrm>
            <a:off x="1672475" y="1154875"/>
            <a:ext cx="147753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Where App Engine fits within Google Cloud</a:t>
            </a:r>
            <a:endParaRPr/>
          </a:p>
        </p:txBody>
      </p:sp>
      <p:sp>
        <p:nvSpPr>
          <p:cNvPr id="535" name="Google Shape;535;p66"/>
          <p:cNvSpPr/>
          <p:nvPr/>
        </p:nvSpPr>
        <p:spPr>
          <a:xfrm>
            <a:off x="2277600" y="6136336"/>
            <a:ext cx="13739100" cy="828000"/>
          </a:xfrm>
          <a:prstGeom prst="rect">
            <a:avLst/>
          </a:prstGeom>
          <a:solidFill>
            <a:srgbClr val="FFF2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p66"/>
          <p:cNvSpPr txBox="1"/>
          <p:nvPr/>
        </p:nvSpPr>
        <p:spPr>
          <a:xfrm>
            <a:off x="2381777" y="6188492"/>
            <a:ext cx="3233400" cy="733200"/>
          </a:xfrm>
          <a:prstGeom prst="rect">
            <a:avLst/>
          </a:prstGeom>
          <a:solidFill>
            <a:srgbClr val="FFF2CC"/>
          </a:solidFill>
          <a:ln>
            <a:noFill/>
          </a:ln>
        </p:spPr>
        <p:txBody>
          <a:bodyPr anchorCtr="0" anchor="ctr" bIns="137150" lIns="137150" spcFirstLastPara="1" rIns="137150" wrap="square" tIns="137150">
            <a:noAutofit/>
          </a:bodyPr>
          <a:lstStyle/>
          <a:p>
            <a:pPr indent="0" lvl="0" marL="0" rtl="0" algn="ctr">
              <a:spcBef>
                <a:spcPts val="0"/>
              </a:spcBef>
              <a:spcAft>
                <a:spcPts val="0"/>
              </a:spcAft>
              <a:buNone/>
            </a:pPr>
            <a:r>
              <a:rPr lang="en" sz="2800">
                <a:solidFill>
                  <a:schemeClr val="lt1"/>
                </a:solidFill>
                <a:latin typeface="Google Sans"/>
                <a:ea typeface="Google Sans"/>
                <a:cs typeface="Google Sans"/>
                <a:sym typeface="Google Sans"/>
              </a:rPr>
              <a:t>IaaS</a:t>
            </a:r>
            <a:endParaRPr sz="2800">
              <a:solidFill>
                <a:schemeClr val="lt1"/>
              </a:solidFill>
              <a:latin typeface="Google Sans"/>
              <a:ea typeface="Google Sans"/>
              <a:cs typeface="Google Sans"/>
              <a:sym typeface="Google Sans"/>
            </a:endParaRPr>
          </a:p>
        </p:txBody>
      </p:sp>
      <p:sp>
        <p:nvSpPr>
          <p:cNvPr id="537" name="Google Shape;537;p66"/>
          <p:cNvSpPr txBox="1"/>
          <p:nvPr/>
        </p:nvSpPr>
        <p:spPr>
          <a:xfrm>
            <a:off x="2277600" y="7272526"/>
            <a:ext cx="3338700" cy="1642800"/>
          </a:xfrm>
          <a:prstGeom prst="rect">
            <a:avLst/>
          </a:prstGeom>
          <a:noFill/>
          <a:ln>
            <a:noFill/>
          </a:ln>
        </p:spPr>
        <p:txBody>
          <a:bodyPr anchorCtr="0" anchor="t" bIns="0" lIns="182875" spcFirstLastPara="1" rIns="182875" wrap="square" tIns="0">
            <a:noAutofit/>
          </a:bodyPr>
          <a:lstStyle/>
          <a:p>
            <a:pPr indent="0" lvl="0" marL="0" rtl="0" algn="l">
              <a:spcBef>
                <a:spcPts val="0"/>
              </a:spcBef>
              <a:spcAft>
                <a:spcPts val="0"/>
              </a:spcAft>
              <a:buNone/>
            </a:pPr>
            <a:r>
              <a:rPr lang="en" sz="2000">
                <a:solidFill>
                  <a:schemeClr val="lt1"/>
                </a:solidFill>
                <a:latin typeface="Roboto"/>
                <a:ea typeface="Roboto"/>
                <a:cs typeface="Roboto"/>
                <a:sym typeface="Roboto"/>
              </a:rPr>
              <a:t>Virtual machines with industry-leading price/performance</a:t>
            </a:r>
            <a:endParaRPr sz="2000">
              <a:solidFill>
                <a:schemeClr val="lt1"/>
              </a:solidFill>
              <a:latin typeface="Roboto"/>
              <a:ea typeface="Roboto"/>
              <a:cs typeface="Roboto"/>
              <a:sym typeface="Roboto"/>
            </a:endParaRPr>
          </a:p>
        </p:txBody>
      </p:sp>
      <p:sp>
        <p:nvSpPr>
          <p:cNvPr id="538" name="Google Shape;538;p66"/>
          <p:cNvSpPr txBox="1"/>
          <p:nvPr/>
        </p:nvSpPr>
        <p:spPr>
          <a:xfrm>
            <a:off x="12688721" y="6188504"/>
            <a:ext cx="3338700" cy="733200"/>
          </a:xfrm>
          <a:prstGeom prst="rect">
            <a:avLst/>
          </a:prstGeom>
          <a:solidFill>
            <a:srgbClr val="FFF2CC"/>
          </a:solidFill>
          <a:ln>
            <a:noFill/>
          </a:ln>
        </p:spPr>
        <p:txBody>
          <a:bodyPr anchorCtr="0" anchor="ctr" bIns="137150" lIns="137150" spcFirstLastPara="1" rIns="137150" wrap="square" tIns="137150">
            <a:noAutofit/>
          </a:bodyPr>
          <a:lstStyle/>
          <a:p>
            <a:pPr indent="0" lvl="0" marL="0" rtl="0" algn="ctr">
              <a:spcBef>
                <a:spcPts val="0"/>
              </a:spcBef>
              <a:spcAft>
                <a:spcPts val="0"/>
              </a:spcAft>
              <a:buNone/>
            </a:pPr>
            <a:r>
              <a:rPr lang="en" sz="2800">
                <a:solidFill>
                  <a:schemeClr val="lt1"/>
                </a:solidFill>
                <a:latin typeface="Google Sans"/>
                <a:ea typeface="Google Sans"/>
                <a:cs typeface="Google Sans"/>
                <a:sym typeface="Google Sans"/>
              </a:rPr>
              <a:t>Hybrid</a:t>
            </a:r>
            <a:endParaRPr sz="2800">
              <a:solidFill>
                <a:schemeClr val="lt1"/>
              </a:solidFill>
              <a:latin typeface="Google Sans"/>
              <a:ea typeface="Google Sans"/>
              <a:cs typeface="Google Sans"/>
              <a:sym typeface="Google Sans"/>
            </a:endParaRPr>
          </a:p>
        </p:txBody>
      </p:sp>
      <p:sp>
        <p:nvSpPr>
          <p:cNvPr id="539" name="Google Shape;539;p66"/>
          <p:cNvSpPr txBox="1"/>
          <p:nvPr/>
        </p:nvSpPr>
        <p:spPr>
          <a:xfrm>
            <a:off x="12680250" y="7272526"/>
            <a:ext cx="3337500" cy="1642800"/>
          </a:xfrm>
          <a:prstGeom prst="rect">
            <a:avLst/>
          </a:prstGeom>
          <a:noFill/>
          <a:ln>
            <a:noFill/>
          </a:ln>
        </p:spPr>
        <p:txBody>
          <a:bodyPr anchorCtr="0" anchor="t" bIns="0" lIns="182875" spcFirstLastPara="1" rIns="182875" wrap="square" tIns="0">
            <a:noAutofit/>
          </a:bodyPr>
          <a:lstStyle/>
          <a:p>
            <a:pPr indent="0" lvl="0" marL="0" rtl="0" algn="l">
              <a:spcBef>
                <a:spcPts val="0"/>
              </a:spcBef>
              <a:spcAft>
                <a:spcPts val="0"/>
              </a:spcAft>
              <a:buNone/>
            </a:pPr>
            <a:r>
              <a:rPr lang="en" sz="2000">
                <a:solidFill>
                  <a:schemeClr val="lt1"/>
                </a:solidFill>
                <a:latin typeface="Roboto"/>
                <a:ea typeface="Roboto"/>
                <a:cs typeface="Roboto"/>
                <a:sym typeface="Roboto"/>
              </a:rPr>
              <a:t>Cluster manager and orchestration engine built on Google’s container experience</a:t>
            </a:r>
            <a:endParaRPr sz="2000">
              <a:solidFill>
                <a:schemeClr val="lt1"/>
              </a:solidFill>
              <a:latin typeface="Roboto"/>
              <a:ea typeface="Roboto"/>
              <a:cs typeface="Roboto"/>
              <a:sym typeface="Roboto"/>
            </a:endParaRPr>
          </a:p>
        </p:txBody>
      </p:sp>
      <p:pic>
        <p:nvPicPr>
          <p:cNvPr id="540" name="Google Shape;540;p66"/>
          <p:cNvPicPr preferRelativeResize="0"/>
          <p:nvPr/>
        </p:nvPicPr>
        <p:blipFill rotWithShape="1">
          <a:blip r:embed="rId3">
            <a:alphaModFix/>
          </a:blip>
          <a:srcRect b="0" l="0" r="0" t="0"/>
          <a:stretch/>
        </p:blipFill>
        <p:spPr>
          <a:xfrm>
            <a:off x="3051075" y="3044622"/>
            <a:ext cx="1719089" cy="1720541"/>
          </a:xfrm>
          <a:prstGeom prst="rect">
            <a:avLst/>
          </a:prstGeom>
          <a:noFill/>
          <a:ln>
            <a:noFill/>
          </a:ln>
        </p:spPr>
      </p:pic>
      <p:sp>
        <p:nvSpPr>
          <p:cNvPr id="541" name="Google Shape;541;p66"/>
          <p:cNvSpPr txBox="1"/>
          <p:nvPr/>
        </p:nvSpPr>
        <p:spPr>
          <a:xfrm>
            <a:off x="5606204" y="6188492"/>
            <a:ext cx="3511200" cy="733200"/>
          </a:xfrm>
          <a:prstGeom prst="rect">
            <a:avLst/>
          </a:prstGeom>
          <a:solidFill>
            <a:srgbClr val="FFF2CC"/>
          </a:solidFill>
          <a:ln>
            <a:noFill/>
          </a:ln>
        </p:spPr>
        <p:txBody>
          <a:bodyPr anchorCtr="0" anchor="ctr" bIns="137150" lIns="137150" spcFirstLastPara="1" rIns="137150" wrap="square" tIns="137150">
            <a:noAutofit/>
          </a:bodyPr>
          <a:lstStyle/>
          <a:p>
            <a:pPr indent="0" lvl="0" marL="0" rtl="0" algn="ctr">
              <a:spcBef>
                <a:spcPts val="0"/>
              </a:spcBef>
              <a:spcAft>
                <a:spcPts val="0"/>
              </a:spcAft>
              <a:buNone/>
            </a:pPr>
            <a:r>
              <a:rPr lang="en" sz="2800">
                <a:solidFill>
                  <a:schemeClr val="lt1"/>
                </a:solidFill>
                <a:latin typeface="Google Sans"/>
                <a:ea typeface="Google Sans"/>
                <a:cs typeface="Google Sans"/>
                <a:sym typeface="Google Sans"/>
              </a:rPr>
              <a:t>PaaS</a:t>
            </a:r>
            <a:endParaRPr sz="2800">
              <a:solidFill>
                <a:schemeClr val="lt1"/>
              </a:solidFill>
              <a:latin typeface="Google Sans"/>
              <a:ea typeface="Google Sans"/>
              <a:cs typeface="Google Sans"/>
              <a:sym typeface="Google Sans"/>
            </a:endParaRPr>
          </a:p>
        </p:txBody>
      </p:sp>
      <p:sp>
        <p:nvSpPr>
          <p:cNvPr id="542" name="Google Shape;542;p66"/>
          <p:cNvSpPr txBox="1"/>
          <p:nvPr/>
        </p:nvSpPr>
        <p:spPr>
          <a:xfrm>
            <a:off x="9212088" y="6188492"/>
            <a:ext cx="3302100" cy="733200"/>
          </a:xfrm>
          <a:prstGeom prst="rect">
            <a:avLst/>
          </a:prstGeom>
          <a:solidFill>
            <a:srgbClr val="FFF2CC"/>
          </a:solidFill>
          <a:ln>
            <a:noFill/>
          </a:ln>
        </p:spPr>
        <p:txBody>
          <a:bodyPr anchorCtr="0" anchor="ctr" bIns="137150" lIns="137150" spcFirstLastPara="1" rIns="137150" wrap="square" tIns="137150">
            <a:noAutofit/>
          </a:bodyPr>
          <a:lstStyle/>
          <a:p>
            <a:pPr indent="0" lvl="0" marL="0" rtl="0" algn="ctr">
              <a:spcBef>
                <a:spcPts val="0"/>
              </a:spcBef>
              <a:spcAft>
                <a:spcPts val="0"/>
              </a:spcAft>
              <a:buNone/>
            </a:pPr>
            <a:r>
              <a:rPr lang="en" sz="2800">
                <a:solidFill>
                  <a:schemeClr val="lt1"/>
                </a:solidFill>
                <a:latin typeface="Google Sans"/>
                <a:ea typeface="Google Sans"/>
                <a:cs typeface="Google Sans"/>
                <a:sym typeface="Google Sans"/>
              </a:rPr>
              <a:t>Serverless logic</a:t>
            </a:r>
            <a:endParaRPr sz="2800">
              <a:solidFill>
                <a:schemeClr val="lt1"/>
              </a:solidFill>
              <a:latin typeface="Google Sans"/>
              <a:ea typeface="Google Sans"/>
              <a:cs typeface="Google Sans"/>
              <a:sym typeface="Google Sans"/>
            </a:endParaRPr>
          </a:p>
        </p:txBody>
      </p:sp>
      <p:sp>
        <p:nvSpPr>
          <p:cNvPr id="543" name="Google Shape;543;p66"/>
          <p:cNvSpPr txBox="1"/>
          <p:nvPr/>
        </p:nvSpPr>
        <p:spPr>
          <a:xfrm>
            <a:off x="5606200" y="7272525"/>
            <a:ext cx="3337500" cy="1642800"/>
          </a:xfrm>
          <a:prstGeom prst="rect">
            <a:avLst/>
          </a:prstGeom>
          <a:noFill/>
          <a:ln>
            <a:noFill/>
          </a:ln>
        </p:spPr>
        <p:txBody>
          <a:bodyPr anchorCtr="0" anchor="t" bIns="0" lIns="182875" spcFirstLastPara="1" rIns="182875" wrap="square" tIns="0">
            <a:noAutofit/>
          </a:bodyPr>
          <a:lstStyle/>
          <a:p>
            <a:pPr indent="0" lvl="0" marL="0" rtl="0" algn="l">
              <a:spcBef>
                <a:spcPts val="0"/>
              </a:spcBef>
              <a:spcAft>
                <a:spcPts val="0"/>
              </a:spcAft>
              <a:buNone/>
            </a:pPr>
            <a:r>
              <a:rPr lang="en" sz="2000">
                <a:solidFill>
                  <a:schemeClr val="lt1"/>
                </a:solidFill>
                <a:latin typeface="Roboto"/>
                <a:ea typeface="Roboto"/>
                <a:cs typeface="Roboto"/>
                <a:sym typeface="Roboto"/>
              </a:rPr>
              <a:t>A flexible, zero ops platform for building highly available apps</a:t>
            </a:r>
            <a:endParaRPr sz="2000">
              <a:solidFill>
                <a:schemeClr val="lt1"/>
              </a:solidFill>
              <a:latin typeface="Roboto"/>
              <a:ea typeface="Roboto"/>
              <a:cs typeface="Roboto"/>
              <a:sym typeface="Roboto"/>
            </a:endParaRPr>
          </a:p>
        </p:txBody>
      </p:sp>
      <p:sp>
        <p:nvSpPr>
          <p:cNvPr id="544" name="Google Shape;544;p66"/>
          <p:cNvSpPr txBox="1"/>
          <p:nvPr/>
        </p:nvSpPr>
        <p:spPr>
          <a:xfrm>
            <a:off x="9138925" y="7272525"/>
            <a:ext cx="3338700" cy="1642800"/>
          </a:xfrm>
          <a:prstGeom prst="rect">
            <a:avLst/>
          </a:prstGeom>
          <a:noFill/>
          <a:ln>
            <a:noFill/>
          </a:ln>
        </p:spPr>
        <p:txBody>
          <a:bodyPr anchorCtr="0" anchor="t" bIns="0" lIns="182875" spcFirstLastPara="1" rIns="182875" wrap="square" tIns="0">
            <a:noAutofit/>
          </a:bodyPr>
          <a:lstStyle/>
          <a:p>
            <a:pPr indent="0" lvl="0" marL="0" rtl="0" algn="l">
              <a:spcBef>
                <a:spcPts val="0"/>
              </a:spcBef>
              <a:spcAft>
                <a:spcPts val="0"/>
              </a:spcAft>
              <a:buNone/>
            </a:pPr>
            <a:r>
              <a:rPr lang="en" sz="2000">
                <a:solidFill>
                  <a:schemeClr val="lt1"/>
                </a:solidFill>
                <a:latin typeface="Roboto"/>
                <a:ea typeface="Roboto"/>
                <a:cs typeface="Roboto"/>
                <a:sym typeface="Roboto"/>
              </a:rPr>
              <a:t>A lightweight fully managed serverless execution environment for building and connecting cloud services</a:t>
            </a:r>
            <a:endParaRPr sz="2000">
              <a:solidFill>
                <a:schemeClr val="lt1"/>
              </a:solidFill>
              <a:latin typeface="Roboto"/>
              <a:ea typeface="Roboto"/>
              <a:cs typeface="Roboto"/>
              <a:sym typeface="Roboto"/>
            </a:endParaRPr>
          </a:p>
        </p:txBody>
      </p:sp>
      <p:pic>
        <p:nvPicPr>
          <p:cNvPr id="545" name="Google Shape;545;p66"/>
          <p:cNvPicPr preferRelativeResize="0"/>
          <p:nvPr/>
        </p:nvPicPr>
        <p:blipFill rotWithShape="1">
          <a:blip r:embed="rId4">
            <a:alphaModFix/>
          </a:blip>
          <a:srcRect b="0" l="0" r="0" t="0"/>
          <a:stretch/>
        </p:blipFill>
        <p:spPr>
          <a:xfrm>
            <a:off x="10071562" y="3050314"/>
            <a:ext cx="1719089" cy="1720541"/>
          </a:xfrm>
          <a:prstGeom prst="rect">
            <a:avLst/>
          </a:prstGeom>
          <a:noFill/>
          <a:ln>
            <a:noFill/>
          </a:ln>
        </p:spPr>
      </p:pic>
      <p:pic>
        <p:nvPicPr>
          <p:cNvPr id="546" name="Google Shape;546;p66"/>
          <p:cNvPicPr preferRelativeResize="0"/>
          <p:nvPr/>
        </p:nvPicPr>
        <p:blipFill rotWithShape="1">
          <a:blip r:embed="rId5">
            <a:alphaModFix/>
          </a:blip>
          <a:srcRect b="0" l="0" r="0" t="0"/>
          <a:stretch/>
        </p:blipFill>
        <p:spPr>
          <a:xfrm>
            <a:off x="6561171" y="3044622"/>
            <a:ext cx="1719089" cy="1720541"/>
          </a:xfrm>
          <a:prstGeom prst="rect">
            <a:avLst/>
          </a:prstGeom>
          <a:noFill/>
          <a:ln>
            <a:noFill/>
          </a:ln>
        </p:spPr>
      </p:pic>
      <p:pic>
        <p:nvPicPr>
          <p:cNvPr id="547" name="Google Shape;547;p66"/>
          <p:cNvPicPr preferRelativeResize="0"/>
          <p:nvPr/>
        </p:nvPicPr>
        <p:blipFill rotWithShape="1">
          <a:blip r:embed="rId6">
            <a:alphaModFix/>
          </a:blip>
          <a:srcRect b="0" l="0" r="0" t="0"/>
          <a:stretch/>
        </p:blipFill>
        <p:spPr>
          <a:xfrm>
            <a:off x="13643693" y="3044622"/>
            <a:ext cx="1719089" cy="1720541"/>
          </a:xfrm>
          <a:prstGeom prst="rect">
            <a:avLst/>
          </a:prstGeom>
          <a:noFill/>
          <a:ln>
            <a:noFill/>
          </a:ln>
        </p:spPr>
      </p:pic>
      <p:sp>
        <p:nvSpPr>
          <p:cNvPr id="548" name="Google Shape;548;p66"/>
          <p:cNvSpPr/>
          <p:nvPr/>
        </p:nvSpPr>
        <p:spPr>
          <a:xfrm>
            <a:off x="2277600" y="4845930"/>
            <a:ext cx="13739100" cy="1118100"/>
          </a:xfrm>
          <a:prstGeom prst="rect">
            <a:avLst/>
          </a:prstGeom>
          <a:solidFill>
            <a:srgbClr val="B7D1FA">
              <a:alpha val="498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p66"/>
          <p:cNvSpPr txBox="1"/>
          <p:nvPr/>
        </p:nvSpPr>
        <p:spPr>
          <a:xfrm>
            <a:off x="2277600" y="4838239"/>
            <a:ext cx="3233400" cy="1115100"/>
          </a:xfrm>
          <a:prstGeom prst="rect">
            <a:avLst/>
          </a:prstGeom>
          <a:noFill/>
          <a:ln>
            <a:noFill/>
          </a:ln>
        </p:spPr>
        <p:txBody>
          <a:bodyPr anchorCtr="0" anchor="ctr" bIns="137150" lIns="137150" spcFirstLastPara="1" rIns="137150" wrap="square" tIns="137150">
            <a:noAutofit/>
          </a:bodyPr>
          <a:lstStyle/>
          <a:p>
            <a:pPr indent="0" lvl="0" marL="0" rtl="0" algn="ctr">
              <a:spcBef>
                <a:spcPts val="0"/>
              </a:spcBef>
              <a:spcAft>
                <a:spcPts val="0"/>
              </a:spcAft>
              <a:buNone/>
            </a:pPr>
            <a:r>
              <a:rPr lang="en" sz="2800">
                <a:solidFill>
                  <a:schemeClr val="lt1"/>
                </a:solidFill>
                <a:latin typeface="Google Sans"/>
                <a:ea typeface="Google Sans"/>
                <a:cs typeface="Google Sans"/>
                <a:sym typeface="Google Sans"/>
              </a:rPr>
              <a:t>Compute Engine</a:t>
            </a:r>
            <a:endParaRPr sz="2800">
              <a:solidFill>
                <a:schemeClr val="lt1"/>
              </a:solidFill>
              <a:latin typeface="Google Sans"/>
              <a:ea typeface="Google Sans"/>
              <a:cs typeface="Google Sans"/>
              <a:sym typeface="Google Sans"/>
            </a:endParaRPr>
          </a:p>
        </p:txBody>
      </p:sp>
      <p:sp>
        <p:nvSpPr>
          <p:cNvPr id="550" name="Google Shape;550;p66"/>
          <p:cNvSpPr txBox="1"/>
          <p:nvPr/>
        </p:nvSpPr>
        <p:spPr>
          <a:xfrm>
            <a:off x="12688721" y="4841720"/>
            <a:ext cx="3338700" cy="1115100"/>
          </a:xfrm>
          <a:prstGeom prst="rect">
            <a:avLst/>
          </a:prstGeom>
          <a:noFill/>
          <a:ln>
            <a:noFill/>
          </a:ln>
        </p:spPr>
        <p:txBody>
          <a:bodyPr anchorCtr="0" anchor="ctr" bIns="137150" lIns="137150" spcFirstLastPara="1" rIns="137150" wrap="square" tIns="137150">
            <a:noAutofit/>
          </a:bodyPr>
          <a:lstStyle/>
          <a:p>
            <a:pPr indent="0" lvl="0" marL="0" rtl="0" algn="ctr">
              <a:spcBef>
                <a:spcPts val="0"/>
              </a:spcBef>
              <a:spcAft>
                <a:spcPts val="0"/>
              </a:spcAft>
              <a:buNone/>
            </a:pPr>
            <a:r>
              <a:rPr lang="en" sz="2800">
                <a:solidFill>
                  <a:schemeClr val="lt1"/>
                </a:solidFill>
                <a:latin typeface="Google Sans"/>
                <a:ea typeface="Google Sans"/>
                <a:cs typeface="Google Sans"/>
                <a:sym typeface="Google Sans"/>
              </a:rPr>
              <a:t>Google Kubernetes Engine</a:t>
            </a:r>
            <a:endParaRPr sz="2800">
              <a:solidFill>
                <a:schemeClr val="lt1"/>
              </a:solidFill>
              <a:latin typeface="Google Sans"/>
              <a:ea typeface="Google Sans"/>
              <a:cs typeface="Google Sans"/>
              <a:sym typeface="Google Sans"/>
            </a:endParaRPr>
          </a:p>
        </p:txBody>
      </p:sp>
      <p:sp>
        <p:nvSpPr>
          <p:cNvPr id="551" name="Google Shape;551;p66"/>
          <p:cNvSpPr txBox="1"/>
          <p:nvPr/>
        </p:nvSpPr>
        <p:spPr>
          <a:xfrm>
            <a:off x="5606204" y="4841726"/>
            <a:ext cx="3511200" cy="1115100"/>
          </a:xfrm>
          <a:prstGeom prst="rect">
            <a:avLst/>
          </a:prstGeom>
          <a:noFill/>
          <a:ln>
            <a:noFill/>
          </a:ln>
        </p:spPr>
        <p:txBody>
          <a:bodyPr anchorCtr="0" anchor="ctr" bIns="137150" lIns="137150" spcFirstLastPara="1" rIns="137150" wrap="square" tIns="137150">
            <a:noAutofit/>
          </a:bodyPr>
          <a:lstStyle/>
          <a:p>
            <a:pPr indent="0" lvl="0" marL="0" rtl="0" algn="ctr">
              <a:spcBef>
                <a:spcPts val="0"/>
              </a:spcBef>
              <a:spcAft>
                <a:spcPts val="0"/>
              </a:spcAft>
              <a:buNone/>
            </a:pPr>
            <a:r>
              <a:rPr lang="en" sz="2800">
                <a:solidFill>
                  <a:schemeClr val="lt1"/>
                </a:solidFill>
                <a:latin typeface="Google Sans"/>
                <a:ea typeface="Google Sans"/>
                <a:cs typeface="Google Sans"/>
                <a:sym typeface="Google Sans"/>
              </a:rPr>
              <a:t>App Engine</a:t>
            </a:r>
            <a:endParaRPr sz="2800">
              <a:solidFill>
                <a:schemeClr val="lt1"/>
              </a:solidFill>
              <a:latin typeface="Google Sans"/>
              <a:ea typeface="Google Sans"/>
              <a:cs typeface="Google Sans"/>
              <a:sym typeface="Google Sans"/>
            </a:endParaRPr>
          </a:p>
        </p:txBody>
      </p:sp>
      <p:sp>
        <p:nvSpPr>
          <p:cNvPr id="552" name="Google Shape;552;p66"/>
          <p:cNvSpPr txBox="1"/>
          <p:nvPr/>
        </p:nvSpPr>
        <p:spPr>
          <a:xfrm>
            <a:off x="9212088" y="4841726"/>
            <a:ext cx="3302100" cy="1115100"/>
          </a:xfrm>
          <a:prstGeom prst="rect">
            <a:avLst/>
          </a:prstGeom>
          <a:noFill/>
          <a:ln>
            <a:noFill/>
          </a:ln>
        </p:spPr>
        <p:txBody>
          <a:bodyPr anchorCtr="0" anchor="ctr" bIns="137150" lIns="137150" spcFirstLastPara="1" rIns="137150" wrap="square" tIns="137150">
            <a:noAutofit/>
          </a:bodyPr>
          <a:lstStyle/>
          <a:p>
            <a:pPr indent="0" lvl="0" marL="0" rtl="0" algn="ctr">
              <a:spcBef>
                <a:spcPts val="0"/>
              </a:spcBef>
              <a:spcAft>
                <a:spcPts val="0"/>
              </a:spcAft>
              <a:buNone/>
            </a:pPr>
            <a:r>
              <a:rPr lang="en" sz="2800">
                <a:solidFill>
                  <a:schemeClr val="lt1"/>
                </a:solidFill>
                <a:latin typeface="Google Sans"/>
                <a:ea typeface="Google Sans"/>
                <a:cs typeface="Google Sans"/>
                <a:sym typeface="Google Sans"/>
              </a:rPr>
              <a:t>Cloud Functions</a:t>
            </a:r>
            <a:endParaRPr sz="2800">
              <a:solidFill>
                <a:schemeClr val="lt1"/>
              </a:solidFill>
              <a:latin typeface="Google Sans"/>
              <a:ea typeface="Google Sans"/>
              <a:cs typeface="Google Sans"/>
              <a:sym typeface="Google Sans"/>
            </a:endParaRPr>
          </a:p>
        </p:txBody>
      </p:sp>
      <p:cxnSp>
        <p:nvCxnSpPr>
          <p:cNvPr id="553" name="Google Shape;553;p66"/>
          <p:cNvCxnSpPr/>
          <p:nvPr/>
        </p:nvCxnSpPr>
        <p:spPr>
          <a:xfrm rot="10800000">
            <a:off x="5616200" y="3044850"/>
            <a:ext cx="18600" cy="5805900"/>
          </a:xfrm>
          <a:prstGeom prst="straightConnector1">
            <a:avLst/>
          </a:prstGeom>
          <a:noFill/>
          <a:ln cap="flat" cmpd="sng" w="9525">
            <a:solidFill>
              <a:srgbClr val="666666"/>
            </a:solidFill>
            <a:prstDash val="dash"/>
            <a:round/>
            <a:headEnd len="med" w="med" type="none"/>
            <a:tailEnd len="med" w="med" type="none"/>
          </a:ln>
        </p:spPr>
      </p:cxnSp>
      <p:cxnSp>
        <p:nvCxnSpPr>
          <p:cNvPr id="554" name="Google Shape;554;p66"/>
          <p:cNvCxnSpPr/>
          <p:nvPr/>
        </p:nvCxnSpPr>
        <p:spPr>
          <a:xfrm rot="10800000">
            <a:off x="9135875" y="3044900"/>
            <a:ext cx="2400" cy="5798100"/>
          </a:xfrm>
          <a:prstGeom prst="straightConnector1">
            <a:avLst/>
          </a:prstGeom>
          <a:noFill/>
          <a:ln cap="flat" cmpd="sng" w="9525">
            <a:solidFill>
              <a:srgbClr val="666666"/>
            </a:solidFill>
            <a:prstDash val="dash"/>
            <a:round/>
            <a:headEnd len="med" w="med" type="none"/>
            <a:tailEnd len="med" w="med" type="none"/>
          </a:ln>
        </p:spPr>
      </p:cxnSp>
      <p:cxnSp>
        <p:nvCxnSpPr>
          <p:cNvPr id="555" name="Google Shape;555;p66"/>
          <p:cNvCxnSpPr/>
          <p:nvPr/>
        </p:nvCxnSpPr>
        <p:spPr>
          <a:xfrm rot="10800000">
            <a:off x="12655625" y="3044850"/>
            <a:ext cx="0" cy="5810400"/>
          </a:xfrm>
          <a:prstGeom prst="straightConnector1">
            <a:avLst/>
          </a:prstGeom>
          <a:noFill/>
          <a:ln cap="flat" cmpd="sng" w="9525">
            <a:solidFill>
              <a:srgbClr val="666666"/>
            </a:solidFill>
            <a:prstDash val="dash"/>
            <a:round/>
            <a:headEnd len="med" w="med" type="none"/>
            <a:tailEnd len="med" w="med" type="none"/>
          </a:ln>
        </p:spPr>
      </p:cxnSp>
      <p:sp>
        <p:nvSpPr>
          <p:cNvPr id="556" name="Google Shape;556;p66"/>
          <p:cNvSpPr/>
          <p:nvPr/>
        </p:nvSpPr>
        <p:spPr>
          <a:xfrm>
            <a:off x="9138925" y="2567225"/>
            <a:ext cx="6927000" cy="6348000"/>
          </a:xfrm>
          <a:prstGeom prst="rect">
            <a:avLst/>
          </a:prstGeom>
          <a:solidFill>
            <a:srgbClr val="F3F3F3">
              <a:alpha val="753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 name="Google Shape;557;p66"/>
          <p:cNvSpPr/>
          <p:nvPr/>
        </p:nvSpPr>
        <p:spPr>
          <a:xfrm>
            <a:off x="2289100" y="2567375"/>
            <a:ext cx="3338700" cy="6348000"/>
          </a:xfrm>
          <a:prstGeom prst="rect">
            <a:avLst/>
          </a:prstGeom>
          <a:solidFill>
            <a:srgbClr val="F3F3F3">
              <a:alpha val="753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p66"/>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7">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pic>
        <p:nvPicPr>
          <p:cNvPr id="563" name="Google Shape;563;p67"/>
          <p:cNvPicPr preferRelativeResize="0"/>
          <p:nvPr/>
        </p:nvPicPr>
        <p:blipFill>
          <a:blip r:embed="rId3">
            <a:alphaModFix/>
          </a:blip>
          <a:stretch>
            <a:fillRect/>
          </a:stretch>
        </p:blipFill>
        <p:spPr>
          <a:xfrm>
            <a:off x="9346125" y="5229125"/>
            <a:ext cx="3657600" cy="3657600"/>
          </a:xfrm>
          <a:prstGeom prst="rect">
            <a:avLst/>
          </a:prstGeom>
          <a:noFill/>
          <a:ln>
            <a:noFill/>
          </a:ln>
        </p:spPr>
      </p:pic>
      <p:grpSp>
        <p:nvGrpSpPr>
          <p:cNvPr id="564" name="Google Shape;564;p67"/>
          <p:cNvGrpSpPr/>
          <p:nvPr/>
        </p:nvGrpSpPr>
        <p:grpSpPr>
          <a:xfrm>
            <a:off x="10889596" y="2402006"/>
            <a:ext cx="5288732" cy="3829930"/>
            <a:chOff x="7367100" y="1990188"/>
            <a:chExt cx="3553777" cy="2588665"/>
          </a:xfrm>
        </p:grpSpPr>
        <p:pic>
          <p:nvPicPr>
            <p:cNvPr id="565" name="Google Shape;565;p67"/>
            <p:cNvPicPr preferRelativeResize="0"/>
            <p:nvPr/>
          </p:nvPicPr>
          <p:blipFill>
            <a:blip r:embed="rId4">
              <a:alphaModFix/>
            </a:blip>
            <a:stretch>
              <a:fillRect/>
            </a:stretch>
          </p:blipFill>
          <p:spPr>
            <a:xfrm>
              <a:off x="7367100" y="1990188"/>
              <a:ext cx="3553777" cy="2588665"/>
            </a:xfrm>
            <a:prstGeom prst="rect">
              <a:avLst/>
            </a:prstGeom>
            <a:noFill/>
            <a:ln>
              <a:noFill/>
            </a:ln>
          </p:spPr>
        </p:pic>
        <p:grpSp>
          <p:nvGrpSpPr>
            <p:cNvPr id="566" name="Google Shape;566;p67"/>
            <p:cNvGrpSpPr/>
            <p:nvPr/>
          </p:nvGrpSpPr>
          <p:grpSpPr>
            <a:xfrm>
              <a:off x="8462377" y="2754284"/>
              <a:ext cx="1363252" cy="1363252"/>
              <a:chOff x="6183000" y="5220252"/>
              <a:chExt cx="1694954" cy="1694954"/>
            </a:xfrm>
          </p:grpSpPr>
          <p:grpSp>
            <p:nvGrpSpPr>
              <p:cNvPr id="567" name="Google Shape;567;p67"/>
              <p:cNvGrpSpPr/>
              <p:nvPr/>
            </p:nvGrpSpPr>
            <p:grpSpPr>
              <a:xfrm rot="2700000">
                <a:off x="6760180" y="5139513"/>
                <a:ext cx="540595" cy="1856432"/>
                <a:chOff x="6359325" y="6070522"/>
                <a:chExt cx="540600" cy="1856450"/>
              </a:xfrm>
            </p:grpSpPr>
            <p:sp>
              <p:nvSpPr>
                <p:cNvPr id="568" name="Google Shape;568;p67"/>
                <p:cNvSpPr/>
                <p:nvPr/>
              </p:nvSpPr>
              <p:spPr>
                <a:xfrm>
                  <a:off x="6359325" y="6108925"/>
                  <a:ext cx="540600" cy="540600"/>
                </a:xfrm>
                <a:prstGeom prst="ellipse">
                  <a:avLst/>
                </a:prstGeom>
                <a:solidFill>
                  <a:srgbClr val="34A85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p67"/>
                <p:cNvSpPr/>
                <p:nvPr/>
              </p:nvSpPr>
              <p:spPr>
                <a:xfrm>
                  <a:off x="6359325" y="7332000"/>
                  <a:ext cx="540600" cy="540600"/>
                </a:xfrm>
                <a:prstGeom prst="ellipse">
                  <a:avLst/>
                </a:prstGeom>
                <a:solidFill>
                  <a:srgbClr val="34A85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67"/>
                <p:cNvSpPr/>
                <p:nvPr/>
              </p:nvSpPr>
              <p:spPr>
                <a:xfrm>
                  <a:off x="6516075" y="6379275"/>
                  <a:ext cx="227100" cy="1200600"/>
                </a:xfrm>
                <a:prstGeom prst="rect">
                  <a:avLst/>
                </a:prstGeom>
                <a:solidFill>
                  <a:srgbClr val="34A85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 name="Google Shape;571;p67"/>
                <p:cNvSpPr/>
                <p:nvPr/>
              </p:nvSpPr>
              <p:spPr>
                <a:xfrm>
                  <a:off x="6516075" y="6070522"/>
                  <a:ext cx="227100" cy="3471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 name="Google Shape;572;p67"/>
                <p:cNvSpPr/>
                <p:nvPr/>
              </p:nvSpPr>
              <p:spPr>
                <a:xfrm>
                  <a:off x="6516075" y="7579872"/>
                  <a:ext cx="227100" cy="3471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3" name="Google Shape;573;p67"/>
              <p:cNvGrpSpPr/>
              <p:nvPr/>
            </p:nvGrpSpPr>
            <p:grpSpPr>
              <a:xfrm rot="-2700000">
                <a:off x="6868304" y="5126862"/>
                <a:ext cx="324358" cy="1881744"/>
                <a:chOff x="5689325" y="7405625"/>
                <a:chExt cx="378600" cy="2196425"/>
              </a:xfrm>
            </p:grpSpPr>
            <p:sp>
              <p:nvSpPr>
                <p:cNvPr id="574" name="Google Shape;574;p67"/>
                <p:cNvSpPr/>
                <p:nvPr/>
              </p:nvSpPr>
              <p:spPr>
                <a:xfrm>
                  <a:off x="5830775" y="7639800"/>
                  <a:ext cx="95700" cy="1075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 name="Google Shape;575;p67"/>
                <p:cNvSpPr/>
                <p:nvPr/>
              </p:nvSpPr>
              <p:spPr>
                <a:xfrm rot="10800000">
                  <a:off x="5689325" y="8672050"/>
                  <a:ext cx="378600" cy="9300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p67"/>
                <p:cNvSpPr/>
                <p:nvPr/>
              </p:nvSpPr>
              <p:spPr>
                <a:xfrm>
                  <a:off x="5786700" y="7405625"/>
                  <a:ext cx="183900" cy="294300"/>
                </a:xfrm>
                <a:prstGeom prst="trapezoid">
                  <a:avLst>
                    <a:gd fmla="val 25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p67"/>
                <p:cNvSpPr/>
                <p:nvPr/>
              </p:nvSpPr>
              <p:spPr>
                <a:xfrm rot="10800000">
                  <a:off x="5786650" y="7700075"/>
                  <a:ext cx="183900" cy="128400"/>
                </a:xfrm>
                <a:prstGeom prst="trapezoid">
                  <a:avLst>
                    <a:gd fmla="val 25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sp>
        <p:nvSpPr>
          <p:cNvPr id="578" name="Google Shape;578;p67"/>
          <p:cNvSpPr txBox="1"/>
          <p:nvPr>
            <p:ph type="title"/>
          </p:nvPr>
        </p:nvSpPr>
        <p:spPr>
          <a:xfrm>
            <a:off x="1672475" y="1154875"/>
            <a:ext cx="147753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App Engine is a platform-centric solution</a:t>
            </a:r>
            <a:endParaRPr/>
          </a:p>
        </p:txBody>
      </p:sp>
      <p:sp>
        <p:nvSpPr>
          <p:cNvPr id="579" name="Google Shape;579;p67"/>
          <p:cNvSpPr txBox="1"/>
          <p:nvPr>
            <p:ph idx="1" type="body"/>
          </p:nvPr>
        </p:nvSpPr>
        <p:spPr>
          <a:xfrm>
            <a:off x="1742475" y="2432304"/>
            <a:ext cx="7251900" cy="6351000"/>
          </a:xfrm>
          <a:prstGeom prst="rect">
            <a:avLst/>
          </a:prstGeom>
        </p:spPr>
        <p:txBody>
          <a:bodyPr anchorCtr="0" anchor="t" bIns="91425" lIns="91425" spcFirstLastPara="1" rIns="91425" wrap="square" tIns="91425">
            <a:noAutofit/>
          </a:bodyPr>
          <a:lstStyle/>
          <a:p>
            <a:pPr indent="-406400" lvl="0" marL="457200" rtl="0" algn="l">
              <a:spcBef>
                <a:spcPts val="0"/>
              </a:spcBef>
              <a:spcAft>
                <a:spcPts val="0"/>
              </a:spcAft>
              <a:buSzPts val="2800"/>
              <a:buChar char="●"/>
            </a:pPr>
            <a:r>
              <a:rPr lang="en"/>
              <a:t>Type of PaaS</a:t>
            </a:r>
            <a:endParaRPr/>
          </a:p>
          <a:p>
            <a:pPr indent="-228600" lvl="0" marL="457200" rtl="0" algn="l">
              <a:spcBef>
                <a:spcPts val="0"/>
              </a:spcBef>
              <a:spcAft>
                <a:spcPts val="0"/>
              </a:spcAft>
              <a:buNone/>
            </a:pPr>
            <a:r>
              <a:t/>
            </a:r>
            <a:endParaRPr/>
          </a:p>
          <a:p>
            <a:pPr indent="-406400" lvl="0" marL="457200" rtl="0" algn="l">
              <a:spcBef>
                <a:spcPts val="0"/>
              </a:spcBef>
              <a:spcAft>
                <a:spcPts val="0"/>
              </a:spcAft>
              <a:buSzPts val="2800"/>
              <a:buChar char="●"/>
            </a:pPr>
            <a:r>
              <a:rPr lang="en"/>
              <a:t>No need to buy, build, or operate hardware/infrastructure</a:t>
            </a:r>
            <a:endParaRPr/>
          </a:p>
          <a:p>
            <a:pPr indent="-228600" lvl="0" marL="457200" rtl="0" algn="l">
              <a:spcBef>
                <a:spcPts val="0"/>
              </a:spcBef>
              <a:spcAft>
                <a:spcPts val="0"/>
              </a:spcAft>
              <a:buNone/>
            </a:pPr>
            <a:r>
              <a:t/>
            </a:r>
            <a:endParaRPr/>
          </a:p>
          <a:p>
            <a:pPr indent="-406400" lvl="0" marL="457200" rtl="0" algn="l">
              <a:spcBef>
                <a:spcPts val="0"/>
              </a:spcBef>
              <a:spcAft>
                <a:spcPts val="0"/>
              </a:spcAft>
              <a:buSzPts val="2800"/>
              <a:buChar char="●"/>
            </a:pPr>
            <a:r>
              <a:rPr lang="en"/>
              <a:t>No managing servers or configuring deployments</a:t>
            </a:r>
            <a:endParaRPr/>
          </a:p>
          <a:p>
            <a:pPr indent="-228600" lvl="0" marL="457200" rtl="0" algn="l">
              <a:spcBef>
                <a:spcPts val="0"/>
              </a:spcBef>
              <a:spcAft>
                <a:spcPts val="0"/>
              </a:spcAft>
              <a:buNone/>
            </a:pPr>
            <a:r>
              <a:t/>
            </a:r>
            <a:endParaRPr/>
          </a:p>
          <a:p>
            <a:pPr indent="-406400" lvl="0" marL="457200" rtl="0" algn="l">
              <a:spcBef>
                <a:spcPts val="0"/>
              </a:spcBef>
              <a:spcAft>
                <a:spcPts val="0"/>
              </a:spcAft>
              <a:buSzPts val="2800"/>
              <a:buChar char="●"/>
            </a:pPr>
            <a:r>
              <a:rPr lang="en"/>
              <a:t>Focus on app development instead</a:t>
            </a:r>
            <a:br>
              <a:rPr lang="en"/>
            </a:br>
            <a:r>
              <a:rPr lang="en"/>
              <a:t>of operations</a:t>
            </a:r>
            <a:endParaRPr/>
          </a:p>
          <a:p>
            <a:pPr indent="-228600" lvl="0" marL="457200" rtl="0" algn="l">
              <a:spcBef>
                <a:spcPts val="0"/>
              </a:spcBef>
              <a:spcAft>
                <a:spcPts val="0"/>
              </a:spcAft>
              <a:buNone/>
            </a:pPr>
            <a:r>
              <a:t/>
            </a:r>
            <a:endParaRPr/>
          </a:p>
          <a:p>
            <a:pPr indent="-406400" lvl="0" marL="457200" rtl="0" algn="l">
              <a:spcBef>
                <a:spcPts val="0"/>
              </a:spcBef>
              <a:spcAft>
                <a:spcPts val="0"/>
              </a:spcAft>
              <a:buSzPts val="2800"/>
              <a:buChar char="●"/>
            </a:pPr>
            <a:r>
              <a:rPr lang="en"/>
              <a:t>Use a range of languages and tools</a:t>
            </a:r>
            <a:endParaRPr/>
          </a:p>
          <a:p>
            <a:pPr indent="-228600" lvl="0" marL="457200" rtl="0" algn="l">
              <a:spcBef>
                <a:spcPts val="0"/>
              </a:spcBef>
              <a:spcAft>
                <a:spcPts val="0"/>
              </a:spcAft>
              <a:buNone/>
            </a:pPr>
            <a:r>
              <a:t/>
            </a:r>
            <a:endParaRPr/>
          </a:p>
          <a:p>
            <a:pPr indent="-406400" lvl="0" marL="457200" rtl="0" algn="l">
              <a:spcBef>
                <a:spcPts val="0"/>
              </a:spcBef>
              <a:spcAft>
                <a:spcPts val="0"/>
              </a:spcAft>
              <a:buSzPts val="2800"/>
              <a:buChar char="●"/>
            </a:pPr>
            <a:r>
              <a:rPr lang="en"/>
              <a:t>Automatic scaling</a:t>
            </a:r>
            <a:endParaRPr/>
          </a:p>
        </p:txBody>
      </p:sp>
      <p:sp>
        <p:nvSpPr>
          <p:cNvPr id="580" name="Google Shape;580;p67"/>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5">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4" name="Shape 584"/>
        <p:cNvGrpSpPr/>
        <p:nvPr/>
      </p:nvGrpSpPr>
      <p:grpSpPr>
        <a:xfrm>
          <a:off x="0" y="0"/>
          <a:ext cx="0" cy="0"/>
          <a:chOff x="0" y="0"/>
          <a:chExt cx="0" cy="0"/>
        </a:xfrm>
      </p:grpSpPr>
      <p:sp>
        <p:nvSpPr>
          <p:cNvPr id="585" name="Google Shape;585;p68"/>
          <p:cNvSpPr txBox="1"/>
          <p:nvPr>
            <p:ph type="title"/>
          </p:nvPr>
        </p:nvSpPr>
        <p:spPr>
          <a:xfrm>
            <a:off x="1672475" y="1154875"/>
            <a:ext cx="147753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App Engine offers two different environments</a:t>
            </a:r>
            <a:endParaRPr/>
          </a:p>
        </p:txBody>
      </p:sp>
      <p:sp>
        <p:nvSpPr>
          <p:cNvPr id="586" name="Google Shape;586;p68"/>
          <p:cNvSpPr txBox="1"/>
          <p:nvPr>
            <p:ph idx="1" type="subTitle"/>
          </p:nvPr>
        </p:nvSpPr>
        <p:spPr>
          <a:xfrm>
            <a:off x="1806350" y="2865525"/>
            <a:ext cx="7217100" cy="911400"/>
          </a:xfrm>
          <a:prstGeom prst="rect">
            <a:avLst/>
          </a:prstGeom>
          <a:solidFill>
            <a:schemeClr val="accent6"/>
          </a:solidFill>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Roboto"/>
                <a:ea typeface="Roboto"/>
                <a:cs typeface="Roboto"/>
                <a:sym typeface="Roboto"/>
              </a:rPr>
              <a:t> Standard environment</a:t>
            </a:r>
            <a:endParaRPr sz="4400">
              <a:solidFill>
                <a:srgbClr val="FFFFFF"/>
              </a:solidFill>
              <a:latin typeface="Roboto"/>
              <a:ea typeface="Roboto"/>
              <a:cs typeface="Roboto"/>
              <a:sym typeface="Roboto"/>
            </a:endParaRPr>
          </a:p>
        </p:txBody>
      </p:sp>
      <p:sp>
        <p:nvSpPr>
          <p:cNvPr id="587" name="Google Shape;587;p68"/>
          <p:cNvSpPr txBox="1"/>
          <p:nvPr>
            <p:ph idx="2" type="body"/>
          </p:nvPr>
        </p:nvSpPr>
        <p:spPr>
          <a:xfrm>
            <a:off x="1754525" y="3849300"/>
            <a:ext cx="7217100" cy="5150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406400" lvl="0" marL="457200" rtl="0" algn="l">
              <a:spcBef>
                <a:spcPts val="0"/>
              </a:spcBef>
              <a:spcAft>
                <a:spcPts val="0"/>
              </a:spcAft>
              <a:buClr>
                <a:schemeClr val="accent6"/>
              </a:buClr>
              <a:buSzPts val="2800"/>
              <a:buChar char="●"/>
            </a:pPr>
            <a:r>
              <a:rPr lang="en"/>
              <a:t>Fully-managed</a:t>
            </a:r>
            <a:endParaRPr/>
          </a:p>
          <a:p>
            <a:pPr indent="0" lvl="0" marL="0" rtl="0" algn="l">
              <a:spcBef>
                <a:spcPts val="0"/>
              </a:spcBef>
              <a:spcAft>
                <a:spcPts val="0"/>
              </a:spcAft>
              <a:buNone/>
            </a:pPr>
            <a:r>
              <a:rPr lang="en">
                <a:solidFill>
                  <a:schemeClr val="accent6"/>
                </a:solidFill>
              </a:rPr>
              <a:t> </a:t>
            </a:r>
            <a:endParaRPr/>
          </a:p>
          <a:p>
            <a:pPr indent="-406400" lvl="0" marL="457200" rtl="0" algn="l">
              <a:spcBef>
                <a:spcPts val="0"/>
              </a:spcBef>
              <a:spcAft>
                <a:spcPts val="0"/>
              </a:spcAft>
              <a:buClr>
                <a:schemeClr val="accent6"/>
              </a:buClr>
              <a:buSzPts val="2800"/>
              <a:buChar char="●"/>
            </a:pPr>
            <a:r>
              <a:rPr lang="en"/>
              <a:t>Scale to zero</a:t>
            </a:r>
            <a:endParaRPr/>
          </a:p>
          <a:p>
            <a:pPr indent="0" lvl="0" marL="0" rtl="0" algn="l">
              <a:spcBef>
                <a:spcPts val="0"/>
              </a:spcBef>
              <a:spcAft>
                <a:spcPts val="0"/>
              </a:spcAft>
              <a:buNone/>
            </a:pPr>
            <a:r>
              <a:rPr lang="en"/>
              <a:t> </a:t>
            </a:r>
            <a:endParaRPr/>
          </a:p>
          <a:p>
            <a:pPr indent="-406400" lvl="0" marL="457200" rtl="0" algn="l">
              <a:spcBef>
                <a:spcPts val="0"/>
              </a:spcBef>
              <a:spcAft>
                <a:spcPts val="0"/>
              </a:spcAft>
              <a:buClr>
                <a:schemeClr val="accent6"/>
              </a:buClr>
              <a:buSzPts val="2800"/>
              <a:buChar char="●"/>
            </a:pPr>
            <a:r>
              <a:rPr lang="en"/>
              <a:t>Specific versions of supported languages</a:t>
            </a:r>
            <a:endParaRPr/>
          </a:p>
          <a:p>
            <a:pPr indent="0" lvl="0" marL="0" rtl="0" algn="l">
              <a:spcBef>
                <a:spcPts val="0"/>
              </a:spcBef>
              <a:spcAft>
                <a:spcPts val="0"/>
              </a:spcAft>
              <a:buNone/>
            </a:pPr>
            <a:r>
              <a:rPr lang="en"/>
              <a:t> </a:t>
            </a:r>
            <a:endParaRPr/>
          </a:p>
          <a:p>
            <a:pPr indent="-406400" lvl="0" marL="457200" rtl="0" algn="l">
              <a:spcBef>
                <a:spcPts val="0"/>
              </a:spcBef>
              <a:spcAft>
                <a:spcPts val="0"/>
              </a:spcAft>
              <a:buClr>
                <a:schemeClr val="accent6"/>
              </a:buClr>
              <a:buSzPts val="2800"/>
              <a:buChar char="●"/>
            </a:pPr>
            <a:r>
              <a:rPr lang="en"/>
              <a:t>Changes/configuration limited</a:t>
            </a:r>
            <a:endParaRPr/>
          </a:p>
        </p:txBody>
      </p:sp>
      <p:sp>
        <p:nvSpPr>
          <p:cNvPr id="588" name="Google Shape;588;p68"/>
          <p:cNvSpPr txBox="1"/>
          <p:nvPr>
            <p:ph idx="1" type="subTitle"/>
          </p:nvPr>
        </p:nvSpPr>
        <p:spPr>
          <a:xfrm>
            <a:off x="9206300" y="2865525"/>
            <a:ext cx="7217100" cy="911400"/>
          </a:xfrm>
          <a:prstGeom prst="rect">
            <a:avLst/>
          </a:prstGeom>
          <a:solidFill>
            <a:schemeClr val="accent5"/>
          </a:solidFill>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 Flexible environment</a:t>
            </a:r>
            <a:endParaRPr>
              <a:latin typeface="Roboto"/>
              <a:ea typeface="Roboto"/>
              <a:cs typeface="Roboto"/>
              <a:sym typeface="Roboto"/>
            </a:endParaRPr>
          </a:p>
        </p:txBody>
      </p:sp>
      <p:sp>
        <p:nvSpPr>
          <p:cNvPr id="589" name="Google Shape;589;p68"/>
          <p:cNvSpPr txBox="1"/>
          <p:nvPr>
            <p:ph idx="2" type="body"/>
          </p:nvPr>
        </p:nvSpPr>
        <p:spPr>
          <a:xfrm>
            <a:off x="9230675" y="3849300"/>
            <a:ext cx="7217100" cy="5150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 </a:t>
            </a:r>
            <a:endParaRPr/>
          </a:p>
          <a:p>
            <a:pPr indent="-406400" lvl="0" marL="457200" rtl="0" algn="l">
              <a:spcBef>
                <a:spcPts val="0"/>
              </a:spcBef>
              <a:spcAft>
                <a:spcPts val="0"/>
              </a:spcAft>
              <a:buClr>
                <a:schemeClr val="accent5"/>
              </a:buClr>
              <a:buSzPts val="2800"/>
              <a:buChar char="●"/>
            </a:pPr>
            <a:r>
              <a:rPr lang="en"/>
              <a:t>Docker container support</a:t>
            </a:r>
            <a:endParaRPr/>
          </a:p>
          <a:p>
            <a:pPr indent="0" lvl="0" marL="0" rtl="0" algn="l">
              <a:spcBef>
                <a:spcPts val="0"/>
              </a:spcBef>
              <a:spcAft>
                <a:spcPts val="0"/>
              </a:spcAft>
              <a:buNone/>
            </a:pPr>
            <a:r>
              <a:rPr lang="en"/>
              <a:t> </a:t>
            </a:r>
            <a:endParaRPr/>
          </a:p>
          <a:p>
            <a:pPr indent="-406400" lvl="0" marL="457200" rtl="0" algn="l">
              <a:spcBef>
                <a:spcPts val="0"/>
              </a:spcBef>
              <a:spcAft>
                <a:spcPts val="0"/>
              </a:spcAft>
              <a:buClr>
                <a:schemeClr val="accent5"/>
              </a:buClr>
              <a:buSzPts val="2800"/>
              <a:buChar char="●"/>
            </a:pPr>
            <a:r>
              <a:rPr lang="en"/>
              <a:t>VMs exposed</a:t>
            </a:r>
            <a:endParaRPr/>
          </a:p>
          <a:p>
            <a:pPr indent="0" lvl="0" marL="0" rtl="0" algn="l">
              <a:spcBef>
                <a:spcPts val="0"/>
              </a:spcBef>
              <a:spcAft>
                <a:spcPts val="0"/>
              </a:spcAft>
              <a:buNone/>
            </a:pPr>
            <a:r>
              <a:rPr lang="en"/>
              <a:t> </a:t>
            </a:r>
            <a:endParaRPr/>
          </a:p>
          <a:p>
            <a:pPr indent="-406400" lvl="0" marL="457200" rtl="0" algn="l">
              <a:spcBef>
                <a:spcPts val="0"/>
              </a:spcBef>
              <a:spcAft>
                <a:spcPts val="0"/>
              </a:spcAft>
              <a:buClr>
                <a:schemeClr val="accent5"/>
              </a:buClr>
              <a:buSzPts val="2800"/>
              <a:buChar char="●"/>
            </a:pPr>
            <a:r>
              <a:rPr lang="en"/>
              <a:t>Any language in your container</a:t>
            </a:r>
            <a:endParaRPr/>
          </a:p>
          <a:p>
            <a:pPr indent="0" lvl="0" marL="0" rtl="0" algn="l">
              <a:spcBef>
                <a:spcPts val="0"/>
              </a:spcBef>
              <a:spcAft>
                <a:spcPts val="0"/>
              </a:spcAft>
              <a:buNone/>
            </a:pPr>
            <a:r>
              <a:rPr lang="en"/>
              <a:t> </a:t>
            </a:r>
            <a:endParaRPr/>
          </a:p>
          <a:p>
            <a:pPr indent="-406400" lvl="0" marL="457200" rtl="0" algn="l">
              <a:spcBef>
                <a:spcPts val="0"/>
              </a:spcBef>
              <a:spcAft>
                <a:spcPts val="0"/>
              </a:spcAft>
              <a:buClr>
                <a:schemeClr val="accent5"/>
              </a:buClr>
              <a:buSzPts val="2800"/>
              <a:buChar char="●"/>
            </a:pPr>
            <a:r>
              <a:rPr lang="en"/>
              <a:t>More options for infrastructure customization and configuration for performance</a:t>
            </a:r>
            <a:endParaRPr/>
          </a:p>
        </p:txBody>
      </p:sp>
      <p:sp>
        <p:nvSpPr>
          <p:cNvPr id="590" name="Google Shape;590;p68"/>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3">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4" name="Shape 594"/>
        <p:cNvGrpSpPr/>
        <p:nvPr/>
      </p:nvGrpSpPr>
      <p:grpSpPr>
        <a:xfrm>
          <a:off x="0" y="0"/>
          <a:ext cx="0" cy="0"/>
          <a:chOff x="0" y="0"/>
          <a:chExt cx="0" cy="0"/>
        </a:xfrm>
      </p:grpSpPr>
      <p:sp>
        <p:nvSpPr>
          <p:cNvPr id="595" name="Google Shape;595;p69"/>
          <p:cNvSpPr/>
          <p:nvPr/>
        </p:nvSpPr>
        <p:spPr>
          <a:xfrm>
            <a:off x="3503049" y="2371200"/>
            <a:ext cx="12564000" cy="6832500"/>
          </a:xfrm>
          <a:prstGeom prst="rect">
            <a:avLst/>
          </a:prstGeom>
          <a:noFill/>
          <a:ln cap="flat" cmpd="sng" w="19050">
            <a:solidFill>
              <a:schemeClr val="accent4"/>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596" name="Google Shape;596;p69"/>
          <p:cNvCxnSpPr/>
          <p:nvPr/>
        </p:nvCxnSpPr>
        <p:spPr>
          <a:xfrm>
            <a:off x="3328121" y="2877154"/>
            <a:ext cx="0" cy="6304500"/>
          </a:xfrm>
          <a:prstGeom prst="straightConnector1">
            <a:avLst/>
          </a:prstGeom>
          <a:noFill/>
          <a:ln cap="flat" cmpd="sng" w="76200">
            <a:solidFill>
              <a:srgbClr val="EFEFEF"/>
            </a:solidFill>
            <a:prstDash val="solid"/>
            <a:round/>
            <a:headEnd len="sm" w="sm" type="none"/>
            <a:tailEnd len="sm" w="sm" type="none"/>
          </a:ln>
        </p:spPr>
      </p:cxnSp>
      <p:grpSp>
        <p:nvGrpSpPr>
          <p:cNvPr id="597" name="Google Shape;597;p69"/>
          <p:cNvGrpSpPr/>
          <p:nvPr/>
        </p:nvGrpSpPr>
        <p:grpSpPr>
          <a:xfrm>
            <a:off x="2220951" y="3504668"/>
            <a:ext cx="779943" cy="858531"/>
            <a:chOff x="433514" y="2354433"/>
            <a:chExt cx="502800" cy="502800"/>
          </a:xfrm>
        </p:grpSpPr>
        <p:sp>
          <p:nvSpPr>
            <p:cNvPr id="598" name="Google Shape;598;p69"/>
            <p:cNvSpPr/>
            <p:nvPr/>
          </p:nvSpPr>
          <p:spPr>
            <a:xfrm>
              <a:off x="433514" y="2354433"/>
              <a:ext cx="502800" cy="502800"/>
            </a:xfrm>
            <a:prstGeom prst="roundRect">
              <a:avLst>
                <a:gd fmla="val 1674" name="adj"/>
              </a:avLst>
            </a:prstGeom>
            <a:solidFill>
              <a:srgbClr val="FFFFFF"/>
            </a:solidFill>
            <a:ln>
              <a:noFill/>
            </a:ln>
            <a:effectLst>
              <a:outerShdw blurRad="19050" rotWithShape="0" algn="ctr" dir="5400000" dist="6350">
                <a:srgbClr val="000000">
                  <a:alpha val="43920"/>
                </a:srgbClr>
              </a:outerShdw>
            </a:effectLst>
          </p:spPr>
          <p:txBody>
            <a:bodyPr anchorCtr="0" anchor="ctr" bIns="0" lIns="0" spcFirstLastPara="1" rIns="0" wrap="square" tIns="0">
              <a:noAutofit/>
            </a:bodyPr>
            <a:lstStyle/>
            <a:p>
              <a:pPr indent="0" lvl="0" marL="0" marR="0" rtl="0" algn="l">
                <a:lnSpc>
                  <a:spcPct val="121428"/>
                </a:lnSpc>
                <a:spcBef>
                  <a:spcPts val="0"/>
                </a:spcBef>
                <a:spcAft>
                  <a:spcPts val="0"/>
                </a:spcAft>
                <a:buClr>
                  <a:srgbClr val="000000"/>
                </a:buClr>
                <a:buSzPts val="700"/>
                <a:buFont typeface="Arial"/>
                <a:buNone/>
              </a:pPr>
              <a:r>
                <a:t/>
              </a:r>
              <a:endParaRPr b="0" i="0" sz="700" u="none" cap="none" strike="noStrike">
                <a:solidFill>
                  <a:srgbClr val="000000"/>
                </a:solidFill>
                <a:latin typeface="Roboto"/>
                <a:ea typeface="Roboto"/>
                <a:cs typeface="Roboto"/>
                <a:sym typeface="Roboto"/>
              </a:endParaRPr>
            </a:p>
          </p:txBody>
        </p:sp>
        <p:pic>
          <p:nvPicPr>
            <p:cNvPr id="599" name="Google Shape;599;p69"/>
            <p:cNvPicPr preferRelativeResize="0"/>
            <p:nvPr/>
          </p:nvPicPr>
          <p:blipFill rotWithShape="1">
            <a:blip r:embed="rId3">
              <a:alphaModFix/>
            </a:blip>
            <a:srcRect b="0" l="0" r="0" t="0"/>
            <a:stretch/>
          </p:blipFill>
          <p:spPr>
            <a:xfrm>
              <a:off x="470089" y="2391008"/>
              <a:ext cx="429900" cy="429900"/>
            </a:xfrm>
            <a:prstGeom prst="rect">
              <a:avLst/>
            </a:prstGeom>
            <a:noFill/>
            <a:ln>
              <a:noFill/>
            </a:ln>
          </p:spPr>
        </p:pic>
      </p:grpSp>
      <p:grpSp>
        <p:nvGrpSpPr>
          <p:cNvPr id="600" name="Google Shape;600;p69"/>
          <p:cNvGrpSpPr/>
          <p:nvPr/>
        </p:nvGrpSpPr>
        <p:grpSpPr>
          <a:xfrm>
            <a:off x="2220951" y="5736293"/>
            <a:ext cx="779943" cy="858531"/>
            <a:chOff x="433514" y="2354433"/>
            <a:chExt cx="502800" cy="502800"/>
          </a:xfrm>
        </p:grpSpPr>
        <p:sp>
          <p:nvSpPr>
            <p:cNvPr id="601" name="Google Shape;601;p69"/>
            <p:cNvSpPr/>
            <p:nvPr/>
          </p:nvSpPr>
          <p:spPr>
            <a:xfrm>
              <a:off x="433514" y="2354433"/>
              <a:ext cx="502800" cy="502800"/>
            </a:xfrm>
            <a:prstGeom prst="roundRect">
              <a:avLst>
                <a:gd fmla="val 1674" name="adj"/>
              </a:avLst>
            </a:prstGeom>
            <a:solidFill>
              <a:srgbClr val="FFFFFF"/>
            </a:solidFill>
            <a:ln>
              <a:noFill/>
            </a:ln>
            <a:effectLst>
              <a:outerShdw blurRad="19050" rotWithShape="0" algn="ctr" dir="5400000" dist="6350">
                <a:srgbClr val="000000">
                  <a:alpha val="43920"/>
                </a:srgbClr>
              </a:outerShdw>
            </a:effectLst>
          </p:spPr>
          <p:txBody>
            <a:bodyPr anchorCtr="0" anchor="ctr" bIns="0" lIns="0" spcFirstLastPara="1" rIns="0" wrap="square" tIns="0">
              <a:noAutofit/>
            </a:bodyPr>
            <a:lstStyle/>
            <a:p>
              <a:pPr indent="0" lvl="0" marL="0" marR="0" rtl="0" algn="l">
                <a:lnSpc>
                  <a:spcPct val="121428"/>
                </a:lnSpc>
                <a:spcBef>
                  <a:spcPts val="0"/>
                </a:spcBef>
                <a:spcAft>
                  <a:spcPts val="0"/>
                </a:spcAft>
                <a:buClr>
                  <a:srgbClr val="000000"/>
                </a:buClr>
                <a:buSzPts val="700"/>
                <a:buFont typeface="Arial"/>
                <a:buNone/>
              </a:pPr>
              <a:r>
                <a:t/>
              </a:r>
              <a:endParaRPr b="0" i="0" sz="700" u="none" cap="none" strike="noStrike">
                <a:solidFill>
                  <a:srgbClr val="000000"/>
                </a:solidFill>
                <a:latin typeface="Roboto"/>
                <a:ea typeface="Roboto"/>
                <a:cs typeface="Roboto"/>
                <a:sym typeface="Roboto"/>
              </a:endParaRPr>
            </a:p>
          </p:txBody>
        </p:sp>
        <p:pic>
          <p:nvPicPr>
            <p:cNvPr id="602" name="Google Shape;602;p69"/>
            <p:cNvPicPr preferRelativeResize="0"/>
            <p:nvPr/>
          </p:nvPicPr>
          <p:blipFill rotWithShape="1">
            <a:blip r:embed="rId4">
              <a:alphaModFix/>
            </a:blip>
            <a:srcRect b="0" l="0" r="0" t="0"/>
            <a:stretch/>
          </p:blipFill>
          <p:spPr>
            <a:xfrm>
              <a:off x="470089" y="2391008"/>
              <a:ext cx="429900" cy="429900"/>
            </a:xfrm>
            <a:prstGeom prst="rect">
              <a:avLst/>
            </a:prstGeom>
            <a:noFill/>
            <a:ln>
              <a:noFill/>
            </a:ln>
          </p:spPr>
        </p:pic>
      </p:grpSp>
      <p:sp>
        <p:nvSpPr>
          <p:cNvPr id="603" name="Google Shape;603;p69"/>
          <p:cNvSpPr txBox="1"/>
          <p:nvPr/>
        </p:nvSpPr>
        <p:spPr>
          <a:xfrm>
            <a:off x="6373969" y="2747343"/>
            <a:ext cx="2204700" cy="947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i="0" lang="en" sz="2000" u="none" cap="none" strike="noStrike">
                <a:solidFill>
                  <a:schemeClr val="lt1"/>
                </a:solidFill>
                <a:latin typeface="Roboto"/>
                <a:ea typeface="Roboto"/>
                <a:cs typeface="Roboto"/>
                <a:sym typeface="Roboto"/>
              </a:rPr>
              <a:t>Front end application</a:t>
            </a:r>
            <a:endParaRPr i="1" sz="2000" u="none" cap="none" strike="noStrike">
              <a:solidFill>
                <a:schemeClr val="lt1"/>
              </a:solidFill>
              <a:latin typeface="Roboto"/>
              <a:ea typeface="Roboto"/>
              <a:cs typeface="Roboto"/>
              <a:sym typeface="Roboto"/>
            </a:endParaRPr>
          </a:p>
        </p:txBody>
      </p:sp>
      <p:sp>
        <p:nvSpPr>
          <p:cNvPr id="604" name="Google Shape;604;p69"/>
          <p:cNvSpPr txBox="1"/>
          <p:nvPr/>
        </p:nvSpPr>
        <p:spPr>
          <a:xfrm>
            <a:off x="13462170" y="2747343"/>
            <a:ext cx="2204700" cy="947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i="0" lang="en" sz="2000" u="none" cap="none" strike="noStrike">
                <a:solidFill>
                  <a:schemeClr val="lt1"/>
                </a:solidFill>
                <a:latin typeface="Roboto"/>
                <a:ea typeface="Roboto"/>
                <a:cs typeface="Roboto"/>
                <a:sym typeface="Roboto"/>
              </a:rPr>
              <a:t>Batch</a:t>
            </a:r>
            <a:endParaRPr sz="2000">
              <a:solidFill>
                <a:schemeClr val="lt1"/>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200"/>
              <a:buFont typeface="Arial"/>
              <a:buNone/>
            </a:pPr>
            <a:r>
              <a:rPr i="0" lang="en" sz="2000" u="none" cap="none" strike="noStrike">
                <a:solidFill>
                  <a:schemeClr val="lt1"/>
                </a:solidFill>
                <a:latin typeface="Roboto"/>
                <a:ea typeface="Roboto"/>
                <a:cs typeface="Roboto"/>
                <a:sym typeface="Roboto"/>
              </a:rPr>
              <a:t>application</a:t>
            </a:r>
            <a:endParaRPr i="1" sz="2000" u="none" cap="none" strike="noStrike">
              <a:solidFill>
                <a:schemeClr val="lt1"/>
              </a:solidFill>
              <a:latin typeface="Roboto"/>
              <a:ea typeface="Roboto"/>
              <a:cs typeface="Roboto"/>
              <a:sym typeface="Roboto"/>
            </a:endParaRPr>
          </a:p>
        </p:txBody>
      </p:sp>
      <p:grpSp>
        <p:nvGrpSpPr>
          <p:cNvPr id="605" name="Google Shape;605;p69"/>
          <p:cNvGrpSpPr/>
          <p:nvPr/>
        </p:nvGrpSpPr>
        <p:grpSpPr>
          <a:xfrm>
            <a:off x="10017073" y="5070987"/>
            <a:ext cx="2128380" cy="1901974"/>
            <a:chOff x="10091016" y="4832419"/>
            <a:chExt cx="2240400" cy="2002500"/>
          </a:xfrm>
        </p:grpSpPr>
        <p:sp>
          <p:nvSpPr>
            <p:cNvPr id="606" name="Google Shape;606;p69"/>
            <p:cNvSpPr/>
            <p:nvPr/>
          </p:nvSpPr>
          <p:spPr>
            <a:xfrm>
              <a:off x="10091016" y="4832419"/>
              <a:ext cx="2240400" cy="2002500"/>
            </a:xfrm>
            <a:prstGeom prst="roundRect">
              <a:avLst>
                <a:gd fmla="val 16667" name="adj"/>
              </a:avLst>
            </a:prstGeom>
            <a:noFill/>
            <a:ln cap="flat" cmpd="sng" w="19050">
              <a:solidFill>
                <a:srgbClr val="0D5BD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607" name="Google Shape;607;p69"/>
            <p:cNvPicPr preferRelativeResize="0"/>
            <p:nvPr/>
          </p:nvPicPr>
          <p:blipFill rotWithShape="1">
            <a:blip r:embed="rId5">
              <a:alphaModFix/>
            </a:blip>
            <a:srcRect b="0" l="0" r="0" t="0"/>
            <a:stretch/>
          </p:blipFill>
          <p:spPr>
            <a:xfrm>
              <a:off x="10502556" y="4958685"/>
              <a:ext cx="1417320" cy="1417320"/>
            </a:xfrm>
            <a:prstGeom prst="rect">
              <a:avLst/>
            </a:prstGeom>
            <a:noFill/>
            <a:ln>
              <a:noFill/>
            </a:ln>
          </p:spPr>
        </p:pic>
        <p:sp>
          <p:nvSpPr>
            <p:cNvPr id="608" name="Google Shape;608;p69"/>
            <p:cNvSpPr txBox="1"/>
            <p:nvPr/>
          </p:nvSpPr>
          <p:spPr>
            <a:xfrm>
              <a:off x="10443966" y="6311841"/>
              <a:ext cx="1534500" cy="4428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i="0" lang="en" sz="2000" u="none" cap="none" strike="noStrike">
                  <a:solidFill>
                    <a:schemeClr val="accent2"/>
                  </a:solidFill>
                  <a:latin typeface="Google Sans"/>
                  <a:ea typeface="Google Sans"/>
                  <a:cs typeface="Google Sans"/>
                  <a:sym typeface="Google Sans"/>
                </a:rPr>
                <a:t>Cloud SQL</a:t>
              </a:r>
              <a:endParaRPr i="1" sz="2000" u="none" cap="none" strike="noStrike">
                <a:solidFill>
                  <a:schemeClr val="accent2"/>
                </a:solidFill>
                <a:latin typeface="Google Sans"/>
                <a:ea typeface="Google Sans"/>
                <a:cs typeface="Google Sans"/>
                <a:sym typeface="Google Sans"/>
              </a:endParaRPr>
            </a:p>
          </p:txBody>
        </p:sp>
      </p:grpSp>
      <p:grpSp>
        <p:nvGrpSpPr>
          <p:cNvPr id="609" name="Google Shape;609;p69"/>
          <p:cNvGrpSpPr/>
          <p:nvPr/>
        </p:nvGrpSpPr>
        <p:grpSpPr>
          <a:xfrm>
            <a:off x="10017073" y="3011818"/>
            <a:ext cx="2127525" cy="1901405"/>
            <a:chOff x="10091017" y="2664416"/>
            <a:chExt cx="2239500" cy="2001900"/>
          </a:xfrm>
        </p:grpSpPr>
        <p:sp>
          <p:nvSpPr>
            <p:cNvPr id="610" name="Google Shape;610;p69"/>
            <p:cNvSpPr/>
            <p:nvPr/>
          </p:nvSpPr>
          <p:spPr>
            <a:xfrm>
              <a:off x="10091017" y="2664416"/>
              <a:ext cx="2239500" cy="2001900"/>
            </a:xfrm>
            <a:prstGeom prst="roundRect">
              <a:avLst>
                <a:gd fmla="val 9764" name="adj"/>
              </a:avLst>
            </a:prstGeom>
            <a:noFill/>
            <a:ln cap="flat" cmpd="sng" w="19050">
              <a:solidFill>
                <a:srgbClr val="0D5BD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611" name="Google Shape;611;p69"/>
            <p:cNvPicPr preferRelativeResize="0"/>
            <p:nvPr/>
          </p:nvPicPr>
          <p:blipFill rotWithShape="1">
            <a:blip r:embed="rId6">
              <a:alphaModFix/>
            </a:blip>
            <a:srcRect b="0" l="0" r="0" t="0"/>
            <a:stretch/>
          </p:blipFill>
          <p:spPr>
            <a:xfrm>
              <a:off x="10502107" y="2792125"/>
              <a:ext cx="1417320" cy="1417320"/>
            </a:xfrm>
            <a:prstGeom prst="rect">
              <a:avLst/>
            </a:prstGeom>
            <a:noFill/>
            <a:ln>
              <a:noFill/>
            </a:ln>
          </p:spPr>
        </p:pic>
        <p:sp>
          <p:nvSpPr>
            <p:cNvPr id="612" name="Google Shape;612;p69"/>
            <p:cNvSpPr txBox="1"/>
            <p:nvPr/>
          </p:nvSpPr>
          <p:spPr>
            <a:xfrm>
              <a:off x="10183417" y="4142400"/>
              <a:ext cx="2054700" cy="4428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lang="en" sz="2000">
                  <a:solidFill>
                    <a:schemeClr val="accent2"/>
                  </a:solidFill>
                  <a:latin typeface="Google Sans"/>
                  <a:ea typeface="Google Sans"/>
                  <a:cs typeface="Google Sans"/>
                  <a:sym typeface="Google Sans"/>
                </a:rPr>
                <a:t>Datastore</a:t>
              </a:r>
              <a:endParaRPr i="1" sz="2000" u="none" cap="none" strike="noStrike">
                <a:solidFill>
                  <a:schemeClr val="accent2"/>
                </a:solidFill>
                <a:latin typeface="Google Sans"/>
                <a:ea typeface="Google Sans"/>
                <a:cs typeface="Google Sans"/>
                <a:sym typeface="Google Sans"/>
              </a:endParaRPr>
            </a:p>
          </p:txBody>
        </p:sp>
      </p:grpSp>
      <p:grpSp>
        <p:nvGrpSpPr>
          <p:cNvPr id="613" name="Google Shape;613;p69"/>
          <p:cNvGrpSpPr/>
          <p:nvPr/>
        </p:nvGrpSpPr>
        <p:grpSpPr>
          <a:xfrm>
            <a:off x="7707069" y="7065085"/>
            <a:ext cx="1737360" cy="1728446"/>
            <a:chOff x="7507031" y="6931911"/>
            <a:chExt cx="1828800" cy="1819800"/>
          </a:xfrm>
        </p:grpSpPr>
        <p:sp>
          <p:nvSpPr>
            <p:cNvPr id="614" name="Google Shape;614;p69"/>
            <p:cNvSpPr/>
            <p:nvPr/>
          </p:nvSpPr>
          <p:spPr>
            <a:xfrm>
              <a:off x="7507031" y="6931911"/>
              <a:ext cx="1828800" cy="1819800"/>
            </a:xfrm>
            <a:prstGeom prst="roundRect">
              <a:avLst>
                <a:gd fmla="val 16667" name="adj"/>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Cloud-Storage_256px.png" id="615" name="Google Shape;615;p69"/>
            <p:cNvPicPr preferRelativeResize="0"/>
            <p:nvPr/>
          </p:nvPicPr>
          <p:blipFill rotWithShape="1">
            <a:blip r:embed="rId7">
              <a:alphaModFix/>
            </a:blip>
            <a:srcRect b="5092" l="0" r="0" t="5092"/>
            <a:stretch/>
          </p:blipFill>
          <p:spPr>
            <a:xfrm>
              <a:off x="7838067" y="7059464"/>
              <a:ext cx="1166728" cy="1153776"/>
            </a:xfrm>
            <a:prstGeom prst="rect">
              <a:avLst/>
            </a:prstGeom>
            <a:noFill/>
            <a:ln>
              <a:noFill/>
            </a:ln>
          </p:spPr>
        </p:pic>
        <p:sp>
          <p:nvSpPr>
            <p:cNvPr id="616" name="Google Shape;616;p69"/>
            <p:cNvSpPr txBox="1"/>
            <p:nvPr/>
          </p:nvSpPr>
          <p:spPr>
            <a:xfrm>
              <a:off x="7507031" y="8181635"/>
              <a:ext cx="1828800" cy="4428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i="0" lang="en" sz="2000" u="none" cap="none" strike="noStrike">
                  <a:solidFill>
                    <a:schemeClr val="accent2"/>
                  </a:solidFill>
                  <a:latin typeface="Google Sans"/>
                  <a:ea typeface="Google Sans"/>
                  <a:cs typeface="Google Sans"/>
                  <a:sym typeface="Google Sans"/>
                </a:rPr>
                <a:t>Cloud Storage</a:t>
              </a:r>
              <a:endParaRPr i="1" sz="2000" u="none" cap="none" strike="noStrike">
                <a:solidFill>
                  <a:schemeClr val="accent2"/>
                </a:solidFill>
                <a:latin typeface="Google Sans"/>
                <a:ea typeface="Google Sans"/>
                <a:cs typeface="Google Sans"/>
                <a:sym typeface="Google Sans"/>
              </a:endParaRPr>
            </a:p>
          </p:txBody>
        </p:sp>
      </p:grpSp>
      <p:grpSp>
        <p:nvGrpSpPr>
          <p:cNvPr id="617" name="Google Shape;617;p69"/>
          <p:cNvGrpSpPr/>
          <p:nvPr/>
        </p:nvGrpSpPr>
        <p:grpSpPr>
          <a:xfrm>
            <a:off x="6406262" y="3739773"/>
            <a:ext cx="2204190" cy="2504623"/>
            <a:chOff x="5716216" y="3263417"/>
            <a:chExt cx="2320200" cy="2637000"/>
          </a:xfrm>
        </p:grpSpPr>
        <p:sp>
          <p:nvSpPr>
            <p:cNvPr id="618" name="Google Shape;618;p69"/>
            <p:cNvSpPr/>
            <p:nvPr/>
          </p:nvSpPr>
          <p:spPr>
            <a:xfrm>
              <a:off x="5716216" y="3263417"/>
              <a:ext cx="2320200" cy="2637000"/>
            </a:xfrm>
            <a:prstGeom prst="roundRect">
              <a:avLst>
                <a:gd fmla="val 7209" name="adj"/>
              </a:avLst>
            </a:prstGeom>
            <a:solidFill>
              <a:srgbClr val="CFE2F3"/>
            </a:solidFill>
            <a:ln cap="flat" cmpd="sng" w="19050">
              <a:solidFill>
                <a:srgbClr val="0D5BD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619" name="Google Shape;619;p69"/>
            <p:cNvGrpSpPr/>
            <p:nvPr/>
          </p:nvGrpSpPr>
          <p:grpSpPr>
            <a:xfrm>
              <a:off x="5906186" y="3351190"/>
              <a:ext cx="1940260" cy="1828343"/>
              <a:chOff x="6010457" y="3351190"/>
              <a:chExt cx="1940260" cy="1828343"/>
            </a:xfrm>
          </p:grpSpPr>
          <p:pic>
            <p:nvPicPr>
              <p:cNvPr descr="App-Engine_256px.png" id="620" name="Google Shape;620;p69"/>
              <p:cNvPicPr preferRelativeResize="0"/>
              <p:nvPr/>
            </p:nvPicPr>
            <p:blipFill rotWithShape="1">
              <a:blip r:embed="rId8">
                <a:alphaModFix amt="40000"/>
              </a:blip>
              <a:srcRect b="5092" l="0" r="0" t="5092"/>
              <a:stretch/>
            </p:blipFill>
            <p:spPr>
              <a:xfrm>
                <a:off x="6530758" y="3351190"/>
                <a:ext cx="1419959" cy="1404598"/>
              </a:xfrm>
              <a:prstGeom prst="rect">
                <a:avLst/>
              </a:prstGeom>
              <a:noFill/>
              <a:ln>
                <a:noFill/>
              </a:ln>
            </p:spPr>
          </p:pic>
          <p:pic>
            <p:nvPicPr>
              <p:cNvPr descr="App-Engine_256px.png" id="621" name="Google Shape;621;p69"/>
              <p:cNvPicPr preferRelativeResize="0"/>
              <p:nvPr/>
            </p:nvPicPr>
            <p:blipFill rotWithShape="1">
              <a:blip r:embed="rId8">
                <a:alphaModFix amt="70000"/>
              </a:blip>
              <a:srcRect b="5092" l="0" r="0" t="5092"/>
              <a:stretch/>
            </p:blipFill>
            <p:spPr>
              <a:xfrm>
                <a:off x="6270608" y="3556701"/>
                <a:ext cx="1419959" cy="1404598"/>
              </a:xfrm>
              <a:prstGeom prst="rect">
                <a:avLst/>
              </a:prstGeom>
              <a:noFill/>
              <a:ln>
                <a:noFill/>
              </a:ln>
            </p:spPr>
          </p:pic>
          <p:pic>
            <p:nvPicPr>
              <p:cNvPr id="622" name="Google Shape;622;p69"/>
              <p:cNvPicPr preferRelativeResize="0"/>
              <p:nvPr/>
            </p:nvPicPr>
            <p:blipFill rotWithShape="1">
              <a:blip r:embed="rId9">
                <a:alphaModFix/>
              </a:blip>
              <a:srcRect b="99" l="0" r="0" t="89"/>
              <a:stretch/>
            </p:blipFill>
            <p:spPr>
              <a:xfrm>
                <a:off x="6010457" y="3762213"/>
                <a:ext cx="1419959" cy="1417320"/>
              </a:xfrm>
              <a:prstGeom prst="rect">
                <a:avLst/>
              </a:prstGeom>
              <a:noFill/>
              <a:ln>
                <a:noFill/>
              </a:ln>
            </p:spPr>
          </p:pic>
        </p:grpSp>
        <p:sp>
          <p:nvSpPr>
            <p:cNvPr id="623" name="Google Shape;623;p69"/>
            <p:cNvSpPr txBox="1"/>
            <p:nvPr/>
          </p:nvSpPr>
          <p:spPr>
            <a:xfrm>
              <a:off x="5906266" y="5147738"/>
              <a:ext cx="1940100" cy="6522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i="0" lang="en" sz="2000" u="none" cap="none" strike="noStrike">
                  <a:solidFill>
                    <a:schemeClr val="accent2"/>
                  </a:solidFill>
                  <a:latin typeface="Google Sans"/>
                  <a:ea typeface="Google Sans"/>
                  <a:cs typeface="Google Sans"/>
                  <a:sym typeface="Google Sans"/>
                </a:rPr>
                <a:t>App Engine</a:t>
              </a:r>
              <a:endParaRPr i="0" sz="2000" u="none" cap="none" strike="noStrike">
                <a:solidFill>
                  <a:schemeClr val="accent2"/>
                </a:solidFill>
                <a:latin typeface="Google Sans"/>
                <a:ea typeface="Google Sans"/>
                <a:cs typeface="Google Sans"/>
                <a:sym typeface="Google Sans"/>
              </a:endParaRPr>
            </a:p>
            <a:p>
              <a:pPr indent="0" lvl="0" marL="0" marR="0" rtl="0" algn="ctr">
                <a:lnSpc>
                  <a:spcPct val="100000"/>
                </a:lnSpc>
                <a:spcBef>
                  <a:spcPts val="0"/>
                </a:spcBef>
                <a:spcAft>
                  <a:spcPts val="0"/>
                </a:spcAft>
                <a:buClr>
                  <a:srgbClr val="000000"/>
                </a:buClr>
                <a:buSzPts val="1200"/>
                <a:buFont typeface="Arial"/>
                <a:buNone/>
              </a:pPr>
              <a:r>
                <a:rPr i="0" lang="en" sz="2000" u="none" cap="none" strike="noStrike">
                  <a:solidFill>
                    <a:schemeClr val="lt1"/>
                  </a:solidFill>
                  <a:latin typeface="Roboto"/>
                  <a:ea typeface="Roboto"/>
                  <a:cs typeface="Roboto"/>
                  <a:sym typeface="Roboto"/>
                </a:rPr>
                <a:t>Front </a:t>
              </a:r>
              <a:r>
                <a:rPr lang="en" sz="2000">
                  <a:solidFill>
                    <a:schemeClr val="lt1"/>
                  </a:solidFill>
                  <a:latin typeface="Roboto"/>
                  <a:ea typeface="Roboto"/>
                  <a:cs typeface="Roboto"/>
                  <a:sym typeface="Roboto"/>
                </a:rPr>
                <a:t>e</a:t>
              </a:r>
              <a:r>
                <a:rPr i="0" lang="en" sz="2000" u="none" cap="none" strike="noStrike">
                  <a:solidFill>
                    <a:schemeClr val="lt1"/>
                  </a:solidFill>
                  <a:latin typeface="Roboto"/>
                  <a:ea typeface="Roboto"/>
                  <a:cs typeface="Roboto"/>
                  <a:sym typeface="Roboto"/>
                </a:rPr>
                <a:t>nd</a:t>
              </a:r>
              <a:endParaRPr i="0" sz="2000" u="none" cap="none" strike="noStrike">
                <a:solidFill>
                  <a:schemeClr val="lt1"/>
                </a:solidFill>
                <a:latin typeface="Roboto"/>
                <a:ea typeface="Roboto"/>
                <a:cs typeface="Roboto"/>
                <a:sym typeface="Roboto"/>
              </a:endParaRPr>
            </a:p>
          </p:txBody>
        </p:sp>
      </p:grpSp>
      <p:sp>
        <p:nvSpPr>
          <p:cNvPr id="624" name="Google Shape;624;p69"/>
          <p:cNvSpPr/>
          <p:nvPr/>
        </p:nvSpPr>
        <p:spPr>
          <a:xfrm>
            <a:off x="3626646" y="3837231"/>
            <a:ext cx="1952400" cy="2308500"/>
          </a:xfrm>
          <a:prstGeom prst="roundRect">
            <a:avLst>
              <a:gd fmla="val 4395" name="adj"/>
            </a:avLst>
          </a:prstGeom>
          <a:noFill/>
          <a:ln cap="flat" cmpd="sng" w="19050">
            <a:solidFill>
              <a:srgbClr val="0D5BD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625" name="Google Shape;625;p69"/>
          <p:cNvPicPr preferRelativeResize="0"/>
          <p:nvPr/>
        </p:nvPicPr>
        <p:blipFill rotWithShape="1">
          <a:blip r:embed="rId10">
            <a:alphaModFix/>
          </a:blip>
          <a:srcRect b="0" l="0" r="0" t="0"/>
          <a:stretch/>
        </p:blipFill>
        <p:spPr>
          <a:xfrm>
            <a:off x="3929406" y="3957132"/>
            <a:ext cx="1346474" cy="1345994"/>
          </a:xfrm>
          <a:prstGeom prst="rect">
            <a:avLst/>
          </a:prstGeom>
          <a:noFill/>
          <a:ln>
            <a:noFill/>
          </a:ln>
        </p:spPr>
      </p:pic>
      <p:sp>
        <p:nvSpPr>
          <p:cNvPr id="626" name="Google Shape;626;p69"/>
          <p:cNvSpPr txBox="1"/>
          <p:nvPr/>
        </p:nvSpPr>
        <p:spPr>
          <a:xfrm>
            <a:off x="3685927" y="5477780"/>
            <a:ext cx="1833900" cy="6195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lang="en" sz="2000">
                <a:solidFill>
                  <a:schemeClr val="accent2"/>
                </a:solidFill>
                <a:latin typeface="Google Sans"/>
                <a:ea typeface="Google Sans"/>
                <a:cs typeface="Google Sans"/>
                <a:sym typeface="Google Sans"/>
              </a:rPr>
              <a:t>Cloud </a:t>
            </a:r>
            <a:r>
              <a:rPr i="0" lang="en" sz="2000" u="none" cap="none" strike="noStrike">
                <a:solidFill>
                  <a:schemeClr val="accent2"/>
                </a:solidFill>
                <a:latin typeface="Google Sans"/>
                <a:ea typeface="Google Sans"/>
                <a:cs typeface="Google Sans"/>
                <a:sym typeface="Google Sans"/>
              </a:rPr>
              <a:t>Load Balancing</a:t>
            </a:r>
            <a:endParaRPr i="1" sz="2000" u="none" cap="none" strike="noStrike">
              <a:solidFill>
                <a:schemeClr val="accent2"/>
              </a:solidFill>
              <a:latin typeface="Google Sans"/>
              <a:ea typeface="Google Sans"/>
              <a:cs typeface="Google Sans"/>
              <a:sym typeface="Google Sans"/>
            </a:endParaRPr>
          </a:p>
        </p:txBody>
      </p:sp>
      <p:cxnSp>
        <p:nvCxnSpPr>
          <p:cNvPr id="627" name="Google Shape;627;p69"/>
          <p:cNvCxnSpPr>
            <a:stCxn id="599" idx="3"/>
            <a:endCxn id="628" idx="0"/>
          </p:cNvCxnSpPr>
          <p:nvPr/>
        </p:nvCxnSpPr>
        <p:spPr>
          <a:xfrm>
            <a:off x="2944547" y="3934147"/>
            <a:ext cx="691500" cy="491100"/>
          </a:xfrm>
          <a:prstGeom prst="straightConnector1">
            <a:avLst/>
          </a:prstGeom>
          <a:noFill/>
          <a:ln cap="flat" cmpd="sng" w="19050">
            <a:solidFill>
              <a:schemeClr val="lt1"/>
            </a:solidFill>
            <a:prstDash val="solid"/>
            <a:round/>
            <a:headEnd len="sm" w="sm" type="none"/>
            <a:tailEnd len="sm" w="sm" type="none"/>
          </a:ln>
        </p:spPr>
      </p:cxnSp>
      <p:grpSp>
        <p:nvGrpSpPr>
          <p:cNvPr id="629" name="Google Shape;629;p69"/>
          <p:cNvGrpSpPr/>
          <p:nvPr/>
        </p:nvGrpSpPr>
        <p:grpSpPr>
          <a:xfrm>
            <a:off x="5572273" y="7065085"/>
            <a:ext cx="1737360" cy="1728446"/>
            <a:chOff x="5259877" y="6931911"/>
            <a:chExt cx="1828800" cy="1819800"/>
          </a:xfrm>
        </p:grpSpPr>
        <p:sp>
          <p:nvSpPr>
            <p:cNvPr id="630" name="Google Shape;630;p69"/>
            <p:cNvSpPr/>
            <p:nvPr/>
          </p:nvSpPr>
          <p:spPr>
            <a:xfrm>
              <a:off x="5259877" y="6931911"/>
              <a:ext cx="1828800" cy="1819800"/>
            </a:xfrm>
            <a:prstGeom prst="roundRect">
              <a:avLst>
                <a:gd fmla="val 8188" name="adj"/>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631" name="Google Shape;631;p69"/>
            <p:cNvPicPr preferRelativeResize="0"/>
            <p:nvPr/>
          </p:nvPicPr>
          <p:blipFill rotWithShape="1">
            <a:blip r:embed="rId11">
              <a:alphaModFix/>
            </a:blip>
            <a:srcRect b="0" l="0" r="0" t="0"/>
            <a:stretch/>
          </p:blipFill>
          <p:spPr>
            <a:xfrm>
              <a:off x="5717077" y="7119727"/>
              <a:ext cx="914400" cy="914400"/>
            </a:xfrm>
            <a:prstGeom prst="rect">
              <a:avLst/>
            </a:prstGeom>
            <a:noFill/>
            <a:ln>
              <a:noFill/>
            </a:ln>
          </p:spPr>
        </p:pic>
        <p:sp>
          <p:nvSpPr>
            <p:cNvPr id="632" name="Google Shape;632;p69"/>
            <p:cNvSpPr txBox="1"/>
            <p:nvPr/>
          </p:nvSpPr>
          <p:spPr>
            <a:xfrm>
              <a:off x="5259877" y="8181465"/>
              <a:ext cx="1828800" cy="4428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i="0" lang="en" sz="2000" u="none" cap="none" strike="noStrike">
                  <a:solidFill>
                    <a:schemeClr val="accent2"/>
                  </a:solidFill>
                  <a:latin typeface="Roboto"/>
                  <a:ea typeface="Roboto"/>
                  <a:cs typeface="Roboto"/>
                  <a:sym typeface="Roboto"/>
                </a:rPr>
                <a:t>Memcache</a:t>
              </a:r>
              <a:endParaRPr i="1" sz="2000" u="none" cap="none" strike="noStrike">
                <a:solidFill>
                  <a:schemeClr val="accent2"/>
                </a:solidFill>
                <a:latin typeface="Roboto"/>
                <a:ea typeface="Roboto"/>
                <a:cs typeface="Roboto"/>
                <a:sym typeface="Roboto"/>
              </a:endParaRPr>
            </a:p>
          </p:txBody>
        </p:sp>
      </p:grpSp>
      <p:cxnSp>
        <p:nvCxnSpPr>
          <p:cNvPr id="633" name="Google Shape;633;p69"/>
          <p:cNvCxnSpPr>
            <a:stCxn id="602" idx="3"/>
            <a:endCxn id="634" idx="2"/>
          </p:cNvCxnSpPr>
          <p:nvPr/>
        </p:nvCxnSpPr>
        <p:spPr>
          <a:xfrm flipH="1" rot="10800000">
            <a:off x="2944547" y="5494372"/>
            <a:ext cx="691500" cy="671400"/>
          </a:xfrm>
          <a:prstGeom prst="straightConnector1">
            <a:avLst/>
          </a:prstGeom>
          <a:noFill/>
          <a:ln cap="flat" cmpd="sng" w="19050">
            <a:solidFill>
              <a:schemeClr val="lt1"/>
            </a:solidFill>
            <a:prstDash val="solid"/>
            <a:round/>
            <a:headEnd len="sm" w="sm" type="none"/>
            <a:tailEnd len="sm" w="sm" type="none"/>
          </a:ln>
        </p:spPr>
      </p:cxnSp>
      <p:cxnSp>
        <p:nvCxnSpPr>
          <p:cNvPr id="635" name="Google Shape;635;p69"/>
          <p:cNvCxnSpPr>
            <a:stCxn id="624" idx="3"/>
            <a:endCxn id="618" idx="1"/>
          </p:cNvCxnSpPr>
          <p:nvPr/>
        </p:nvCxnSpPr>
        <p:spPr>
          <a:xfrm>
            <a:off x="5579046" y="4991481"/>
            <a:ext cx="827100" cy="600"/>
          </a:xfrm>
          <a:prstGeom prst="straightConnector1">
            <a:avLst/>
          </a:prstGeom>
          <a:noFill/>
          <a:ln cap="flat" cmpd="sng" w="28575">
            <a:solidFill>
              <a:schemeClr val="accent2"/>
            </a:solidFill>
            <a:prstDash val="solid"/>
            <a:round/>
            <a:headEnd len="sm" w="sm" type="none"/>
            <a:tailEnd len="med" w="med" type="triangle"/>
          </a:ln>
        </p:spPr>
      </p:cxnSp>
      <p:grpSp>
        <p:nvGrpSpPr>
          <p:cNvPr id="636" name="Google Shape;636;p69"/>
          <p:cNvGrpSpPr/>
          <p:nvPr/>
        </p:nvGrpSpPr>
        <p:grpSpPr>
          <a:xfrm>
            <a:off x="10071418" y="7065094"/>
            <a:ext cx="1737360" cy="1728446"/>
            <a:chOff x="10148222" y="7008111"/>
            <a:chExt cx="1828800" cy="1819800"/>
          </a:xfrm>
        </p:grpSpPr>
        <p:sp>
          <p:nvSpPr>
            <p:cNvPr id="637" name="Google Shape;637;p69"/>
            <p:cNvSpPr/>
            <p:nvPr/>
          </p:nvSpPr>
          <p:spPr>
            <a:xfrm>
              <a:off x="10148222" y="7008111"/>
              <a:ext cx="1828800" cy="1819800"/>
            </a:xfrm>
            <a:prstGeom prst="roundRect">
              <a:avLst>
                <a:gd fmla="val 8571" name="adj"/>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638" name="Google Shape;638;p69"/>
            <p:cNvPicPr preferRelativeResize="0"/>
            <p:nvPr/>
          </p:nvPicPr>
          <p:blipFill rotWithShape="1">
            <a:blip r:embed="rId12">
              <a:alphaModFix/>
            </a:blip>
            <a:srcRect b="0" l="0" r="0" t="0"/>
            <a:stretch/>
          </p:blipFill>
          <p:spPr>
            <a:xfrm>
              <a:off x="10605422" y="7140470"/>
              <a:ext cx="914400" cy="914400"/>
            </a:xfrm>
            <a:prstGeom prst="rect">
              <a:avLst/>
            </a:prstGeom>
            <a:noFill/>
            <a:ln>
              <a:noFill/>
            </a:ln>
          </p:spPr>
        </p:pic>
        <p:sp>
          <p:nvSpPr>
            <p:cNvPr id="639" name="Google Shape;639;p69"/>
            <p:cNvSpPr txBox="1"/>
            <p:nvPr/>
          </p:nvSpPr>
          <p:spPr>
            <a:xfrm>
              <a:off x="10148222" y="8181475"/>
              <a:ext cx="1828800" cy="4428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i="0" lang="en" sz="2000" u="none" cap="none" strike="noStrike">
                  <a:solidFill>
                    <a:schemeClr val="accent2"/>
                  </a:solidFill>
                  <a:latin typeface="Roboto"/>
                  <a:ea typeface="Roboto"/>
                  <a:cs typeface="Roboto"/>
                  <a:sym typeface="Roboto"/>
                </a:rPr>
                <a:t>Task Queues</a:t>
              </a:r>
              <a:endParaRPr i="1" sz="2000" u="none" cap="none" strike="noStrike">
                <a:solidFill>
                  <a:schemeClr val="accent2"/>
                </a:solidFill>
                <a:latin typeface="Roboto"/>
                <a:ea typeface="Roboto"/>
                <a:cs typeface="Roboto"/>
                <a:sym typeface="Roboto"/>
              </a:endParaRPr>
            </a:p>
          </p:txBody>
        </p:sp>
      </p:grpSp>
      <p:cxnSp>
        <p:nvCxnSpPr>
          <p:cNvPr id="640" name="Google Shape;640;p69"/>
          <p:cNvCxnSpPr/>
          <p:nvPr/>
        </p:nvCxnSpPr>
        <p:spPr>
          <a:xfrm>
            <a:off x="8617714" y="5965785"/>
            <a:ext cx="1365600" cy="1196100"/>
          </a:xfrm>
          <a:prstGeom prst="straightConnector1">
            <a:avLst/>
          </a:prstGeom>
          <a:noFill/>
          <a:ln cap="flat" cmpd="sng" w="28575">
            <a:solidFill>
              <a:schemeClr val="accent2"/>
            </a:solidFill>
            <a:prstDash val="solid"/>
            <a:round/>
            <a:headEnd len="sm" w="sm" type="none"/>
            <a:tailEnd len="med" w="med" type="triangle"/>
          </a:ln>
        </p:spPr>
      </p:cxnSp>
      <p:sp>
        <p:nvSpPr>
          <p:cNvPr id="641" name="Google Shape;641;p69"/>
          <p:cNvSpPr txBox="1"/>
          <p:nvPr/>
        </p:nvSpPr>
        <p:spPr>
          <a:xfrm>
            <a:off x="7707172" y="8792504"/>
            <a:ext cx="1737300" cy="4110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n" sz="2000" u="none" cap="none" strike="noStrike">
                <a:solidFill>
                  <a:schemeClr val="accent6"/>
                </a:solidFill>
                <a:latin typeface="Roboto"/>
                <a:ea typeface="Roboto"/>
                <a:cs typeface="Roboto"/>
                <a:sym typeface="Roboto"/>
              </a:rPr>
              <a:t>static storage</a:t>
            </a:r>
            <a:endParaRPr b="0" i="1" sz="2000" u="none" cap="none" strike="noStrike">
              <a:solidFill>
                <a:schemeClr val="accent6"/>
              </a:solidFill>
              <a:latin typeface="Roboto"/>
              <a:ea typeface="Roboto"/>
              <a:cs typeface="Roboto"/>
              <a:sym typeface="Roboto"/>
            </a:endParaRPr>
          </a:p>
        </p:txBody>
      </p:sp>
      <p:sp>
        <p:nvSpPr>
          <p:cNvPr id="642" name="Google Shape;642;p69"/>
          <p:cNvSpPr txBox="1"/>
          <p:nvPr/>
        </p:nvSpPr>
        <p:spPr>
          <a:xfrm>
            <a:off x="9959484" y="2457880"/>
            <a:ext cx="2085300" cy="4110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n" sz="2000" u="none" cap="none" strike="noStrike">
                <a:solidFill>
                  <a:schemeClr val="accent6"/>
                </a:solidFill>
                <a:latin typeface="Roboto"/>
                <a:ea typeface="Roboto"/>
                <a:cs typeface="Roboto"/>
                <a:sym typeface="Roboto"/>
              </a:rPr>
              <a:t>dynamic storage</a:t>
            </a:r>
            <a:endParaRPr b="0" i="1" sz="2000" u="none" cap="none" strike="noStrike">
              <a:solidFill>
                <a:schemeClr val="accent6"/>
              </a:solidFill>
              <a:latin typeface="Roboto"/>
              <a:ea typeface="Roboto"/>
              <a:cs typeface="Roboto"/>
              <a:sym typeface="Roboto"/>
            </a:endParaRPr>
          </a:p>
        </p:txBody>
      </p:sp>
      <p:grpSp>
        <p:nvGrpSpPr>
          <p:cNvPr id="643" name="Google Shape;643;p69"/>
          <p:cNvGrpSpPr/>
          <p:nvPr/>
        </p:nvGrpSpPr>
        <p:grpSpPr>
          <a:xfrm>
            <a:off x="13462078" y="3739773"/>
            <a:ext cx="2204190" cy="2504623"/>
            <a:chOff x="5716216" y="3263417"/>
            <a:chExt cx="2320200" cy="2637000"/>
          </a:xfrm>
        </p:grpSpPr>
        <p:sp>
          <p:nvSpPr>
            <p:cNvPr id="644" name="Google Shape;644;p69"/>
            <p:cNvSpPr/>
            <p:nvPr/>
          </p:nvSpPr>
          <p:spPr>
            <a:xfrm>
              <a:off x="5716216" y="3263417"/>
              <a:ext cx="2320200" cy="2637000"/>
            </a:xfrm>
            <a:prstGeom prst="roundRect">
              <a:avLst>
                <a:gd fmla="val 7209" name="adj"/>
              </a:avLst>
            </a:prstGeom>
            <a:solidFill>
              <a:srgbClr val="B7D1FA">
                <a:alpha val="49800"/>
              </a:srgbClr>
            </a:solidFill>
            <a:ln cap="flat" cmpd="sng" w="19050">
              <a:solidFill>
                <a:srgbClr val="0D5BD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645" name="Google Shape;645;p69"/>
            <p:cNvGrpSpPr/>
            <p:nvPr/>
          </p:nvGrpSpPr>
          <p:grpSpPr>
            <a:xfrm>
              <a:off x="5906186" y="3351190"/>
              <a:ext cx="1940260" cy="1828343"/>
              <a:chOff x="6010457" y="3351190"/>
              <a:chExt cx="1940260" cy="1828343"/>
            </a:xfrm>
          </p:grpSpPr>
          <p:pic>
            <p:nvPicPr>
              <p:cNvPr descr="App-Engine_256px.png" id="646" name="Google Shape;646;p69"/>
              <p:cNvPicPr preferRelativeResize="0"/>
              <p:nvPr/>
            </p:nvPicPr>
            <p:blipFill rotWithShape="1">
              <a:blip r:embed="rId8">
                <a:alphaModFix amt="40000"/>
              </a:blip>
              <a:srcRect b="5092" l="0" r="0" t="5092"/>
              <a:stretch/>
            </p:blipFill>
            <p:spPr>
              <a:xfrm>
                <a:off x="6530758" y="3351190"/>
                <a:ext cx="1419959" cy="1404598"/>
              </a:xfrm>
              <a:prstGeom prst="rect">
                <a:avLst/>
              </a:prstGeom>
              <a:noFill/>
              <a:ln>
                <a:noFill/>
              </a:ln>
            </p:spPr>
          </p:pic>
          <p:pic>
            <p:nvPicPr>
              <p:cNvPr descr="App-Engine_256px.png" id="647" name="Google Shape;647;p69"/>
              <p:cNvPicPr preferRelativeResize="0"/>
              <p:nvPr/>
            </p:nvPicPr>
            <p:blipFill rotWithShape="1">
              <a:blip r:embed="rId8">
                <a:alphaModFix amt="70000"/>
              </a:blip>
              <a:srcRect b="5092" l="0" r="0" t="5092"/>
              <a:stretch/>
            </p:blipFill>
            <p:spPr>
              <a:xfrm>
                <a:off x="6270608" y="3556701"/>
                <a:ext cx="1419959" cy="1404598"/>
              </a:xfrm>
              <a:prstGeom prst="rect">
                <a:avLst/>
              </a:prstGeom>
              <a:noFill/>
              <a:ln>
                <a:noFill/>
              </a:ln>
            </p:spPr>
          </p:pic>
          <p:pic>
            <p:nvPicPr>
              <p:cNvPr id="648" name="Google Shape;648;p69"/>
              <p:cNvPicPr preferRelativeResize="0"/>
              <p:nvPr/>
            </p:nvPicPr>
            <p:blipFill rotWithShape="1">
              <a:blip r:embed="rId9">
                <a:alphaModFix/>
              </a:blip>
              <a:srcRect b="99" l="0" r="0" t="89"/>
              <a:stretch/>
            </p:blipFill>
            <p:spPr>
              <a:xfrm>
                <a:off x="6010457" y="3762213"/>
                <a:ext cx="1419959" cy="1417320"/>
              </a:xfrm>
              <a:prstGeom prst="rect">
                <a:avLst/>
              </a:prstGeom>
              <a:noFill/>
              <a:ln>
                <a:noFill/>
              </a:ln>
            </p:spPr>
          </p:pic>
        </p:grpSp>
        <p:sp>
          <p:nvSpPr>
            <p:cNvPr id="649" name="Google Shape;649;p69"/>
            <p:cNvSpPr txBox="1"/>
            <p:nvPr/>
          </p:nvSpPr>
          <p:spPr>
            <a:xfrm>
              <a:off x="5906266" y="5147738"/>
              <a:ext cx="1940100" cy="6522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i="0" lang="en" sz="2000" u="none" cap="none" strike="noStrike">
                  <a:solidFill>
                    <a:schemeClr val="accent2"/>
                  </a:solidFill>
                  <a:latin typeface="Google Sans"/>
                  <a:ea typeface="Google Sans"/>
                  <a:cs typeface="Google Sans"/>
                  <a:sym typeface="Google Sans"/>
                </a:rPr>
                <a:t>App Engine</a:t>
              </a:r>
              <a:endParaRPr i="0" sz="2000" u="none" cap="none" strike="noStrike">
                <a:solidFill>
                  <a:schemeClr val="accent2"/>
                </a:solidFill>
                <a:latin typeface="Google Sans"/>
                <a:ea typeface="Google Sans"/>
                <a:cs typeface="Google Sans"/>
                <a:sym typeface="Google Sans"/>
              </a:endParaRPr>
            </a:p>
            <a:p>
              <a:pPr indent="0" lvl="0" marL="0" marR="0" rtl="0" algn="ctr">
                <a:lnSpc>
                  <a:spcPct val="100000"/>
                </a:lnSpc>
                <a:spcBef>
                  <a:spcPts val="0"/>
                </a:spcBef>
                <a:spcAft>
                  <a:spcPts val="0"/>
                </a:spcAft>
                <a:buClr>
                  <a:srgbClr val="000000"/>
                </a:buClr>
                <a:buSzPts val="1200"/>
                <a:buFont typeface="Arial"/>
                <a:buNone/>
              </a:pPr>
              <a:r>
                <a:rPr lang="en" sz="2000">
                  <a:solidFill>
                    <a:schemeClr val="lt1"/>
                  </a:solidFill>
                  <a:latin typeface="Roboto"/>
                  <a:ea typeface="Roboto"/>
                  <a:cs typeface="Roboto"/>
                  <a:sym typeface="Roboto"/>
                </a:rPr>
                <a:t>Back </a:t>
              </a:r>
              <a:r>
                <a:rPr lang="en" sz="2000">
                  <a:solidFill>
                    <a:schemeClr val="lt1"/>
                  </a:solidFill>
                  <a:latin typeface="Roboto"/>
                  <a:ea typeface="Roboto"/>
                  <a:cs typeface="Roboto"/>
                  <a:sym typeface="Roboto"/>
                </a:rPr>
                <a:t>e</a:t>
              </a:r>
              <a:r>
                <a:rPr i="0" lang="en" sz="2000" u="none" cap="none" strike="noStrike">
                  <a:solidFill>
                    <a:schemeClr val="lt1"/>
                  </a:solidFill>
                  <a:latin typeface="Roboto"/>
                  <a:ea typeface="Roboto"/>
                  <a:cs typeface="Roboto"/>
                  <a:sym typeface="Roboto"/>
                </a:rPr>
                <a:t>nd</a:t>
              </a:r>
              <a:endParaRPr i="0" sz="2000" u="none" cap="none" strike="noStrike">
                <a:solidFill>
                  <a:schemeClr val="lt1"/>
                </a:solidFill>
                <a:latin typeface="Roboto"/>
                <a:ea typeface="Roboto"/>
                <a:cs typeface="Roboto"/>
                <a:sym typeface="Roboto"/>
              </a:endParaRPr>
            </a:p>
          </p:txBody>
        </p:sp>
      </p:grpSp>
      <p:cxnSp>
        <p:nvCxnSpPr>
          <p:cNvPr id="650" name="Google Shape;650;p69"/>
          <p:cNvCxnSpPr>
            <a:stCxn id="637" idx="3"/>
            <a:endCxn id="644" idx="2"/>
          </p:cNvCxnSpPr>
          <p:nvPr/>
        </p:nvCxnSpPr>
        <p:spPr>
          <a:xfrm flipH="1" rot="10800000">
            <a:off x="11808778" y="6244517"/>
            <a:ext cx="2755500" cy="1684800"/>
          </a:xfrm>
          <a:prstGeom prst="bentConnector2">
            <a:avLst/>
          </a:prstGeom>
          <a:noFill/>
          <a:ln cap="flat" cmpd="sng" w="28575">
            <a:solidFill>
              <a:schemeClr val="accent2"/>
            </a:solidFill>
            <a:prstDash val="solid"/>
            <a:round/>
            <a:headEnd len="med" w="med" type="none"/>
            <a:tailEnd len="med" w="med" type="stealth"/>
          </a:ln>
        </p:spPr>
      </p:cxnSp>
      <p:sp>
        <p:nvSpPr>
          <p:cNvPr id="651" name="Google Shape;651;p69"/>
          <p:cNvSpPr/>
          <p:nvPr/>
        </p:nvSpPr>
        <p:spPr>
          <a:xfrm>
            <a:off x="8197926" y="4374351"/>
            <a:ext cx="399300" cy="411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69"/>
          <p:cNvSpPr/>
          <p:nvPr/>
        </p:nvSpPr>
        <p:spPr>
          <a:xfrm>
            <a:off x="8197926" y="5098004"/>
            <a:ext cx="399300" cy="411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53" name="Google Shape;653;p69"/>
          <p:cNvCxnSpPr>
            <a:stCxn id="651" idx="3"/>
            <a:endCxn id="610" idx="1"/>
          </p:cNvCxnSpPr>
          <p:nvPr/>
        </p:nvCxnSpPr>
        <p:spPr>
          <a:xfrm flipH="1" rot="10800000">
            <a:off x="8597226" y="3962451"/>
            <a:ext cx="1419900" cy="617400"/>
          </a:xfrm>
          <a:prstGeom prst="bentConnector3">
            <a:avLst>
              <a:gd fmla="val 50004" name="adj1"/>
            </a:avLst>
          </a:prstGeom>
          <a:noFill/>
          <a:ln cap="flat" cmpd="sng" w="28575">
            <a:solidFill>
              <a:schemeClr val="accent2"/>
            </a:solidFill>
            <a:prstDash val="solid"/>
            <a:round/>
            <a:headEnd len="med" w="med" type="triangle"/>
            <a:tailEnd len="med" w="med" type="triangle"/>
          </a:ln>
        </p:spPr>
      </p:cxnSp>
      <p:cxnSp>
        <p:nvCxnSpPr>
          <p:cNvPr id="654" name="Google Shape;654;p69"/>
          <p:cNvCxnSpPr>
            <a:stCxn id="652" idx="3"/>
            <a:endCxn id="606" idx="1"/>
          </p:cNvCxnSpPr>
          <p:nvPr/>
        </p:nvCxnSpPr>
        <p:spPr>
          <a:xfrm>
            <a:off x="8597226" y="5303504"/>
            <a:ext cx="1419900" cy="718500"/>
          </a:xfrm>
          <a:prstGeom prst="bentConnector3">
            <a:avLst>
              <a:gd fmla="val 50004" name="adj1"/>
            </a:avLst>
          </a:prstGeom>
          <a:noFill/>
          <a:ln cap="flat" cmpd="sng" w="28575">
            <a:solidFill>
              <a:schemeClr val="accent2"/>
            </a:solidFill>
            <a:prstDash val="solid"/>
            <a:round/>
            <a:headEnd len="med" w="med" type="triangle"/>
            <a:tailEnd len="med" w="med" type="triangle"/>
          </a:ln>
        </p:spPr>
      </p:cxnSp>
      <p:sp>
        <p:nvSpPr>
          <p:cNvPr id="655" name="Google Shape;655;p69"/>
          <p:cNvSpPr/>
          <p:nvPr/>
        </p:nvSpPr>
        <p:spPr>
          <a:xfrm>
            <a:off x="13482477" y="4374351"/>
            <a:ext cx="399300" cy="411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 name="Google Shape;656;p69"/>
          <p:cNvSpPr/>
          <p:nvPr/>
        </p:nvSpPr>
        <p:spPr>
          <a:xfrm>
            <a:off x="13482477" y="5098004"/>
            <a:ext cx="399300" cy="411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57" name="Google Shape;657;p69"/>
          <p:cNvCxnSpPr>
            <a:stCxn id="610" idx="3"/>
            <a:endCxn id="655" idx="1"/>
          </p:cNvCxnSpPr>
          <p:nvPr/>
        </p:nvCxnSpPr>
        <p:spPr>
          <a:xfrm>
            <a:off x="12144598" y="3962520"/>
            <a:ext cx="1338000" cy="617400"/>
          </a:xfrm>
          <a:prstGeom prst="bentConnector3">
            <a:avLst>
              <a:gd fmla="val 49996" name="adj1"/>
            </a:avLst>
          </a:prstGeom>
          <a:noFill/>
          <a:ln cap="flat" cmpd="sng" w="28575">
            <a:solidFill>
              <a:schemeClr val="accent2"/>
            </a:solidFill>
            <a:prstDash val="solid"/>
            <a:round/>
            <a:headEnd len="med" w="med" type="triangle"/>
            <a:tailEnd len="med" w="med" type="triangle"/>
          </a:ln>
        </p:spPr>
      </p:cxnSp>
      <p:cxnSp>
        <p:nvCxnSpPr>
          <p:cNvPr id="658" name="Google Shape;658;p69"/>
          <p:cNvCxnSpPr>
            <a:stCxn id="606" idx="3"/>
            <a:endCxn id="656" idx="1"/>
          </p:cNvCxnSpPr>
          <p:nvPr/>
        </p:nvCxnSpPr>
        <p:spPr>
          <a:xfrm flipH="1" rot="10800000">
            <a:off x="12145453" y="5303474"/>
            <a:ext cx="1337100" cy="718500"/>
          </a:xfrm>
          <a:prstGeom prst="bentConnector3">
            <a:avLst>
              <a:gd fmla="val 49996" name="adj1"/>
            </a:avLst>
          </a:prstGeom>
          <a:noFill/>
          <a:ln cap="flat" cmpd="sng" w="28575">
            <a:solidFill>
              <a:schemeClr val="accent2"/>
            </a:solidFill>
            <a:prstDash val="solid"/>
            <a:round/>
            <a:headEnd len="med" w="med" type="triangle"/>
            <a:tailEnd len="med" w="med" type="triangle"/>
          </a:ln>
        </p:spPr>
      </p:cxnSp>
      <p:sp>
        <p:nvSpPr>
          <p:cNvPr id="659" name="Google Shape;659;p69"/>
          <p:cNvSpPr/>
          <p:nvPr/>
        </p:nvSpPr>
        <p:spPr>
          <a:xfrm>
            <a:off x="7067242" y="5823770"/>
            <a:ext cx="399300" cy="411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p69"/>
          <p:cNvSpPr/>
          <p:nvPr/>
        </p:nvSpPr>
        <p:spPr>
          <a:xfrm>
            <a:off x="7501589" y="5823770"/>
            <a:ext cx="399300" cy="411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61" name="Google Shape;661;p69"/>
          <p:cNvCxnSpPr>
            <a:stCxn id="659" idx="2"/>
            <a:endCxn id="630" idx="0"/>
          </p:cNvCxnSpPr>
          <p:nvPr/>
        </p:nvCxnSpPr>
        <p:spPr>
          <a:xfrm rot="5400000">
            <a:off x="6438742" y="6237020"/>
            <a:ext cx="830400" cy="825900"/>
          </a:xfrm>
          <a:prstGeom prst="bentConnector3">
            <a:avLst>
              <a:gd fmla="val 49999" name="adj1"/>
            </a:avLst>
          </a:prstGeom>
          <a:noFill/>
          <a:ln cap="flat" cmpd="sng" w="28575">
            <a:solidFill>
              <a:schemeClr val="accent2"/>
            </a:solidFill>
            <a:prstDash val="solid"/>
            <a:round/>
            <a:headEnd len="med" w="med" type="triangle"/>
            <a:tailEnd len="med" w="med" type="triangle"/>
          </a:ln>
        </p:spPr>
      </p:cxnSp>
      <p:cxnSp>
        <p:nvCxnSpPr>
          <p:cNvPr id="662" name="Google Shape;662;p69"/>
          <p:cNvCxnSpPr>
            <a:stCxn id="660" idx="2"/>
            <a:endCxn id="614" idx="0"/>
          </p:cNvCxnSpPr>
          <p:nvPr/>
        </p:nvCxnSpPr>
        <p:spPr>
          <a:xfrm flipH="1" rot="-5400000">
            <a:off x="7723289" y="6212720"/>
            <a:ext cx="830400" cy="874500"/>
          </a:xfrm>
          <a:prstGeom prst="bentConnector3">
            <a:avLst>
              <a:gd fmla="val 49999" name="adj1"/>
            </a:avLst>
          </a:prstGeom>
          <a:noFill/>
          <a:ln cap="flat" cmpd="sng" w="28575">
            <a:solidFill>
              <a:schemeClr val="accent2"/>
            </a:solidFill>
            <a:prstDash val="solid"/>
            <a:round/>
            <a:headEnd len="med" w="med" type="triangle"/>
            <a:tailEnd len="med" w="med" type="triangle"/>
          </a:ln>
        </p:spPr>
      </p:cxnSp>
      <p:sp>
        <p:nvSpPr>
          <p:cNvPr id="663" name="Google Shape;663;p69"/>
          <p:cNvSpPr txBox="1"/>
          <p:nvPr>
            <p:ph type="title"/>
          </p:nvPr>
        </p:nvSpPr>
        <p:spPr>
          <a:xfrm>
            <a:off x="1672475" y="1154875"/>
            <a:ext cx="147753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 App Engine architecture example</a:t>
            </a:r>
            <a:endParaRPr/>
          </a:p>
        </p:txBody>
      </p:sp>
      <p:sp>
        <p:nvSpPr>
          <p:cNvPr id="628" name="Google Shape;628;p69"/>
          <p:cNvSpPr/>
          <p:nvPr/>
        </p:nvSpPr>
        <p:spPr>
          <a:xfrm>
            <a:off x="3581400" y="4425325"/>
            <a:ext cx="109200" cy="154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69"/>
          <p:cNvSpPr/>
          <p:nvPr/>
        </p:nvSpPr>
        <p:spPr>
          <a:xfrm>
            <a:off x="3581400" y="5339725"/>
            <a:ext cx="109200" cy="154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p69"/>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13">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8" name="Shape 668"/>
        <p:cNvGrpSpPr/>
        <p:nvPr/>
      </p:nvGrpSpPr>
      <p:grpSpPr>
        <a:xfrm>
          <a:off x="0" y="0"/>
          <a:ext cx="0" cy="0"/>
          <a:chOff x="0" y="0"/>
          <a:chExt cx="0" cy="0"/>
        </a:xfrm>
      </p:grpSpPr>
      <p:grpSp>
        <p:nvGrpSpPr>
          <p:cNvPr id="669" name="Google Shape;669;p70"/>
          <p:cNvGrpSpPr/>
          <p:nvPr/>
        </p:nvGrpSpPr>
        <p:grpSpPr>
          <a:xfrm>
            <a:off x="2379718" y="2360292"/>
            <a:ext cx="3272670" cy="3158699"/>
            <a:chOff x="1828628" y="2300974"/>
            <a:chExt cx="3519000" cy="3394626"/>
          </a:xfrm>
        </p:grpSpPr>
        <p:pic>
          <p:nvPicPr>
            <p:cNvPr id="670" name="Google Shape;670;p70"/>
            <p:cNvPicPr preferRelativeResize="0"/>
            <p:nvPr/>
          </p:nvPicPr>
          <p:blipFill>
            <a:blip r:embed="rId3">
              <a:alphaModFix/>
            </a:blip>
            <a:stretch>
              <a:fillRect/>
            </a:stretch>
          </p:blipFill>
          <p:spPr>
            <a:xfrm>
              <a:off x="2166069" y="2300974"/>
              <a:ext cx="3035515" cy="2664373"/>
            </a:xfrm>
            <a:prstGeom prst="rect">
              <a:avLst/>
            </a:prstGeom>
            <a:noFill/>
            <a:ln>
              <a:noFill/>
            </a:ln>
          </p:spPr>
        </p:pic>
        <p:sp>
          <p:nvSpPr>
            <p:cNvPr id="671" name="Google Shape;671;p70"/>
            <p:cNvSpPr txBox="1"/>
            <p:nvPr/>
          </p:nvSpPr>
          <p:spPr>
            <a:xfrm>
              <a:off x="1828628" y="5155000"/>
              <a:ext cx="3519000" cy="540600"/>
            </a:xfrm>
            <a:prstGeom prst="rect">
              <a:avLst/>
            </a:prstGeom>
            <a:solidFill>
              <a:srgbClr val="F3F3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200">
                  <a:solidFill>
                    <a:schemeClr val="lt1"/>
                  </a:solidFill>
                  <a:latin typeface="Roboto"/>
                  <a:ea typeface="Roboto"/>
                  <a:cs typeface="Roboto"/>
                  <a:sym typeface="Roboto"/>
                </a:rPr>
                <a:t>Multiple storage options</a:t>
              </a:r>
              <a:endParaRPr sz="2200">
                <a:solidFill>
                  <a:schemeClr val="lt1"/>
                </a:solidFill>
                <a:latin typeface="Roboto"/>
                <a:ea typeface="Roboto"/>
                <a:cs typeface="Roboto"/>
                <a:sym typeface="Roboto"/>
              </a:endParaRPr>
            </a:p>
          </p:txBody>
        </p:sp>
      </p:grpSp>
      <p:grpSp>
        <p:nvGrpSpPr>
          <p:cNvPr id="672" name="Google Shape;672;p70"/>
          <p:cNvGrpSpPr/>
          <p:nvPr/>
        </p:nvGrpSpPr>
        <p:grpSpPr>
          <a:xfrm>
            <a:off x="7512419" y="3024279"/>
            <a:ext cx="3273000" cy="2494015"/>
            <a:chOff x="7512419" y="3176679"/>
            <a:chExt cx="3273000" cy="2494015"/>
          </a:xfrm>
        </p:grpSpPr>
        <p:grpSp>
          <p:nvGrpSpPr>
            <p:cNvPr id="673" name="Google Shape;673;p70"/>
            <p:cNvGrpSpPr/>
            <p:nvPr/>
          </p:nvGrpSpPr>
          <p:grpSpPr>
            <a:xfrm>
              <a:off x="8256268" y="3176679"/>
              <a:ext cx="1793828" cy="1707451"/>
              <a:chOff x="8075252" y="2850772"/>
              <a:chExt cx="1928847" cy="1834983"/>
            </a:xfrm>
          </p:grpSpPr>
          <p:sp>
            <p:nvSpPr>
              <p:cNvPr id="674" name="Google Shape;674;p70"/>
              <p:cNvSpPr/>
              <p:nvPr/>
            </p:nvSpPr>
            <p:spPr>
              <a:xfrm>
                <a:off x="8075252" y="3378265"/>
                <a:ext cx="1217100" cy="1217100"/>
              </a:xfrm>
              <a:prstGeom prst="roundRect">
                <a:avLst>
                  <a:gd fmla="val 16667" name="adj"/>
                </a:avLst>
              </a:prstGeom>
              <a:noFill/>
              <a:ln cap="flat" cmpd="sng" w="152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 name="Google Shape;675;p70"/>
              <p:cNvSpPr/>
              <p:nvPr/>
            </p:nvSpPr>
            <p:spPr>
              <a:xfrm>
                <a:off x="8602199" y="2850772"/>
                <a:ext cx="1401900" cy="1396200"/>
              </a:xfrm>
              <a:prstGeom prst="roundRect">
                <a:avLst>
                  <a:gd fmla="val 16667" name="adj"/>
                </a:avLst>
              </a:prstGeom>
              <a:noFill/>
              <a:ln cap="flat" cmpd="sng" w="1524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 name="Google Shape;676;p70"/>
              <p:cNvSpPr/>
              <p:nvPr/>
            </p:nvSpPr>
            <p:spPr>
              <a:xfrm>
                <a:off x="8226602" y="3847855"/>
                <a:ext cx="841800" cy="837900"/>
              </a:xfrm>
              <a:prstGeom prst="roundRect">
                <a:avLst>
                  <a:gd fmla="val 16667" name="adj"/>
                </a:avLst>
              </a:prstGeom>
              <a:solidFill>
                <a:srgbClr val="FFFFFF"/>
              </a:solidFill>
              <a:ln cap="flat" cmpd="sng" w="15240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 name="Google Shape;677;p70"/>
              <p:cNvSpPr/>
              <p:nvPr/>
            </p:nvSpPr>
            <p:spPr>
              <a:xfrm rot="-2685661">
                <a:off x="8477819" y="3429098"/>
                <a:ext cx="1373143" cy="564060"/>
              </a:xfrm>
              <a:prstGeom prst="rightArrow">
                <a:avLst>
                  <a:gd fmla="val 50000" name="adj1"/>
                  <a:gd fmla="val 60349" name="adj2"/>
                </a:avLst>
              </a:prstGeom>
              <a:solidFill>
                <a:schemeClr val="accent5"/>
              </a:solidFill>
              <a:ln cap="flat" cmpd="sng" w="1143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78" name="Google Shape;678;p70"/>
            <p:cNvSpPr txBox="1"/>
            <p:nvPr/>
          </p:nvSpPr>
          <p:spPr>
            <a:xfrm>
              <a:off x="7512419" y="5167894"/>
              <a:ext cx="3273000" cy="502800"/>
            </a:xfrm>
            <a:prstGeom prst="rect">
              <a:avLst/>
            </a:prstGeom>
            <a:solidFill>
              <a:srgbClr val="F3F3F3"/>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200">
                  <a:solidFill>
                    <a:schemeClr val="lt1"/>
                  </a:solidFill>
                  <a:latin typeface="Roboto"/>
                  <a:ea typeface="Roboto"/>
                  <a:cs typeface="Roboto"/>
                  <a:sym typeface="Roboto"/>
                </a:rPr>
                <a:t>Automatic scaling</a:t>
              </a:r>
              <a:endParaRPr sz="2200">
                <a:solidFill>
                  <a:schemeClr val="lt1"/>
                </a:solidFill>
                <a:latin typeface="Roboto"/>
                <a:ea typeface="Roboto"/>
                <a:cs typeface="Roboto"/>
                <a:sym typeface="Roboto"/>
              </a:endParaRPr>
            </a:p>
          </p:txBody>
        </p:sp>
      </p:grpSp>
      <p:grpSp>
        <p:nvGrpSpPr>
          <p:cNvPr id="679" name="Google Shape;679;p70"/>
          <p:cNvGrpSpPr/>
          <p:nvPr/>
        </p:nvGrpSpPr>
        <p:grpSpPr>
          <a:xfrm>
            <a:off x="12645450" y="2360292"/>
            <a:ext cx="3272670" cy="3158699"/>
            <a:chOff x="12867050" y="2300975"/>
            <a:chExt cx="3519000" cy="3394625"/>
          </a:xfrm>
        </p:grpSpPr>
        <p:pic>
          <p:nvPicPr>
            <p:cNvPr id="680" name="Google Shape;680;p70"/>
            <p:cNvPicPr preferRelativeResize="0"/>
            <p:nvPr/>
          </p:nvPicPr>
          <p:blipFill>
            <a:blip r:embed="rId4">
              <a:alphaModFix/>
            </a:blip>
            <a:stretch>
              <a:fillRect/>
            </a:stretch>
          </p:blipFill>
          <p:spPr>
            <a:xfrm>
              <a:off x="13260076" y="2300975"/>
              <a:ext cx="2694042" cy="2721756"/>
            </a:xfrm>
            <a:prstGeom prst="rect">
              <a:avLst/>
            </a:prstGeom>
            <a:noFill/>
            <a:ln>
              <a:noFill/>
            </a:ln>
          </p:spPr>
        </p:pic>
        <p:sp>
          <p:nvSpPr>
            <p:cNvPr id="681" name="Google Shape;681;p70"/>
            <p:cNvSpPr txBox="1"/>
            <p:nvPr/>
          </p:nvSpPr>
          <p:spPr>
            <a:xfrm>
              <a:off x="12867050" y="5155000"/>
              <a:ext cx="3519000" cy="540600"/>
            </a:xfrm>
            <a:prstGeom prst="rect">
              <a:avLst/>
            </a:prstGeom>
            <a:solidFill>
              <a:srgbClr val="F3F3F3"/>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200">
                  <a:solidFill>
                    <a:schemeClr val="lt1"/>
                  </a:solidFill>
                  <a:latin typeface="Roboto"/>
                  <a:ea typeface="Roboto"/>
                  <a:cs typeface="Roboto"/>
                  <a:sym typeface="Roboto"/>
                </a:rPr>
                <a:t>Load balancing</a:t>
              </a:r>
              <a:endParaRPr sz="2200">
                <a:solidFill>
                  <a:schemeClr val="lt1"/>
                </a:solidFill>
                <a:latin typeface="Roboto"/>
                <a:ea typeface="Roboto"/>
                <a:cs typeface="Roboto"/>
                <a:sym typeface="Roboto"/>
              </a:endParaRPr>
            </a:p>
          </p:txBody>
        </p:sp>
      </p:grpSp>
      <p:grpSp>
        <p:nvGrpSpPr>
          <p:cNvPr id="682" name="Google Shape;682;p70"/>
          <p:cNvGrpSpPr/>
          <p:nvPr/>
        </p:nvGrpSpPr>
        <p:grpSpPr>
          <a:xfrm>
            <a:off x="12645450" y="5981920"/>
            <a:ext cx="3272670" cy="3098164"/>
            <a:chOff x="12867050" y="5947431"/>
            <a:chExt cx="3519000" cy="3329569"/>
          </a:xfrm>
        </p:grpSpPr>
        <p:pic>
          <p:nvPicPr>
            <p:cNvPr id="683" name="Google Shape;683;p70"/>
            <p:cNvPicPr preferRelativeResize="0"/>
            <p:nvPr/>
          </p:nvPicPr>
          <p:blipFill>
            <a:blip r:embed="rId5">
              <a:alphaModFix/>
            </a:blip>
            <a:stretch>
              <a:fillRect/>
            </a:stretch>
          </p:blipFill>
          <p:spPr>
            <a:xfrm>
              <a:off x="13155910" y="5947431"/>
              <a:ext cx="2825686" cy="2678592"/>
            </a:xfrm>
            <a:prstGeom prst="rect">
              <a:avLst/>
            </a:prstGeom>
            <a:noFill/>
            <a:ln>
              <a:noFill/>
            </a:ln>
          </p:spPr>
        </p:pic>
        <p:sp>
          <p:nvSpPr>
            <p:cNvPr id="684" name="Google Shape;684;p70"/>
            <p:cNvSpPr txBox="1"/>
            <p:nvPr/>
          </p:nvSpPr>
          <p:spPr>
            <a:xfrm>
              <a:off x="12867050" y="8736400"/>
              <a:ext cx="3519000" cy="540600"/>
            </a:xfrm>
            <a:prstGeom prst="rect">
              <a:avLst/>
            </a:prstGeom>
            <a:solidFill>
              <a:srgbClr val="F3F3F3"/>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200">
                  <a:solidFill>
                    <a:schemeClr val="lt1"/>
                  </a:solidFill>
                  <a:latin typeface="Roboto"/>
                  <a:ea typeface="Roboto"/>
                  <a:cs typeface="Roboto"/>
                  <a:sym typeface="Roboto"/>
                </a:rPr>
                <a:t>Security</a:t>
              </a:r>
              <a:endParaRPr sz="2200">
                <a:solidFill>
                  <a:schemeClr val="lt1"/>
                </a:solidFill>
                <a:latin typeface="Roboto"/>
                <a:ea typeface="Roboto"/>
                <a:cs typeface="Roboto"/>
                <a:sym typeface="Roboto"/>
              </a:endParaRPr>
            </a:p>
          </p:txBody>
        </p:sp>
      </p:grpSp>
      <p:grpSp>
        <p:nvGrpSpPr>
          <p:cNvPr id="685" name="Google Shape;685;p70"/>
          <p:cNvGrpSpPr/>
          <p:nvPr/>
        </p:nvGrpSpPr>
        <p:grpSpPr>
          <a:xfrm>
            <a:off x="7353324" y="6323798"/>
            <a:ext cx="3547065" cy="2755262"/>
            <a:chOff x="7411094" y="6399998"/>
            <a:chExt cx="3547065" cy="2755262"/>
          </a:xfrm>
        </p:grpSpPr>
        <p:sp>
          <p:nvSpPr>
            <p:cNvPr id="686" name="Google Shape;686;p70"/>
            <p:cNvSpPr txBox="1"/>
            <p:nvPr/>
          </p:nvSpPr>
          <p:spPr>
            <a:xfrm>
              <a:off x="7565270" y="8652460"/>
              <a:ext cx="3273000" cy="502800"/>
            </a:xfrm>
            <a:prstGeom prst="rect">
              <a:avLst/>
            </a:prstGeom>
            <a:solidFill>
              <a:srgbClr val="F3F3F3"/>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200">
                  <a:solidFill>
                    <a:schemeClr val="lt1"/>
                  </a:solidFill>
                  <a:latin typeface="Roboto"/>
                  <a:ea typeface="Roboto"/>
                  <a:cs typeface="Roboto"/>
                  <a:sym typeface="Roboto"/>
                </a:rPr>
                <a:t>Monitoring and logging</a:t>
              </a:r>
              <a:endParaRPr sz="2200">
                <a:solidFill>
                  <a:schemeClr val="lt1"/>
                </a:solidFill>
                <a:latin typeface="Roboto"/>
                <a:ea typeface="Roboto"/>
                <a:cs typeface="Roboto"/>
                <a:sym typeface="Roboto"/>
              </a:endParaRPr>
            </a:p>
          </p:txBody>
        </p:sp>
        <p:pic>
          <p:nvPicPr>
            <p:cNvPr id="687" name="Google Shape;687;p70"/>
            <p:cNvPicPr preferRelativeResize="0"/>
            <p:nvPr/>
          </p:nvPicPr>
          <p:blipFill>
            <a:blip r:embed="rId6">
              <a:alphaModFix/>
            </a:blip>
            <a:stretch>
              <a:fillRect/>
            </a:stretch>
          </p:blipFill>
          <p:spPr>
            <a:xfrm>
              <a:off x="7411094" y="6399998"/>
              <a:ext cx="3547065" cy="1864019"/>
            </a:xfrm>
            <a:prstGeom prst="rect">
              <a:avLst/>
            </a:prstGeom>
            <a:noFill/>
            <a:ln>
              <a:noFill/>
            </a:ln>
          </p:spPr>
        </p:pic>
      </p:grpSp>
      <p:grpSp>
        <p:nvGrpSpPr>
          <p:cNvPr id="688" name="Google Shape;688;p70"/>
          <p:cNvGrpSpPr/>
          <p:nvPr/>
        </p:nvGrpSpPr>
        <p:grpSpPr>
          <a:xfrm>
            <a:off x="2369880" y="6068007"/>
            <a:ext cx="3272670" cy="3012077"/>
            <a:chOff x="1818050" y="6039948"/>
            <a:chExt cx="3519000" cy="3237052"/>
          </a:xfrm>
        </p:grpSpPr>
        <p:sp>
          <p:nvSpPr>
            <p:cNvPr id="689" name="Google Shape;689;p70"/>
            <p:cNvSpPr txBox="1"/>
            <p:nvPr/>
          </p:nvSpPr>
          <p:spPr>
            <a:xfrm>
              <a:off x="1818050" y="8736400"/>
              <a:ext cx="3519000" cy="540600"/>
            </a:xfrm>
            <a:prstGeom prst="rect">
              <a:avLst/>
            </a:prstGeom>
            <a:solidFill>
              <a:srgbClr val="F3F3F3"/>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200">
                  <a:solidFill>
                    <a:schemeClr val="lt1"/>
                  </a:solidFill>
                  <a:latin typeface="Roboto"/>
                  <a:ea typeface="Roboto"/>
                  <a:cs typeface="Roboto"/>
                  <a:sym typeface="Roboto"/>
                </a:rPr>
                <a:t>App versioning</a:t>
              </a:r>
              <a:endParaRPr sz="2200">
                <a:solidFill>
                  <a:schemeClr val="lt1"/>
                </a:solidFill>
                <a:latin typeface="Roboto"/>
                <a:ea typeface="Roboto"/>
                <a:cs typeface="Roboto"/>
                <a:sym typeface="Roboto"/>
              </a:endParaRPr>
            </a:p>
          </p:txBody>
        </p:sp>
        <p:grpSp>
          <p:nvGrpSpPr>
            <p:cNvPr id="690" name="Google Shape;690;p70"/>
            <p:cNvGrpSpPr/>
            <p:nvPr/>
          </p:nvGrpSpPr>
          <p:grpSpPr>
            <a:xfrm>
              <a:off x="2351705" y="6039948"/>
              <a:ext cx="2451690" cy="2542493"/>
              <a:chOff x="2351707" y="6039948"/>
              <a:chExt cx="2451690" cy="2542493"/>
            </a:xfrm>
          </p:grpSpPr>
          <p:pic>
            <p:nvPicPr>
              <p:cNvPr id="691" name="Google Shape;691;p70"/>
              <p:cNvPicPr preferRelativeResize="0"/>
              <p:nvPr/>
            </p:nvPicPr>
            <p:blipFill>
              <a:blip r:embed="rId7">
                <a:alphaModFix/>
              </a:blip>
              <a:stretch>
                <a:fillRect/>
              </a:stretch>
            </p:blipFill>
            <p:spPr>
              <a:xfrm>
                <a:off x="2351707" y="6039948"/>
                <a:ext cx="1420094" cy="1629137"/>
              </a:xfrm>
              <a:prstGeom prst="rect">
                <a:avLst/>
              </a:prstGeom>
              <a:noFill/>
              <a:ln>
                <a:noFill/>
              </a:ln>
            </p:spPr>
          </p:pic>
          <p:pic>
            <p:nvPicPr>
              <p:cNvPr id="692" name="Google Shape;692;p70"/>
              <p:cNvPicPr preferRelativeResize="0"/>
              <p:nvPr/>
            </p:nvPicPr>
            <p:blipFill>
              <a:blip r:embed="rId8">
                <a:alphaModFix/>
              </a:blip>
              <a:stretch>
                <a:fillRect/>
              </a:stretch>
            </p:blipFill>
            <p:spPr>
              <a:xfrm>
                <a:off x="2833302" y="6487587"/>
                <a:ext cx="1471847" cy="1756044"/>
              </a:xfrm>
              <a:prstGeom prst="rect">
                <a:avLst/>
              </a:prstGeom>
              <a:noFill/>
              <a:ln>
                <a:noFill/>
              </a:ln>
            </p:spPr>
          </p:pic>
          <p:pic>
            <p:nvPicPr>
              <p:cNvPr id="693" name="Google Shape;693;p70"/>
              <p:cNvPicPr preferRelativeResize="0"/>
              <p:nvPr/>
            </p:nvPicPr>
            <p:blipFill>
              <a:blip r:embed="rId9">
                <a:alphaModFix/>
              </a:blip>
              <a:stretch>
                <a:fillRect/>
              </a:stretch>
            </p:blipFill>
            <p:spPr>
              <a:xfrm>
                <a:off x="3331550" y="6826397"/>
                <a:ext cx="1471847" cy="1756044"/>
              </a:xfrm>
              <a:prstGeom prst="rect">
                <a:avLst/>
              </a:prstGeom>
              <a:noFill/>
              <a:ln>
                <a:noFill/>
              </a:ln>
            </p:spPr>
          </p:pic>
          <p:sp>
            <p:nvSpPr>
              <p:cNvPr id="694" name="Google Shape;694;p70"/>
              <p:cNvSpPr txBox="1"/>
              <p:nvPr/>
            </p:nvSpPr>
            <p:spPr>
              <a:xfrm>
                <a:off x="2470550" y="6267125"/>
                <a:ext cx="697800" cy="348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rgbClr val="FFFFFF"/>
                    </a:solidFill>
                    <a:latin typeface="Google Sans"/>
                    <a:ea typeface="Google Sans"/>
                    <a:cs typeface="Google Sans"/>
                    <a:sym typeface="Google Sans"/>
                  </a:rPr>
                  <a:t>V1.1</a:t>
                </a:r>
                <a:endParaRPr sz="1800">
                  <a:solidFill>
                    <a:srgbClr val="FFFFFF"/>
                  </a:solidFill>
                  <a:latin typeface="Google Sans"/>
                  <a:ea typeface="Google Sans"/>
                  <a:cs typeface="Google Sans"/>
                  <a:sym typeface="Google Sans"/>
                </a:endParaRPr>
              </a:p>
            </p:txBody>
          </p:sp>
          <p:sp>
            <p:nvSpPr>
              <p:cNvPr id="695" name="Google Shape;695;p70"/>
              <p:cNvSpPr txBox="1"/>
              <p:nvPr/>
            </p:nvSpPr>
            <p:spPr>
              <a:xfrm>
                <a:off x="2927750" y="6748272"/>
                <a:ext cx="697800" cy="348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rgbClr val="FFFFFF"/>
                    </a:solidFill>
                    <a:latin typeface="Google Sans"/>
                    <a:ea typeface="Google Sans"/>
                    <a:cs typeface="Google Sans"/>
                    <a:sym typeface="Google Sans"/>
                  </a:rPr>
                  <a:t>V1.2</a:t>
                </a:r>
                <a:endParaRPr sz="1800">
                  <a:solidFill>
                    <a:srgbClr val="FFFFFF"/>
                  </a:solidFill>
                  <a:latin typeface="Google Sans"/>
                  <a:ea typeface="Google Sans"/>
                  <a:cs typeface="Google Sans"/>
                  <a:sym typeface="Google Sans"/>
                </a:endParaRPr>
              </a:p>
            </p:txBody>
          </p:sp>
          <p:sp>
            <p:nvSpPr>
              <p:cNvPr id="696" name="Google Shape;696;p70"/>
              <p:cNvSpPr txBox="1"/>
              <p:nvPr/>
            </p:nvSpPr>
            <p:spPr>
              <a:xfrm>
                <a:off x="3384950" y="7086600"/>
                <a:ext cx="697800" cy="348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rgbClr val="FFFFFF"/>
                    </a:solidFill>
                    <a:latin typeface="Google Sans"/>
                    <a:ea typeface="Google Sans"/>
                    <a:cs typeface="Google Sans"/>
                    <a:sym typeface="Google Sans"/>
                  </a:rPr>
                  <a:t>V1.3</a:t>
                </a:r>
                <a:endParaRPr sz="1800">
                  <a:solidFill>
                    <a:srgbClr val="FFFFFF"/>
                  </a:solidFill>
                  <a:latin typeface="Google Sans"/>
                  <a:ea typeface="Google Sans"/>
                  <a:cs typeface="Google Sans"/>
                  <a:sym typeface="Google Sans"/>
                </a:endParaRPr>
              </a:p>
            </p:txBody>
          </p:sp>
        </p:grpSp>
      </p:grpSp>
      <p:sp>
        <p:nvSpPr>
          <p:cNvPr id="697" name="Google Shape;697;p70"/>
          <p:cNvSpPr txBox="1"/>
          <p:nvPr>
            <p:ph type="title"/>
          </p:nvPr>
        </p:nvSpPr>
        <p:spPr>
          <a:xfrm>
            <a:off x="1672475" y="1154875"/>
            <a:ext cx="147753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App Engine addresses the key needs of developers</a:t>
            </a:r>
            <a:endParaRPr/>
          </a:p>
        </p:txBody>
      </p:sp>
      <p:sp>
        <p:nvSpPr>
          <p:cNvPr id="698" name="Google Shape;698;p70"/>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10">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cxnSp>
        <p:nvCxnSpPr>
          <p:cNvPr id="699" name="Google Shape;699;p70"/>
          <p:cNvCxnSpPr/>
          <p:nvPr/>
        </p:nvCxnSpPr>
        <p:spPr>
          <a:xfrm flipH="1" rot="10800000">
            <a:off x="2370200" y="5524625"/>
            <a:ext cx="3287700" cy="3900"/>
          </a:xfrm>
          <a:prstGeom prst="straightConnector1">
            <a:avLst/>
          </a:prstGeom>
          <a:noFill/>
          <a:ln cap="flat" cmpd="sng" w="9525">
            <a:solidFill>
              <a:schemeClr val="lt1"/>
            </a:solidFill>
            <a:prstDash val="solid"/>
            <a:round/>
            <a:headEnd len="med" w="med" type="none"/>
            <a:tailEnd len="med" w="med" type="none"/>
          </a:ln>
        </p:spPr>
      </p:cxnSp>
      <p:cxnSp>
        <p:nvCxnSpPr>
          <p:cNvPr id="700" name="Google Shape;700;p70"/>
          <p:cNvCxnSpPr/>
          <p:nvPr/>
        </p:nvCxnSpPr>
        <p:spPr>
          <a:xfrm>
            <a:off x="7515225" y="5524500"/>
            <a:ext cx="3255600" cy="0"/>
          </a:xfrm>
          <a:prstGeom prst="straightConnector1">
            <a:avLst/>
          </a:prstGeom>
          <a:noFill/>
          <a:ln cap="flat" cmpd="sng" w="9525">
            <a:solidFill>
              <a:schemeClr val="lt1"/>
            </a:solidFill>
            <a:prstDash val="solid"/>
            <a:round/>
            <a:headEnd len="med" w="med" type="none"/>
            <a:tailEnd len="med" w="med" type="none"/>
          </a:ln>
        </p:spPr>
      </p:cxnSp>
      <p:cxnSp>
        <p:nvCxnSpPr>
          <p:cNvPr id="701" name="Google Shape;701;p70"/>
          <p:cNvCxnSpPr/>
          <p:nvPr/>
        </p:nvCxnSpPr>
        <p:spPr>
          <a:xfrm flipH="1" rot="10800000">
            <a:off x="12645450" y="5522550"/>
            <a:ext cx="3287700" cy="3900"/>
          </a:xfrm>
          <a:prstGeom prst="straightConnector1">
            <a:avLst/>
          </a:prstGeom>
          <a:noFill/>
          <a:ln cap="flat" cmpd="sng" w="9525">
            <a:solidFill>
              <a:schemeClr val="lt1"/>
            </a:solidFill>
            <a:prstDash val="solid"/>
            <a:round/>
            <a:headEnd len="med" w="med" type="none"/>
            <a:tailEnd len="med" w="med" type="none"/>
          </a:ln>
        </p:spPr>
      </p:cxnSp>
      <p:cxnSp>
        <p:nvCxnSpPr>
          <p:cNvPr id="702" name="Google Shape;702;p70"/>
          <p:cNvCxnSpPr/>
          <p:nvPr/>
        </p:nvCxnSpPr>
        <p:spPr>
          <a:xfrm flipH="1" rot="10800000">
            <a:off x="2367450" y="9086813"/>
            <a:ext cx="3276000" cy="900"/>
          </a:xfrm>
          <a:prstGeom prst="straightConnector1">
            <a:avLst/>
          </a:prstGeom>
          <a:noFill/>
          <a:ln cap="flat" cmpd="sng" w="9525">
            <a:solidFill>
              <a:schemeClr val="lt1"/>
            </a:solidFill>
            <a:prstDash val="solid"/>
            <a:round/>
            <a:headEnd len="med" w="med" type="none"/>
            <a:tailEnd len="med" w="med" type="none"/>
          </a:ln>
        </p:spPr>
      </p:cxnSp>
      <p:cxnSp>
        <p:nvCxnSpPr>
          <p:cNvPr id="703" name="Google Shape;703;p70"/>
          <p:cNvCxnSpPr/>
          <p:nvPr/>
        </p:nvCxnSpPr>
        <p:spPr>
          <a:xfrm flipH="1" rot="10800000">
            <a:off x="7506000" y="9086813"/>
            <a:ext cx="3276000" cy="900"/>
          </a:xfrm>
          <a:prstGeom prst="straightConnector1">
            <a:avLst/>
          </a:prstGeom>
          <a:noFill/>
          <a:ln cap="flat" cmpd="sng" w="9525">
            <a:solidFill>
              <a:schemeClr val="lt1"/>
            </a:solidFill>
            <a:prstDash val="solid"/>
            <a:round/>
            <a:headEnd len="med" w="med" type="none"/>
            <a:tailEnd len="med" w="med" type="none"/>
          </a:ln>
        </p:spPr>
      </p:cxnSp>
      <p:cxnSp>
        <p:nvCxnSpPr>
          <p:cNvPr id="704" name="Google Shape;704;p70"/>
          <p:cNvCxnSpPr/>
          <p:nvPr/>
        </p:nvCxnSpPr>
        <p:spPr>
          <a:xfrm flipH="1" rot="10800000">
            <a:off x="12643788" y="9086813"/>
            <a:ext cx="3276000" cy="900"/>
          </a:xfrm>
          <a:prstGeom prst="straightConnector1">
            <a:avLst/>
          </a:prstGeom>
          <a:noFill/>
          <a:ln cap="flat" cmpd="sng" w="9525">
            <a:solidFill>
              <a:schemeClr val="lt1"/>
            </a:solidFill>
            <a:prstDash val="solid"/>
            <a:round/>
            <a:headEnd len="med" w="med" type="none"/>
            <a:tailEnd len="med" w="med" type="none"/>
          </a:ln>
        </p:spPr>
      </p:cxn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8" name="Shape 708"/>
        <p:cNvGrpSpPr/>
        <p:nvPr/>
      </p:nvGrpSpPr>
      <p:grpSpPr>
        <a:xfrm>
          <a:off x="0" y="0"/>
          <a:ext cx="0" cy="0"/>
          <a:chOff x="0" y="0"/>
          <a:chExt cx="0" cy="0"/>
        </a:xfrm>
      </p:grpSpPr>
      <p:sp>
        <p:nvSpPr>
          <p:cNvPr id="709" name="Google Shape;709;p71"/>
          <p:cNvSpPr txBox="1"/>
          <p:nvPr>
            <p:ph idx="1" type="body"/>
          </p:nvPr>
        </p:nvSpPr>
        <p:spPr>
          <a:xfrm>
            <a:off x="1701275" y="2432125"/>
            <a:ext cx="7589400" cy="677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Compute Options in the Cloud</a:t>
            </a:r>
            <a:endParaRPr/>
          </a:p>
          <a:p>
            <a:pPr indent="0" lvl="0" marL="0" rtl="0" algn="l">
              <a:spcBef>
                <a:spcPts val="2900"/>
              </a:spcBef>
              <a:spcAft>
                <a:spcPts val="0"/>
              </a:spcAft>
              <a:buNone/>
            </a:pPr>
            <a:r>
              <a:rPr lang="en"/>
              <a:t>Exploring IaaS with Compute Engine</a:t>
            </a:r>
            <a:endParaRPr/>
          </a:p>
          <a:p>
            <a:pPr indent="0" lvl="0" marL="0" rtl="0" algn="l">
              <a:spcBef>
                <a:spcPts val="2900"/>
              </a:spcBef>
              <a:spcAft>
                <a:spcPts val="0"/>
              </a:spcAft>
              <a:buNone/>
            </a:pPr>
            <a:r>
              <a:rPr lang="en"/>
              <a:t>Lab: Creating a Virtual Machine</a:t>
            </a:r>
            <a:endParaRPr/>
          </a:p>
          <a:p>
            <a:pPr indent="0" lvl="0" marL="0" rtl="0" algn="l">
              <a:spcBef>
                <a:spcPts val="2900"/>
              </a:spcBef>
              <a:spcAft>
                <a:spcPts val="0"/>
              </a:spcAft>
              <a:buNone/>
            </a:pPr>
            <a:r>
              <a:rPr lang="en"/>
              <a:t>Configuring Elastic Apps with Autoscaling</a:t>
            </a:r>
            <a:endParaRPr/>
          </a:p>
          <a:p>
            <a:pPr indent="0" lvl="0" marL="0" rtl="0" algn="l">
              <a:spcBef>
                <a:spcPts val="2900"/>
              </a:spcBef>
              <a:spcAft>
                <a:spcPts val="0"/>
              </a:spcAft>
              <a:buNone/>
            </a:pPr>
            <a:r>
              <a:rPr lang="en"/>
              <a:t>Exploring PaaS with App Engine</a:t>
            </a:r>
            <a:endParaRPr/>
          </a:p>
          <a:p>
            <a:pPr indent="0" lvl="0" marL="0" rtl="0" algn="l">
              <a:spcBef>
                <a:spcPts val="2900"/>
              </a:spcBef>
              <a:spcAft>
                <a:spcPts val="2900"/>
              </a:spcAft>
              <a:buNone/>
            </a:pPr>
            <a:r>
              <a:rPr lang="en">
                <a:solidFill>
                  <a:schemeClr val="accent2"/>
                </a:solidFill>
              </a:rPr>
              <a:t>Lab: App Engine: Qwik Start - Python</a:t>
            </a:r>
            <a:endParaRPr>
              <a:solidFill>
                <a:schemeClr val="accent2"/>
              </a:solidFill>
            </a:endParaRPr>
          </a:p>
        </p:txBody>
      </p:sp>
      <p:sp>
        <p:nvSpPr>
          <p:cNvPr id="710" name="Google Shape;710;p71"/>
          <p:cNvSpPr txBox="1"/>
          <p:nvPr>
            <p:ph type="title"/>
          </p:nvPr>
        </p:nvSpPr>
        <p:spPr>
          <a:xfrm>
            <a:off x="1672475" y="1154875"/>
            <a:ext cx="74865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Agenda</a:t>
            </a:r>
            <a:endParaRPr/>
          </a:p>
        </p:txBody>
      </p:sp>
      <p:sp>
        <p:nvSpPr>
          <p:cNvPr id="711" name="Google Shape;711;p71"/>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3">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5" name="Shape 715"/>
        <p:cNvGrpSpPr/>
        <p:nvPr/>
      </p:nvGrpSpPr>
      <p:grpSpPr>
        <a:xfrm>
          <a:off x="0" y="0"/>
          <a:ext cx="0" cy="0"/>
          <a:chOff x="0" y="0"/>
          <a:chExt cx="0" cy="0"/>
        </a:xfrm>
      </p:grpSpPr>
      <p:sp>
        <p:nvSpPr>
          <p:cNvPr id="716" name="Google Shape;716;p72"/>
          <p:cNvSpPr txBox="1"/>
          <p:nvPr>
            <p:ph idx="1" type="subTitle"/>
          </p:nvPr>
        </p:nvSpPr>
        <p:spPr>
          <a:xfrm>
            <a:off x="1724150" y="5169125"/>
            <a:ext cx="7428900" cy="9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App Engine: Qwik Start - Python</a:t>
            </a:r>
            <a:endParaRPr/>
          </a:p>
        </p:txBody>
      </p:sp>
      <p:sp>
        <p:nvSpPr>
          <p:cNvPr id="717" name="Google Shape;717;p72"/>
          <p:cNvSpPr txBox="1"/>
          <p:nvPr>
            <p:ph type="title"/>
          </p:nvPr>
        </p:nvSpPr>
        <p:spPr>
          <a:xfrm>
            <a:off x="1672475" y="4148475"/>
            <a:ext cx="74865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Lab Intro</a:t>
            </a:r>
            <a:endParaRPr/>
          </a:p>
        </p:txBody>
      </p:sp>
      <p:sp>
        <p:nvSpPr>
          <p:cNvPr id="718" name="Google Shape;718;p72"/>
          <p:cNvSpPr txBox="1"/>
          <p:nvPr/>
        </p:nvSpPr>
        <p:spPr>
          <a:xfrm>
            <a:off x="1724150" y="6066725"/>
            <a:ext cx="6724200" cy="1897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2500">
                <a:solidFill>
                  <a:schemeClr val="lt1"/>
                </a:solidFill>
                <a:latin typeface="Roboto"/>
                <a:ea typeface="Roboto"/>
                <a:cs typeface="Roboto"/>
                <a:sym typeface="Roboto"/>
              </a:rPr>
              <a:t>Create a small App Engine application that displays a short message.</a:t>
            </a:r>
            <a:endParaRPr sz="2500">
              <a:solidFill>
                <a:schemeClr val="lt1"/>
              </a:solidFill>
              <a:latin typeface="Roboto"/>
              <a:ea typeface="Roboto"/>
              <a:cs typeface="Roboto"/>
              <a:sym typeface="Roboto"/>
            </a:endParaRPr>
          </a:p>
          <a:p>
            <a:pPr indent="0" lvl="0" marL="0" rtl="0" algn="l">
              <a:lnSpc>
                <a:spcPct val="115000"/>
              </a:lnSpc>
              <a:spcBef>
                <a:spcPts val="0"/>
              </a:spcBef>
              <a:spcAft>
                <a:spcPts val="0"/>
              </a:spcAft>
              <a:buNone/>
            </a:pPr>
            <a:r>
              <a:t/>
            </a:r>
            <a:endParaRPr sz="2500">
              <a:solidFill>
                <a:schemeClr val="lt1"/>
              </a:solidFill>
              <a:latin typeface="Roboto"/>
              <a:ea typeface="Roboto"/>
              <a:cs typeface="Roboto"/>
              <a:sym typeface="Roboto"/>
            </a:endParaRPr>
          </a:p>
          <a:p>
            <a:pPr indent="0" lvl="0" marL="0" rtl="0" algn="l">
              <a:lnSpc>
                <a:spcPct val="115000"/>
              </a:lnSpc>
              <a:spcBef>
                <a:spcPts val="0"/>
              </a:spcBef>
              <a:spcAft>
                <a:spcPts val="0"/>
              </a:spcAft>
              <a:buNone/>
            </a:pPr>
            <a:r>
              <a:rPr lang="en" sz="2500">
                <a:solidFill>
                  <a:schemeClr val="lt1"/>
                </a:solidFill>
                <a:latin typeface="Roboto"/>
                <a:ea typeface="Roboto"/>
                <a:cs typeface="Roboto"/>
                <a:sym typeface="Roboto"/>
              </a:rPr>
              <a:t>The lab can be found </a:t>
            </a:r>
            <a:r>
              <a:rPr lang="en" sz="2500">
                <a:solidFill>
                  <a:schemeClr val="hlink"/>
                </a:solidFill>
                <a:uFill>
                  <a:noFill/>
                </a:uFill>
                <a:latin typeface="Roboto"/>
                <a:ea typeface="Roboto"/>
                <a:cs typeface="Roboto"/>
                <a:sym typeface="Roboto"/>
                <a:hlinkClick r:id="rId3"/>
              </a:rPr>
              <a:t>here</a:t>
            </a:r>
            <a:r>
              <a:rPr lang="en" sz="2500">
                <a:solidFill>
                  <a:srgbClr val="434343"/>
                </a:solidFill>
                <a:latin typeface="Roboto"/>
                <a:ea typeface="Roboto"/>
                <a:cs typeface="Roboto"/>
                <a:sym typeface="Roboto"/>
              </a:rPr>
              <a:t>.</a:t>
            </a:r>
            <a:endParaRPr sz="2500">
              <a:solidFill>
                <a:srgbClr val="434343"/>
              </a:solidFill>
              <a:latin typeface="Roboto"/>
              <a:ea typeface="Roboto"/>
              <a:cs typeface="Roboto"/>
              <a:sym typeface="Roboto"/>
            </a:endParaRPr>
          </a:p>
        </p:txBody>
      </p:sp>
      <p:sp>
        <p:nvSpPr>
          <p:cNvPr id="719" name="Google Shape;719;p72"/>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a:t>
            </a:r>
            <a:r>
              <a:rPr lang="en" sz="1600">
                <a:solidFill>
                  <a:srgbClr val="FFFFFF"/>
                </a:solidFill>
                <a:latin typeface="Google Sans"/>
                <a:ea typeface="Google Sans"/>
                <a:cs typeface="Google Sans"/>
                <a:sym typeface="Google Sans"/>
              </a:rPr>
              <a:t>in accordance with the terms of use set forth on the program </a:t>
            </a:r>
            <a:r>
              <a:rPr lang="en" sz="1600" u="sng">
                <a:solidFill>
                  <a:srgbClr val="FFFFFF"/>
                </a:solidFill>
                <a:latin typeface="Google Sans"/>
                <a:ea typeface="Google Sans"/>
                <a:cs typeface="Google Sans"/>
                <a:sym typeface="Google Sans"/>
                <a:hlinkClick r:id="rId4">
                  <a:extLst>
                    <a:ext uri="{A12FA001-AC4F-418D-AE19-62706E023703}">
                      <ahyp:hlinkClr val="tx"/>
                    </a:ext>
                  </a:extLst>
                </a:hlinkClick>
              </a:rPr>
              <a:t>Website</a:t>
            </a:r>
            <a:r>
              <a:rPr lang="en" sz="1600">
                <a:solidFill>
                  <a:srgbClr val="FFFFFF"/>
                </a:solidFill>
                <a:latin typeface="Google Sans"/>
                <a:ea typeface="Google Sans"/>
                <a:cs typeface="Google Sans"/>
                <a:sym typeface="Google Sans"/>
              </a:rPr>
              <a:t>.</a:t>
            </a:r>
            <a:endParaRPr sz="1600">
              <a:solidFill>
                <a:srgbClr val="FFFFFF"/>
              </a:solidFill>
              <a:latin typeface="Google Sans"/>
              <a:ea typeface="Google Sans"/>
              <a:cs typeface="Google Sans"/>
              <a:sym typeface="Google Sans"/>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3" name="Shape 723"/>
        <p:cNvGrpSpPr/>
        <p:nvPr/>
      </p:nvGrpSpPr>
      <p:grpSpPr>
        <a:xfrm>
          <a:off x="0" y="0"/>
          <a:ext cx="0" cy="0"/>
          <a:chOff x="0" y="0"/>
          <a:chExt cx="0" cy="0"/>
        </a:xfrm>
      </p:grpSpPr>
      <p:sp>
        <p:nvSpPr>
          <p:cNvPr id="724" name="Google Shape;724;p73"/>
          <p:cNvSpPr txBox="1"/>
          <p:nvPr>
            <p:ph type="title"/>
          </p:nvPr>
        </p:nvSpPr>
        <p:spPr>
          <a:xfrm>
            <a:off x="1672475" y="1154875"/>
            <a:ext cx="147753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Lab objectives</a:t>
            </a:r>
            <a:endParaRPr/>
          </a:p>
        </p:txBody>
      </p:sp>
      <p:sp>
        <p:nvSpPr>
          <p:cNvPr id="725" name="Google Shape;725;p73"/>
          <p:cNvSpPr txBox="1"/>
          <p:nvPr>
            <p:ph idx="1" type="body"/>
          </p:nvPr>
        </p:nvSpPr>
        <p:spPr>
          <a:xfrm>
            <a:off x="1742475" y="2432125"/>
            <a:ext cx="7251900" cy="676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000"/>
              <a:t>Download an application.</a:t>
            </a:r>
            <a:endParaRPr sz="3000"/>
          </a:p>
          <a:p>
            <a:pPr indent="0" lvl="0" marL="0" rtl="0" algn="l">
              <a:spcBef>
                <a:spcPts val="2900"/>
              </a:spcBef>
              <a:spcAft>
                <a:spcPts val="0"/>
              </a:spcAft>
              <a:buNone/>
            </a:pPr>
            <a:r>
              <a:rPr lang="en" sz="3000"/>
              <a:t>Test the application.</a:t>
            </a:r>
            <a:endParaRPr sz="3000"/>
          </a:p>
          <a:p>
            <a:pPr indent="0" lvl="0" marL="0" rtl="0" algn="l">
              <a:spcBef>
                <a:spcPts val="2900"/>
              </a:spcBef>
              <a:spcAft>
                <a:spcPts val="2900"/>
              </a:spcAft>
              <a:buNone/>
            </a:pPr>
            <a:r>
              <a:rPr lang="en" sz="3000"/>
              <a:t>Deploy the application.</a:t>
            </a:r>
            <a:endParaRPr sz="3000"/>
          </a:p>
        </p:txBody>
      </p:sp>
      <p:sp>
        <p:nvSpPr>
          <p:cNvPr id="726" name="Google Shape;726;p73"/>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3">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pic>
        <p:nvPicPr>
          <p:cNvPr id="727" name="Google Shape;727;p73"/>
          <p:cNvPicPr preferRelativeResize="0"/>
          <p:nvPr/>
        </p:nvPicPr>
        <p:blipFill rotWithShape="1">
          <a:blip r:embed="rId4">
            <a:alphaModFix/>
          </a:blip>
          <a:srcRect b="0" l="0" r="0" t="0"/>
          <a:stretch/>
        </p:blipFill>
        <p:spPr>
          <a:xfrm>
            <a:off x="9451750" y="1854313"/>
            <a:ext cx="6996024" cy="6996024"/>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31" name="Shape 731"/>
        <p:cNvGrpSpPr/>
        <p:nvPr/>
      </p:nvGrpSpPr>
      <p:grpSpPr>
        <a:xfrm>
          <a:off x="0" y="0"/>
          <a:ext cx="0" cy="0"/>
          <a:chOff x="0" y="0"/>
          <a:chExt cx="0" cy="0"/>
        </a:xfrm>
      </p:grpSpPr>
      <p:sp>
        <p:nvSpPr>
          <p:cNvPr id="732" name="Google Shape;732;p74"/>
          <p:cNvSpPr txBox="1"/>
          <p:nvPr>
            <p:ph idx="1" type="subTitle"/>
          </p:nvPr>
        </p:nvSpPr>
        <p:spPr>
          <a:xfrm>
            <a:off x="1724150" y="5169125"/>
            <a:ext cx="7428900" cy="9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Deploying a Python Flask Web Application to App Engine Flexible (Alternative)</a:t>
            </a:r>
            <a:endParaRPr>
              <a:solidFill>
                <a:schemeClr val="dk1"/>
              </a:solidFill>
            </a:endParaRPr>
          </a:p>
        </p:txBody>
      </p:sp>
      <p:sp>
        <p:nvSpPr>
          <p:cNvPr id="733" name="Google Shape;733;p74"/>
          <p:cNvSpPr txBox="1"/>
          <p:nvPr>
            <p:ph type="title"/>
          </p:nvPr>
        </p:nvSpPr>
        <p:spPr>
          <a:xfrm>
            <a:off x="1672475" y="4148475"/>
            <a:ext cx="74865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Lab Intro</a:t>
            </a:r>
            <a:endParaRPr/>
          </a:p>
        </p:txBody>
      </p:sp>
      <p:sp>
        <p:nvSpPr>
          <p:cNvPr id="734" name="Google Shape;734;p74"/>
          <p:cNvSpPr txBox="1"/>
          <p:nvPr/>
        </p:nvSpPr>
        <p:spPr>
          <a:xfrm>
            <a:off x="1724150" y="6981125"/>
            <a:ext cx="7211700" cy="1897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2500">
                <a:solidFill>
                  <a:schemeClr val="lt1"/>
                </a:solidFill>
                <a:latin typeface="Roboto"/>
                <a:ea typeface="Roboto"/>
                <a:cs typeface="Roboto"/>
                <a:sym typeface="Roboto"/>
              </a:rPr>
              <a:t>Deploy a Python Flask web application to the App Engine Flexible environment.</a:t>
            </a:r>
            <a:endParaRPr sz="2500">
              <a:solidFill>
                <a:schemeClr val="lt1"/>
              </a:solidFill>
              <a:latin typeface="Roboto"/>
              <a:ea typeface="Roboto"/>
              <a:cs typeface="Roboto"/>
              <a:sym typeface="Roboto"/>
            </a:endParaRPr>
          </a:p>
          <a:p>
            <a:pPr indent="0" lvl="0" marL="0" rtl="0" algn="l">
              <a:lnSpc>
                <a:spcPct val="115000"/>
              </a:lnSpc>
              <a:spcBef>
                <a:spcPts val="0"/>
              </a:spcBef>
              <a:spcAft>
                <a:spcPts val="0"/>
              </a:spcAft>
              <a:buNone/>
            </a:pPr>
            <a:r>
              <a:t/>
            </a:r>
            <a:endParaRPr sz="2500">
              <a:solidFill>
                <a:schemeClr val="lt1"/>
              </a:solidFill>
              <a:latin typeface="Roboto"/>
              <a:ea typeface="Roboto"/>
              <a:cs typeface="Roboto"/>
              <a:sym typeface="Roboto"/>
            </a:endParaRPr>
          </a:p>
          <a:p>
            <a:pPr indent="0" lvl="0" marL="0" rtl="0" algn="l">
              <a:lnSpc>
                <a:spcPct val="115000"/>
              </a:lnSpc>
              <a:spcBef>
                <a:spcPts val="0"/>
              </a:spcBef>
              <a:spcAft>
                <a:spcPts val="0"/>
              </a:spcAft>
              <a:buNone/>
            </a:pPr>
            <a:r>
              <a:rPr lang="en" sz="2500">
                <a:solidFill>
                  <a:schemeClr val="lt1"/>
                </a:solidFill>
                <a:latin typeface="Roboto"/>
                <a:ea typeface="Roboto"/>
                <a:cs typeface="Roboto"/>
                <a:sym typeface="Roboto"/>
              </a:rPr>
              <a:t>The lab can be found</a:t>
            </a:r>
            <a:r>
              <a:rPr lang="en" sz="2500">
                <a:solidFill>
                  <a:srgbClr val="434343"/>
                </a:solidFill>
                <a:latin typeface="Roboto"/>
                <a:ea typeface="Roboto"/>
                <a:cs typeface="Roboto"/>
                <a:sym typeface="Roboto"/>
              </a:rPr>
              <a:t> </a:t>
            </a:r>
            <a:r>
              <a:rPr lang="en" sz="2500">
                <a:solidFill>
                  <a:schemeClr val="hlink"/>
                </a:solidFill>
                <a:uFill>
                  <a:noFill/>
                </a:uFill>
                <a:latin typeface="Roboto"/>
                <a:ea typeface="Roboto"/>
                <a:cs typeface="Roboto"/>
                <a:sym typeface="Roboto"/>
                <a:hlinkClick r:id="rId3"/>
              </a:rPr>
              <a:t>here</a:t>
            </a:r>
            <a:r>
              <a:rPr lang="en" sz="2500">
                <a:solidFill>
                  <a:srgbClr val="434343"/>
                </a:solidFill>
                <a:latin typeface="Roboto"/>
                <a:ea typeface="Roboto"/>
                <a:cs typeface="Roboto"/>
                <a:sym typeface="Roboto"/>
              </a:rPr>
              <a:t>.</a:t>
            </a:r>
            <a:endParaRPr sz="2500">
              <a:solidFill>
                <a:srgbClr val="434343"/>
              </a:solidFill>
              <a:latin typeface="Roboto"/>
              <a:ea typeface="Roboto"/>
              <a:cs typeface="Roboto"/>
              <a:sym typeface="Roboto"/>
            </a:endParaRPr>
          </a:p>
        </p:txBody>
      </p:sp>
      <p:sp>
        <p:nvSpPr>
          <p:cNvPr id="735" name="Google Shape;735;p74"/>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a:t>
            </a:r>
            <a:r>
              <a:rPr lang="en" sz="1600">
                <a:solidFill>
                  <a:srgbClr val="FFFFFF"/>
                </a:solidFill>
                <a:latin typeface="Google Sans"/>
                <a:ea typeface="Google Sans"/>
                <a:cs typeface="Google Sans"/>
                <a:sym typeface="Google Sans"/>
              </a:rPr>
              <a:t> in accordance with the terms of use set forth on the program </a:t>
            </a:r>
            <a:r>
              <a:rPr lang="en" sz="1600" u="sng">
                <a:solidFill>
                  <a:srgbClr val="FFFFFF"/>
                </a:solidFill>
                <a:latin typeface="Google Sans"/>
                <a:ea typeface="Google Sans"/>
                <a:cs typeface="Google Sans"/>
                <a:sym typeface="Google Sans"/>
                <a:hlinkClick r:id="rId4">
                  <a:extLst>
                    <a:ext uri="{A12FA001-AC4F-418D-AE19-62706E023703}">
                      <ahyp:hlinkClr val="tx"/>
                    </a:ext>
                  </a:extLst>
                </a:hlinkClick>
              </a:rPr>
              <a:t>Website</a:t>
            </a:r>
            <a:r>
              <a:rPr lang="en" sz="1600">
                <a:solidFill>
                  <a:srgbClr val="FFFFFF"/>
                </a:solidFill>
                <a:latin typeface="Google Sans"/>
                <a:ea typeface="Google Sans"/>
                <a:cs typeface="Google Sans"/>
                <a:sym typeface="Google Sans"/>
              </a:rPr>
              <a:t>.</a:t>
            </a:r>
            <a:endParaRPr sz="1600">
              <a:solidFill>
                <a:srgbClr val="FFFFFF"/>
              </a:solidFill>
              <a:latin typeface="Google Sans"/>
              <a:ea typeface="Google Sans"/>
              <a:cs typeface="Google Sans"/>
              <a:sym typeface="Google Sans"/>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39" name="Shape 739"/>
        <p:cNvGrpSpPr/>
        <p:nvPr/>
      </p:nvGrpSpPr>
      <p:grpSpPr>
        <a:xfrm>
          <a:off x="0" y="0"/>
          <a:ext cx="0" cy="0"/>
          <a:chOff x="0" y="0"/>
          <a:chExt cx="0" cy="0"/>
        </a:xfrm>
      </p:grpSpPr>
      <p:sp>
        <p:nvSpPr>
          <p:cNvPr id="740" name="Google Shape;740;p75"/>
          <p:cNvSpPr txBox="1"/>
          <p:nvPr>
            <p:ph type="title"/>
          </p:nvPr>
        </p:nvSpPr>
        <p:spPr>
          <a:xfrm>
            <a:off x="1672475" y="1154875"/>
            <a:ext cx="147753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Lab objectives</a:t>
            </a:r>
            <a:endParaRPr/>
          </a:p>
        </p:txBody>
      </p:sp>
      <p:sp>
        <p:nvSpPr>
          <p:cNvPr id="741" name="Google Shape;741;p75"/>
          <p:cNvSpPr txBox="1"/>
          <p:nvPr>
            <p:ph idx="1" type="body"/>
          </p:nvPr>
        </p:nvSpPr>
        <p:spPr>
          <a:xfrm>
            <a:off x="1742475" y="2432125"/>
            <a:ext cx="7251900" cy="676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000"/>
              <a:t>Deploy a simple web application to the App Engine flexible environment.</a:t>
            </a:r>
            <a:endParaRPr sz="3000"/>
          </a:p>
          <a:p>
            <a:pPr indent="0" lvl="0" marL="0" rtl="0" algn="l">
              <a:spcBef>
                <a:spcPts val="2900"/>
              </a:spcBef>
              <a:spcAft>
                <a:spcPts val="0"/>
              </a:spcAft>
              <a:buNone/>
            </a:pPr>
            <a:r>
              <a:rPr lang="en" sz="3000"/>
              <a:t>Access the Google Cloud client libraries for Vision, Storage, and Datastore.</a:t>
            </a:r>
            <a:endParaRPr sz="3000"/>
          </a:p>
          <a:p>
            <a:pPr indent="0" lvl="0" marL="0" rtl="0" algn="l">
              <a:spcBef>
                <a:spcPts val="2900"/>
              </a:spcBef>
              <a:spcAft>
                <a:spcPts val="2900"/>
              </a:spcAft>
              <a:buNone/>
            </a:pPr>
            <a:r>
              <a:rPr lang="en" sz="3000"/>
              <a:t>Use the Cloud Shell.</a:t>
            </a:r>
            <a:endParaRPr sz="3000"/>
          </a:p>
        </p:txBody>
      </p:sp>
      <p:sp>
        <p:nvSpPr>
          <p:cNvPr id="742" name="Google Shape;742;p75"/>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3">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pic>
        <p:nvPicPr>
          <p:cNvPr id="743" name="Google Shape;743;p75"/>
          <p:cNvPicPr preferRelativeResize="0"/>
          <p:nvPr/>
        </p:nvPicPr>
        <p:blipFill rotWithShape="1">
          <a:blip r:embed="rId4">
            <a:alphaModFix/>
          </a:blip>
          <a:srcRect b="0" l="0" r="0" t="0"/>
          <a:stretch/>
        </p:blipFill>
        <p:spPr>
          <a:xfrm>
            <a:off x="9451750" y="1854313"/>
            <a:ext cx="6996024" cy="6996024"/>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7" name="Shape 747"/>
        <p:cNvGrpSpPr/>
        <p:nvPr/>
      </p:nvGrpSpPr>
      <p:grpSpPr>
        <a:xfrm>
          <a:off x="0" y="0"/>
          <a:ext cx="0" cy="0"/>
          <a:chOff x="0" y="0"/>
          <a:chExt cx="0" cy="0"/>
        </a:xfrm>
      </p:grpSpPr>
      <p:sp>
        <p:nvSpPr>
          <p:cNvPr id="748" name="Google Shape;748;p76"/>
          <p:cNvSpPr txBox="1"/>
          <p:nvPr>
            <p:ph type="title"/>
          </p:nvPr>
        </p:nvSpPr>
        <p:spPr>
          <a:xfrm>
            <a:off x="1672475" y="1154875"/>
            <a:ext cx="74865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Agenda</a:t>
            </a:r>
            <a:endParaRPr/>
          </a:p>
        </p:txBody>
      </p:sp>
      <p:sp>
        <p:nvSpPr>
          <p:cNvPr id="749" name="Google Shape;749;p76"/>
          <p:cNvSpPr txBox="1"/>
          <p:nvPr>
            <p:ph idx="1" type="body"/>
          </p:nvPr>
        </p:nvSpPr>
        <p:spPr>
          <a:xfrm>
            <a:off x="1701275" y="2432125"/>
            <a:ext cx="7319700" cy="677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2"/>
                </a:solidFill>
              </a:rPr>
              <a:t>Event Driven Programs with Cloud Functions</a:t>
            </a:r>
            <a:endParaRPr/>
          </a:p>
          <a:p>
            <a:pPr indent="0" lvl="0" marL="0" rtl="0" algn="l">
              <a:spcBef>
                <a:spcPts val="2900"/>
              </a:spcBef>
              <a:spcAft>
                <a:spcPts val="0"/>
              </a:spcAft>
              <a:buNone/>
            </a:pPr>
            <a:r>
              <a:rPr lang="en"/>
              <a:t>Lab: Cloud Functions: Qwik Start - Command Line</a:t>
            </a:r>
            <a:endParaRPr/>
          </a:p>
          <a:p>
            <a:pPr indent="0" lvl="0" marL="0" rtl="0" algn="l">
              <a:spcBef>
                <a:spcPts val="2900"/>
              </a:spcBef>
              <a:spcAft>
                <a:spcPts val="0"/>
              </a:spcAft>
              <a:buNone/>
            </a:pPr>
            <a:r>
              <a:rPr lang="en"/>
              <a:t>Containerizing and Orchestrating Apps with GKE</a:t>
            </a:r>
            <a:endParaRPr/>
          </a:p>
          <a:p>
            <a:pPr indent="0" lvl="0" marL="0" rtl="0" algn="l">
              <a:spcBef>
                <a:spcPts val="2900"/>
              </a:spcBef>
              <a:spcAft>
                <a:spcPts val="2900"/>
              </a:spcAft>
              <a:buNone/>
            </a:pPr>
            <a:r>
              <a:rPr lang="en"/>
              <a:t>Lab: Kubernetes Engine: Qwik Start</a:t>
            </a:r>
            <a:endParaRPr/>
          </a:p>
        </p:txBody>
      </p:sp>
      <p:sp>
        <p:nvSpPr>
          <p:cNvPr id="750" name="Google Shape;750;p76"/>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3">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4" name="Shape 754"/>
        <p:cNvGrpSpPr/>
        <p:nvPr/>
      </p:nvGrpSpPr>
      <p:grpSpPr>
        <a:xfrm>
          <a:off x="0" y="0"/>
          <a:ext cx="0" cy="0"/>
          <a:chOff x="0" y="0"/>
          <a:chExt cx="0" cy="0"/>
        </a:xfrm>
      </p:grpSpPr>
      <p:sp>
        <p:nvSpPr>
          <p:cNvPr id="755" name="Google Shape;755;p77"/>
          <p:cNvSpPr txBox="1"/>
          <p:nvPr>
            <p:ph type="title"/>
          </p:nvPr>
        </p:nvSpPr>
        <p:spPr>
          <a:xfrm>
            <a:off x="1672475" y="1154875"/>
            <a:ext cx="147753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Where Cloud Functions fits within Google Cloud</a:t>
            </a:r>
            <a:endParaRPr/>
          </a:p>
        </p:txBody>
      </p:sp>
      <p:sp>
        <p:nvSpPr>
          <p:cNvPr id="756" name="Google Shape;756;p77"/>
          <p:cNvSpPr/>
          <p:nvPr/>
        </p:nvSpPr>
        <p:spPr>
          <a:xfrm>
            <a:off x="2277600" y="6136336"/>
            <a:ext cx="13739100" cy="828000"/>
          </a:xfrm>
          <a:prstGeom prst="rect">
            <a:avLst/>
          </a:prstGeom>
          <a:solidFill>
            <a:srgbClr val="FFF2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 name="Google Shape;757;p77"/>
          <p:cNvSpPr txBox="1"/>
          <p:nvPr/>
        </p:nvSpPr>
        <p:spPr>
          <a:xfrm>
            <a:off x="2381777" y="6188492"/>
            <a:ext cx="3233400" cy="733200"/>
          </a:xfrm>
          <a:prstGeom prst="rect">
            <a:avLst/>
          </a:prstGeom>
          <a:solidFill>
            <a:srgbClr val="FFF2CC"/>
          </a:solidFill>
          <a:ln>
            <a:noFill/>
          </a:ln>
        </p:spPr>
        <p:txBody>
          <a:bodyPr anchorCtr="0" anchor="ctr" bIns="137150" lIns="137150" spcFirstLastPara="1" rIns="137150" wrap="square" tIns="137150">
            <a:noAutofit/>
          </a:bodyPr>
          <a:lstStyle/>
          <a:p>
            <a:pPr indent="0" lvl="0" marL="0" rtl="0" algn="ctr">
              <a:spcBef>
                <a:spcPts val="0"/>
              </a:spcBef>
              <a:spcAft>
                <a:spcPts val="0"/>
              </a:spcAft>
              <a:buNone/>
            </a:pPr>
            <a:r>
              <a:rPr lang="en" sz="2800">
                <a:solidFill>
                  <a:schemeClr val="lt1"/>
                </a:solidFill>
                <a:latin typeface="Google Sans"/>
                <a:ea typeface="Google Sans"/>
                <a:cs typeface="Google Sans"/>
                <a:sym typeface="Google Sans"/>
              </a:rPr>
              <a:t>IaaS</a:t>
            </a:r>
            <a:endParaRPr sz="2800">
              <a:solidFill>
                <a:schemeClr val="lt1"/>
              </a:solidFill>
              <a:latin typeface="Google Sans"/>
              <a:ea typeface="Google Sans"/>
              <a:cs typeface="Google Sans"/>
              <a:sym typeface="Google Sans"/>
            </a:endParaRPr>
          </a:p>
        </p:txBody>
      </p:sp>
      <p:sp>
        <p:nvSpPr>
          <p:cNvPr id="758" name="Google Shape;758;p77"/>
          <p:cNvSpPr txBox="1"/>
          <p:nvPr/>
        </p:nvSpPr>
        <p:spPr>
          <a:xfrm>
            <a:off x="2277600" y="7272526"/>
            <a:ext cx="3338700" cy="1642800"/>
          </a:xfrm>
          <a:prstGeom prst="rect">
            <a:avLst/>
          </a:prstGeom>
          <a:noFill/>
          <a:ln>
            <a:noFill/>
          </a:ln>
        </p:spPr>
        <p:txBody>
          <a:bodyPr anchorCtr="0" anchor="t" bIns="0" lIns="182875" spcFirstLastPara="1" rIns="182875" wrap="square" tIns="0">
            <a:noAutofit/>
          </a:bodyPr>
          <a:lstStyle/>
          <a:p>
            <a:pPr indent="0" lvl="0" marL="0" rtl="0" algn="l">
              <a:spcBef>
                <a:spcPts val="0"/>
              </a:spcBef>
              <a:spcAft>
                <a:spcPts val="0"/>
              </a:spcAft>
              <a:buNone/>
            </a:pPr>
            <a:r>
              <a:rPr lang="en" sz="2000">
                <a:solidFill>
                  <a:schemeClr val="lt1"/>
                </a:solidFill>
                <a:latin typeface="Roboto"/>
                <a:ea typeface="Roboto"/>
                <a:cs typeface="Roboto"/>
                <a:sym typeface="Roboto"/>
              </a:rPr>
              <a:t>Virtual machines with industry-leading price/performance</a:t>
            </a:r>
            <a:endParaRPr sz="2000">
              <a:solidFill>
                <a:schemeClr val="lt1"/>
              </a:solidFill>
              <a:latin typeface="Roboto"/>
              <a:ea typeface="Roboto"/>
              <a:cs typeface="Roboto"/>
              <a:sym typeface="Roboto"/>
            </a:endParaRPr>
          </a:p>
        </p:txBody>
      </p:sp>
      <p:sp>
        <p:nvSpPr>
          <p:cNvPr id="759" name="Google Shape;759;p77"/>
          <p:cNvSpPr txBox="1"/>
          <p:nvPr/>
        </p:nvSpPr>
        <p:spPr>
          <a:xfrm>
            <a:off x="12688721" y="6188504"/>
            <a:ext cx="3338700" cy="733200"/>
          </a:xfrm>
          <a:prstGeom prst="rect">
            <a:avLst/>
          </a:prstGeom>
          <a:solidFill>
            <a:srgbClr val="FFF2CC"/>
          </a:solidFill>
          <a:ln>
            <a:noFill/>
          </a:ln>
        </p:spPr>
        <p:txBody>
          <a:bodyPr anchorCtr="0" anchor="ctr" bIns="137150" lIns="137150" spcFirstLastPara="1" rIns="137150" wrap="square" tIns="137150">
            <a:noAutofit/>
          </a:bodyPr>
          <a:lstStyle/>
          <a:p>
            <a:pPr indent="0" lvl="0" marL="0" rtl="0" algn="ctr">
              <a:spcBef>
                <a:spcPts val="0"/>
              </a:spcBef>
              <a:spcAft>
                <a:spcPts val="0"/>
              </a:spcAft>
              <a:buNone/>
            </a:pPr>
            <a:r>
              <a:rPr lang="en" sz="2800">
                <a:solidFill>
                  <a:schemeClr val="lt1"/>
                </a:solidFill>
                <a:latin typeface="Google Sans"/>
                <a:ea typeface="Google Sans"/>
                <a:cs typeface="Google Sans"/>
                <a:sym typeface="Google Sans"/>
              </a:rPr>
              <a:t>Hybrid</a:t>
            </a:r>
            <a:endParaRPr sz="2800">
              <a:solidFill>
                <a:schemeClr val="lt1"/>
              </a:solidFill>
              <a:latin typeface="Google Sans"/>
              <a:ea typeface="Google Sans"/>
              <a:cs typeface="Google Sans"/>
              <a:sym typeface="Google Sans"/>
            </a:endParaRPr>
          </a:p>
        </p:txBody>
      </p:sp>
      <p:sp>
        <p:nvSpPr>
          <p:cNvPr id="760" name="Google Shape;760;p77"/>
          <p:cNvSpPr txBox="1"/>
          <p:nvPr/>
        </p:nvSpPr>
        <p:spPr>
          <a:xfrm>
            <a:off x="12680250" y="7272526"/>
            <a:ext cx="3337500" cy="1642800"/>
          </a:xfrm>
          <a:prstGeom prst="rect">
            <a:avLst/>
          </a:prstGeom>
          <a:noFill/>
          <a:ln>
            <a:noFill/>
          </a:ln>
        </p:spPr>
        <p:txBody>
          <a:bodyPr anchorCtr="0" anchor="t" bIns="0" lIns="182875" spcFirstLastPara="1" rIns="182875" wrap="square" tIns="0">
            <a:noAutofit/>
          </a:bodyPr>
          <a:lstStyle/>
          <a:p>
            <a:pPr indent="0" lvl="0" marL="0" rtl="0" algn="l">
              <a:spcBef>
                <a:spcPts val="0"/>
              </a:spcBef>
              <a:spcAft>
                <a:spcPts val="0"/>
              </a:spcAft>
              <a:buNone/>
            </a:pPr>
            <a:r>
              <a:rPr lang="en" sz="2000">
                <a:solidFill>
                  <a:schemeClr val="lt1"/>
                </a:solidFill>
                <a:latin typeface="Roboto"/>
                <a:ea typeface="Roboto"/>
                <a:cs typeface="Roboto"/>
                <a:sym typeface="Roboto"/>
              </a:rPr>
              <a:t>Cluster manager and orchestration engine built on Google’s container experience</a:t>
            </a:r>
            <a:endParaRPr sz="2000">
              <a:solidFill>
                <a:schemeClr val="lt1"/>
              </a:solidFill>
              <a:latin typeface="Roboto"/>
              <a:ea typeface="Roboto"/>
              <a:cs typeface="Roboto"/>
              <a:sym typeface="Roboto"/>
            </a:endParaRPr>
          </a:p>
        </p:txBody>
      </p:sp>
      <p:pic>
        <p:nvPicPr>
          <p:cNvPr id="761" name="Google Shape;761;p77"/>
          <p:cNvPicPr preferRelativeResize="0"/>
          <p:nvPr/>
        </p:nvPicPr>
        <p:blipFill rotWithShape="1">
          <a:blip r:embed="rId3">
            <a:alphaModFix/>
          </a:blip>
          <a:srcRect b="0" l="0" r="0" t="0"/>
          <a:stretch/>
        </p:blipFill>
        <p:spPr>
          <a:xfrm>
            <a:off x="3051075" y="3044622"/>
            <a:ext cx="1719089" cy="1720541"/>
          </a:xfrm>
          <a:prstGeom prst="rect">
            <a:avLst/>
          </a:prstGeom>
          <a:noFill/>
          <a:ln>
            <a:noFill/>
          </a:ln>
        </p:spPr>
      </p:pic>
      <p:sp>
        <p:nvSpPr>
          <p:cNvPr id="762" name="Google Shape;762;p77"/>
          <p:cNvSpPr txBox="1"/>
          <p:nvPr/>
        </p:nvSpPr>
        <p:spPr>
          <a:xfrm>
            <a:off x="5606204" y="6188492"/>
            <a:ext cx="3511200" cy="733200"/>
          </a:xfrm>
          <a:prstGeom prst="rect">
            <a:avLst/>
          </a:prstGeom>
          <a:solidFill>
            <a:srgbClr val="FFF2CC"/>
          </a:solidFill>
          <a:ln>
            <a:noFill/>
          </a:ln>
        </p:spPr>
        <p:txBody>
          <a:bodyPr anchorCtr="0" anchor="ctr" bIns="137150" lIns="137150" spcFirstLastPara="1" rIns="137150" wrap="square" tIns="137150">
            <a:noAutofit/>
          </a:bodyPr>
          <a:lstStyle/>
          <a:p>
            <a:pPr indent="0" lvl="0" marL="0" rtl="0" algn="ctr">
              <a:spcBef>
                <a:spcPts val="0"/>
              </a:spcBef>
              <a:spcAft>
                <a:spcPts val="0"/>
              </a:spcAft>
              <a:buNone/>
            </a:pPr>
            <a:r>
              <a:rPr lang="en" sz="2800">
                <a:solidFill>
                  <a:schemeClr val="lt1"/>
                </a:solidFill>
                <a:latin typeface="Google Sans"/>
                <a:ea typeface="Google Sans"/>
                <a:cs typeface="Google Sans"/>
                <a:sym typeface="Google Sans"/>
              </a:rPr>
              <a:t>PaaS</a:t>
            </a:r>
            <a:endParaRPr sz="2800">
              <a:solidFill>
                <a:schemeClr val="lt1"/>
              </a:solidFill>
              <a:latin typeface="Google Sans"/>
              <a:ea typeface="Google Sans"/>
              <a:cs typeface="Google Sans"/>
              <a:sym typeface="Google Sans"/>
            </a:endParaRPr>
          </a:p>
        </p:txBody>
      </p:sp>
      <p:sp>
        <p:nvSpPr>
          <p:cNvPr id="763" name="Google Shape;763;p77"/>
          <p:cNvSpPr txBox="1"/>
          <p:nvPr/>
        </p:nvSpPr>
        <p:spPr>
          <a:xfrm>
            <a:off x="9212088" y="6188492"/>
            <a:ext cx="3302100" cy="733200"/>
          </a:xfrm>
          <a:prstGeom prst="rect">
            <a:avLst/>
          </a:prstGeom>
          <a:solidFill>
            <a:srgbClr val="FFF2CC"/>
          </a:solidFill>
          <a:ln>
            <a:noFill/>
          </a:ln>
        </p:spPr>
        <p:txBody>
          <a:bodyPr anchorCtr="0" anchor="ctr" bIns="137150" lIns="137150" spcFirstLastPara="1" rIns="137150" wrap="square" tIns="137150">
            <a:noAutofit/>
          </a:bodyPr>
          <a:lstStyle/>
          <a:p>
            <a:pPr indent="0" lvl="0" marL="0" rtl="0" algn="ctr">
              <a:spcBef>
                <a:spcPts val="0"/>
              </a:spcBef>
              <a:spcAft>
                <a:spcPts val="0"/>
              </a:spcAft>
              <a:buNone/>
            </a:pPr>
            <a:r>
              <a:rPr lang="en" sz="2800">
                <a:solidFill>
                  <a:schemeClr val="lt1"/>
                </a:solidFill>
                <a:latin typeface="Google Sans"/>
                <a:ea typeface="Google Sans"/>
                <a:cs typeface="Google Sans"/>
                <a:sym typeface="Google Sans"/>
              </a:rPr>
              <a:t>Serverless logic</a:t>
            </a:r>
            <a:endParaRPr sz="2800">
              <a:solidFill>
                <a:schemeClr val="lt1"/>
              </a:solidFill>
              <a:latin typeface="Google Sans"/>
              <a:ea typeface="Google Sans"/>
              <a:cs typeface="Google Sans"/>
              <a:sym typeface="Google Sans"/>
            </a:endParaRPr>
          </a:p>
        </p:txBody>
      </p:sp>
      <p:sp>
        <p:nvSpPr>
          <p:cNvPr id="764" name="Google Shape;764;p77"/>
          <p:cNvSpPr txBox="1"/>
          <p:nvPr/>
        </p:nvSpPr>
        <p:spPr>
          <a:xfrm>
            <a:off x="5606200" y="7272525"/>
            <a:ext cx="3337500" cy="1642800"/>
          </a:xfrm>
          <a:prstGeom prst="rect">
            <a:avLst/>
          </a:prstGeom>
          <a:noFill/>
          <a:ln>
            <a:noFill/>
          </a:ln>
        </p:spPr>
        <p:txBody>
          <a:bodyPr anchorCtr="0" anchor="t" bIns="0" lIns="182875" spcFirstLastPara="1" rIns="182875" wrap="square" tIns="0">
            <a:noAutofit/>
          </a:bodyPr>
          <a:lstStyle/>
          <a:p>
            <a:pPr indent="0" lvl="0" marL="0" rtl="0" algn="l">
              <a:spcBef>
                <a:spcPts val="0"/>
              </a:spcBef>
              <a:spcAft>
                <a:spcPts val="0"/>
              </a:spcAft>
              <a:buNone/>
            </a:pPr>
            <a:r>
              <a:rPr lang="en" sz="2000">
                <a:solidFill>
                  <a:schemeClr val="lt1"/>
                </a:solidFill>
                <a:latin typeface="Roboto"/>
                <a:ea typeface="Roboto"/>
                <a:cs typeface="Roboto"/>
                <a:sym typeface="Roboto"/>
              </a:rPr>
              <a:t>A flexible, zero ops platform for building highly available apps</a:t>
            </a:r>
            <a:endParaRPr sz="2000">
              <a:solidFill>
                <a:schemeClr val="lt1"/>
              </a:solidFill>
              <a:latin typeface="Roboto"/>
              <a:ea typeface="Roboto"/>
              <a:cs typeface="Roboto"/>
              <a:sym typeface="Roboto"/>
            </a:endParaRPr>
          </a:p>
        </p:txBody>
      </p:sp>
      <p:sp>
        <p:nvSpPr>
          <p:cNvPr id="765" name="Google Shape;765;p77"/>
          <p:cNvSpPr txBox="1"/>
          <p:nvPr/>
        </p:nvSpPr>
        <p:spPr>
          <a:xfrm>
            <a:off x="9138925" y="7272525"/>
            <a:ext cx="3338700" cy="1642800"/>
          </a:xfrm>
          <a:prstGeom prst="rect">
            <a:avLst/>
          </a:prstGeom>
          <a:noFill/>
          <a:ln>
            <a:noFill/>
          </a:ln>
        </p:spPr>
        <p:txBody>
          <a:bodyPr anchorCtr="0" anchor="t" bIns="0" lIns="182875" spcFirstLastPara="1" rIns="182875" wrap="square" tIns="0">
            <a:noAutofit/>
          </a:bodyPr>
          <a:lstStyle/>
          <a:p>
            <a:pPr indent="0" lvl="0" marL="0" rtl="0" algn="l">
              <a:spcBef>
                <a:spcPts val="0"/>
              </a:spcBef>
              <a:spcAft>
                <a:spcPts val="0"/>
              </a:spcAft>
              <a:buNone/>
            </a:pPr>
            <a:r>
              <a:rPr lang="en" sz="2000">
                <a:solidFill>
                  <a:schemeClr val="lt1"/>
                </a:solidFill>
                <a:latin typeface="Roboto"/>
                <a:ea typeface="Roboto"/>
                <a:cs typeface="Roboto"/>
                <a:sym typeface="Roboto"/>
              </a:rPr>
              <a:t>A lightweight fully managed serverless execution environment for building and connecting cloud services</a:t>
            </a:r>
            <a:endParaRPr sz="2000">
              <a:solidFill>
                <a:schemeClr val="lt1"/>
              </a:solidFill>
              <a:latin typeface="Roboto"/>
              <a:ea typeface="Roboto"/>
              <a:cs typeface="Roboto"/>
              <a:sym typeface="Roboto"/>
            </a:endParaRPr>
          </a:p>
        </p:txBody>
      </p:sp>
      <p:pic>
        <p:nvPicPr>
          <p:cNvPr id="766" name="Google Shape;766;p77"/>
          <p:cNvPicPr preferRelativeResize="0"/>
          <p:nvPr/>
        </p:nvPicPr>
        <p:blipFill rotWithShape="1">
          <a:blip r:embed="rId4">
            <a:alphaModFix/>
          </a:blip>
          <a:srcRect b="0" l="0" r="0" t="0"/>
          <a:stretch/>
        </p:blipFill>
        <p:spPr>
          <a:xfrm>
            <a:off x="10071562" y="3050314"/>
            <a:ext cx="1719089" cy="1720541"/>
          </a:xfrm>
          <a:prstGeom prst="rect">
            <a:avLst/>
          </a:prstGeom>
          <a:noFill/>
          <a:ln>
            <a:noFill/>
          </a:ln>
        </p:spPr>
      </p:pic>
      <p:pic>
        <p:nvPicPr>
          <p:cNvPr id="767" name="Google Shape;767;p77"/>
          <p:cNvPicPr preferRelativeResize="0"/>
          <p:nvPr/>
        </p:nvPicPr>
        <p:blipFill rotWithShape="1">
          <a:blip r:embed="rId5">
            <a:alphaModFix/>
          </a:blip>
          <a:srcRect b="0" l="0" r="0" t="0"/>
          <a:stretch/>
        </p:blipFill>
        <p:spPr>
          <a:xfrm>
            <a:off x="6561171" y="3044622"/>
            <a:ext cx="1719089" cy="1720541"/>
          </a:xfrm>
          <a:prstGeom prst="rect">
            <a:avLst/>
          </a:prstGeom>
          <a:noFill/>
          <a:ln>
            <a:noFill/>
          </a:ln>
        </p:spPr>
      </p:pic>
      <p:pic>
        <p:nvPicPr>
          <p:cNvPr id="768" name="Google Shape;768;p77"/>
          <p:cNvPicPr preferRelativeResize="0"/>
          <p:nvPr/>
        </p:nvPicPr>
        <p:blipFill rotWithShape="1">
          <a:blip r:embed="rId6">
            <a:alphaModFix/>
          </a:blip>
          <a:srcRect b="0" l="0" r="0" t="0"/>
          <a:stretch/>
        </p:blipFill>
        <p:spPr>
          <a:xfrm>
            <a:off x="13643693" y="3044622"/>
            <a:ext cx="1719089" cy="1720541"/>
          </a:xfrm>
          <a:prstGeom prst="rect">
            <a:avLst/>
          </a:prstGeom>
          <a:noFill/>
          <a:ln>
            <a:noFill/>
          </a:ln>
        </p:spPr>
      </p:pic>
      <p:sp>
        <p:nvSpPr>
          <p:cNvPr id="769" name="Google Shape;769;p77"/>
          <p:cNvSpPr/>
          <p:nvPr/>
        </p:nvSpPr>
        <p:spPr>
          <a:xfrm>
            <a:off x="2277600" y="4845930"/>
            <a:ext cx="13739100" cy="1118100"/>
          </a:xfrm>
          <a:prstGeom prst="rect">
            <a:avLst/>
          </a:prstGeom>
          <a:solidFill>
            <a:srgbClr val="B7D1FA">
              <a:alpha val="498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 name="Google Shape;770;p77"/>
          <p:cNvSpPr txBox="1"/>
          <p:nvPr/>
        </p:nvSpPr>
        <p:spPr>
          <a:xfrm>
            <a:off x="2277600" y="4838239"/>
            <a:ext cx="3233400" cy="1115100"/>
          </a:xfrm>
          <a:prstGeom prst="rect">
            <a:avLst/>
          </a:prstGeom>
          <a:noFill/>
          <a:ln>
            <a:noFill/>
          </a:ln>
        </p:spPr>
        <p:txBody>
          <a:bodyPr anchorCtr="0" anchor="ctr" bIns="137150" lIns="137150" spcFirstLastPara="1" rIns="137150" wrap="square" tIns="137150">
            <a:noAutofit/>
          </a:bodyPr>
          <a:lstStyle/>
          <a:p>
            <a:pPr indent="0" lvl="0" marL="0" rtl="0" algn="ctr">
              <a:spcBef>
                <a:spcPts val="0"/>
              </a:spcBef>
              <a:spcAft>
                <a:spcPts val="0"/>
              </a:spcAft>
              <a:buNone/>
            </a:pPr>
            <a:r>
              <a:rPr lang="en" sz="2800">
                <a:solidFill>
                  <a:schemeClr val="lt1"/>
                </a:solidFill>
                <a:latin typeface="Google Sans"/>
                <a:ea typeface="Google Sans"/>
                <a:cs typeface="Google Sans"/>
                <a:sym typeface="Google Sans"/>
              </a:rPr>
              <a:t>Compute Engine</a:t>
            </a:r>
            <a:endParaRPr sz="2800">
              <a:solidFill>
                <a:schemeClr val="lt1"/>
              </a:solidFill>
              <a:latin typeface="Google Sans"/>
              <a:ea typeface="Google Sans"/>
              <a:cs typeface="Google Sans"/>
              <a:sym typeface="Google Sans"/>
            </a:endParaRPr>
          </a:p>
        </p:txBody>
      </p:sp>
      <p:sp>
        <p:nvSpPr>
          <p:cNvPr id="771" name="Google Shape;771;p77"/>
          <p:cNvSpPr txBox="1"/>
          <p:nvPr/>
        </p:nvSpPr>
        <p:spPr>
          <a:xfrm>
            <a:off x="12688721" y="4841720"/>
            <a:ext cx="3338700" cy="1115100"/>
          </a:xfrm>
          <a:prstGeom prst="rect">
            <a:avLst/>
          </a:prstGeom>
          <a:noFill/>
          <a:ln>
            <a:noFill/>
          </a:ln>
        </p:spPr>
        <p:txBody>
          <a:bodyPr anchorCtr="0" anchor="ctr" bIns="137150" lIns="137150" spcFirstLastPara="1" rIns="137150" wrap="square" tIns="137150">
            <a:noAutofit/>
          </a:bodyPr>
          <a:lstStyle/>
          <a:p>
            <a:pPr indent="0" lvl="0" marL="0" rtl="0" algn="ctr">
              <a:spcBef>
                <a:spcPts val="0"/>
              </a:spcBef>
              <a:spcAft>
                <a:spcPts val="0"/>
              </a:spcAft>
              <a:buNone/>
            </a:pPr>
            <a:r>
              <a:rPr lang="en" sz="2800">
                <a:solidFill>
                  <a:schemeClr val="lt1"/>
                </a:solidFill>
                <a:latin typeface="Google Sans"/>
                <a:ea typeface="Google Sans"/>
                <a:cs typeface="Google Sans"/>
                <a:sym typeface="Google Sans"/>
              </a:rPr>
              <a:t>Google Kubernetes Engine</a:t>
            </a:r>
            <a:endParaRPr sz="2800">
              <a:solidFill>
                <a:schemeClr val="lt1"/>
              </a:solidFill>
              <a:latin typeface="Google Sans"/>
              <a:ea typeface="Google Sans"/>
              <a:cs typeface="Google Sans"/>
              <a:sym typeface="Google Sans"/>
            </a:endParaRPr>
          </a:p>
        </p:txBody>
      </p:sp>
      <p:sp>
        <p:nvSpPr>
          <p:cNvPr id="772" name="Google Shape;772;p77"/>
          <p:cNvSpPr txBox="1"/>
          <p:nvPr/>
        </p:nvSpPr>
        <p:spPr>
          <a:xfrm>
            <a:off x="5606204" y="4841726"/>
            <a:ext cx="3511200" cy="1115100"/>
          </a:xfrm>
          <a:prstGeom prst="rect">
            <a:avLst/>
          </a:prstGeom>
          <a:noFill/>
          <a:ln>
            <a:noFill/>
          </a:ln>
        </p:spPr>
        <p:txBody>
          <a:bodyPr anchorCtr="0" anchor="ctr" bIns="137150" lIns="137150" spcFirstLastPara="1" rIns="137150" wrap="square" tIns="137150">
            <a:noAutofit/>
          </a:bodyPr>
          <a:lstStyle/>
          <a:p>
            <a:pPr indent="0" lvl="0" marL="0" rtl="0" algn="ctr">
              <a:spcBef>
                <a:spcPts val="0"/>
              </a:spcBef>
              <a:spcAft>
                <a:spcPts val="0"/>
              </a:spcAft>
              <a:buNone/>
            </a:pPr>
            <a:r>
              <a:rPr lang="en" sz="2800">
                <a:solidFill>
                  <a:schemeClr val="lt1"/>
                </a:solidFill>
                <a:latin typeface="Google Sans"/>
                <a:ea typeface="Google Sans"/>
                <a:cs typeface="Google Sans"/>
                <a:sym typeface="Google Sans"/>
              </a:rPr>
              <a:t>App Engine</a:t>
            </a:r>
            <a:endParaRPr sz="2800">
              <a:solidFill>
                <a:schemeClr val="lt1"/>
              </a:solidFill>
              <a:latin typeface="Google Sans"/>
              <a:ea typeface="Google Sans"/>
              <a:cs typeface="Google Sans"/>
              <a:sym typeface="Google Sans"/>
            </a:endParaRPr>
          </a:p>
        </p:txBody>
      </p:sp>
      <p:sp>
        <p:nvSpPr>
          <p:cNvPr id="773" name="Google Shape;773;p77"/>
          <p:cNvSpPr txBox="1"/>
          <p:nvPr/>
        </p:nvSpPr>
        <p:spPr>
          <a:xfrm>
            <a:off x="9212088" y="4841726"/>
            <a:ext cx="3302100" cy="1115100"/>
          </a:xfrm>
          <a:prstGeom prst="rect">
            <a:avLst/>
          </a:prstGeom>
          <a:noFill/>
          <a:ln>
            <a:noFill/>
          </a:ln>
        </p:spPr>
        <p:txBody>
          <a:bodyPr anchorCtr="0" anchor="ctr" bIns="137150" lIns="137150" spcFirstLastPara="1" rIns="137150" wrap="square" tIns="137150">
            <a:noAutofit/>
          </a:bodyPr>
          <a:lstStyle/>
          <a:p>
            <a:pPr indent="0" lvl="0" marL="0" rtl="0" algn="ctr">
              <a:spcBef>
                <a:spcPts val="0"/>
              </a:spcBef>
              <a:spcAft>
                <a:spcPts val="0"/>
              </a:spcAft>
              <a:buNone/>
            </a:pPr>
            <a:r>
              <a:rPr lang="en" sz="2800">
                <a:solidFill>
                  <a:schemeClr val="lt1"/>
                </a:solidFill>
                <a:latin typeface="Google Sans"/>
                <a:ea typeface="Google Sans"/>
                <a:cs typeface="Google Sans"/>
                <a:sym typeface="Google Sans"/>
              </a:rPr>
              <a:t>Cloud Functions</a:t>
            </a:r>
            <a:endParaRPr sz="2800">
              <a:solidFill>
                <a:schemeClr val="lt1"/>
              </a:solidFill>
              <a:latin typeface="Google Sans"/>
              <a:ea typeface="Google Sans"/>
              <a:cs typeface="Google Sans"/>
              <a:sym typeface="Google Sans"/>
            </a:endParaRPr>
          </a:p>
        </p:txBody>
      </p:sp>
      <p:cxnSp>
        <p:nvCxnSpPr>
          <p:cNvPr id="774" name="Google Shape;774;p77"/>
          <p:cNvCxnSpPr/>
          <p:nvPr/>
        </p:nvCxnSpPr>
        <p:spPr>
          <a:xfrm rot="10800000">
            <a:off x="5616200" y="3044850"/>
            <a:ext cx="18600" cy="5805900"/>
          </a:xfrm>
          <a:prstGeom prst="straightConnector1">
            <a:avLst/>
          </a:prstGeom>
          <a:noFill/>
          <a:ln cap="flat" cmpd="sng" w="9525">
            <a:solidFill>
              <a:srgbClr val="666666"/>
            </a:solidFill>
            <a:prstDash val="dash"/>
            <a:round/>
            <a:headEnd len="med" w="med" type="none"/>
            <a:tailEnd len="med" w="med" type="none"/>
          </a:ln>
        </p:spPr>
      </p:cxnSp>
      <p:cxnSp>
        <p:nvCxnSpPr>
          <p:cNvPr id="775" name="Google Shape;775;p77"/>
          <p:cNvCxnSpPr/>
          <p:nvPr/>
        </p:nvCxnSpPr>
        <p:spPr>
          <a:xfrm rot="10800000">
            <a:off x="9135875" y="3044900"/>
            <a:ext cx="2400" cy="5798100"/>
          </a:xfrm>
          <a:prstGeom prst="straightConnector1">
            <a:avLst/>
          </a:prstGeom>
          <a:noFill/>
          <a:ln cap="flat" cmpd="sng" w="9525">
            <a:solidFill>
              <a:srgbClr val="666666"/>
            </a:solidFill>
            <a:prstDash val="dash"/>
            <a:round/>
            <a:headEnd len="med" w="med" type="none"/>
            <a:tailEnd len="med" w="med" type="none"/>
          </a:ln>
        </p:spPr>
      </p:cxnSp>
      <p:cxnSp>
        <p:nvCxnSpPr>
          <p:cNvPr id="776" name="Google Shape;776;p77"/>
          <p:cNvCxnSpPr/>
          <p:nvPr/>
        </p:nvCxnSpPr>
        <p:spPr>
          <a:xfrm rot="10800000">
            <a:off x="12655625" y="3044850"/>
            <a:ext cx="0" cy="5810400"/>
          </a:xfrm>
          <a:prstGeom prst="straightConnector1">
            <a:avLst/>
          </a:prstGeom>
          <a:noFill/>
          <a:ln cap="flat" cmpd="sng" w="9525">
            <a:solidFill>
              <a:srgbClr val="666666"/>
            </a:solidFill>
            <a:prstDash val="dash"/>
            <a:round/>
            <a:headEnd len="med" w="med" type="none"/>
            <a:tailEnd len="med" w="med" type="none"/>
          </a:ln>
        </p:spPr>
      </p:cxnSp>
      <p:sp>
        <p:nvSpPr>
          <p:cNvPr id="777" name="Google Shape;777;p77"/>
          <p:cNvSpPr/>
          <p:nvPr/>
        </p:nvSpPr>
        <p:spPr>
          <a:xfrm>
            <a:off x="12650525" y="2567225"/>
            <a:ext cx="3415500" cy="6348000"/>
          </a:xfrm>
          <a:prstGeom prst="rect">
            <a:avLst/>
          </a:prstGeom>
          <a:solidFill>
            <a:srgbClr val="F3F3F3">
              <a:alpha val="753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8" name="Google Shape;778;p77"/>
          <p:cNvSpPr/>
          <p:nvPr/>
        </p:nvSpPr>
        <p:spPr>
          <a:xfrm>
            <a:off x="2276475" y="2567375"/>
            <a:ext cx="6840900" cy="6348000"/>
          </a:xfrm>
          <a:prstGeom prst="rect">
            <a:avLst/>
          </a:prstGeom>
          <a:solidFill>
            <a:srgbClr val="F3F3F3">
              <a:alpha val="753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9" name="Google Shape;779;p77"/>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7">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3" name="Shape 783"/>
        <p:cNvGrpSpPr/>
        <p:nvPr/>
      </p:nvGrpSpPr>
      <p:grpSpPr>
        <a:xfrm>
          <a:off x="0" y="0"/>
          <a:ext cx="0" cy="0"/>
          <a:chOff x="0" y="0"/>
          <a:chExt cx="0" cy="0"/>
        </a:xfrm>
      </p:grpSpPr>
      <p:grpSp>
        <p:nvGrpSpPr>
          <p:cNvPr id="784" name="Google Shape;784;p78"/>
          <p:cNvGrpSpPr/>
          <p:nvPr/>
        </p:nvGrpSpPr>
        <p:grpSpPr>
          <a:xfrm>
            <a:off x="1447800" y="3191917"/>
            <a:ext cx="4502159" cy="4407263"/>
            <a:chOff x="1524000" y="2658517"/>
            <a:chExt cx="4502159" cy="4407263"/>
          </a:xfrm>
        </p:grpSpPr>
        <p:sp>
          <p:nvSpPr>
            <p:cNvPr id="785" name="Google Shape;785;p78"/>
            <p:cNvSpPr txBox="1"/>
            <p:nvPr/>
          </p:nvSpPr>
          <p:spPr>
            <a:xfrm>
              <a:off x="1899180" y="5989980"/>
              <a:ext cx="3751800" cy="1075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3100">
                  <a:solidFill>
                    <a:schemeClr val="accent2"/>
                  </a:solidFill>
                  <a:latin typeface="Roboto"/>
                  <a:ea typeface="Roboto"/>
                  <a:cs typeface="Roboto"/>
                  <a:sym typeface="Roboto"/>
                </a:rPr>
                <a:t>Connect and extend cloud services</a:t>
              </a:r>
              <a:endParaRPr sz="3100">
                <a:solidFill>
                  <a:schemeClr val="accent2"/>
                </a:solidFill>
                <a:latin typeface="Roboto"/>
                <a:ea typeface="Roboto"/>
                <a:cs typeface="Roboto"/>
                <a:sym typeface="Roboto"/>
              </a:endParaRPr>
            </a:p>
          </p:txBody>
        </p:sp>
        <p:pic>
          <p:nvPicPr>
            <p:cNvPr id="786" name="Google Shape;786;p78"/>
            <p:cNvPicPr preferRelativeResize="0"/>
            <p:nvPr/>
          </p:nvPicPr>
          <p:blipFill rotWithShape="1">
            <a:blip r:embed="rId3">
              <a:alphaModFix/>
            </a:blip>
            <a:srcRect b="0" l="13505" r="10748" t="0"/>
            <a:stretch/>
          </p:blipFill>
          <p:spPr>
            <a:xfrm>
              <a:off x="1524000" y="2658517"/>
              <a:ext cx="4502159" cy="3032067"/>
            </a:xfrm>
            <a:prstGeom prst="rect">
              <a:avLst/>
            </a:prstGeom>
            <a:noFill/>
            <a:ln>
              <a:noFill/>
            </a:ln>
          </p:spPr>
        </p:pic>
      </p:grpSp>
      <p:grpSp>
        <p:nvGrpSpPr>
          <p:cNvPr id="787" name="Google Shape;787;p78"/>
          <p:cNvGrpSpPr/>
          <p:nvPr/>
        </p:nvGrpSpPr>
        <p:grpSpPr>
          <a:xfrm>
            <a:off x="6522965" y="3191917"/>
            <a:ext cx="4927380" cy="4407263"/>
            <a:chOff x="6751565" y="2658517"/>
            <a:chExt cx="4927380" cy="4407263"/>
          </a:xfrm>
        </p:grpSpPr>
        <p:sp>
          <p:nvSpPr>
            <p:cNvPr id="788" name="Google Shape;788;p78"/>
            <p:cNvSpPr txBox="1"/>
            <p:nvPr/>
          </p:nvSpPr>
          <p:spPr>
            <a:xfrm>
              <a:off x="7339355" y="5989980"/>
              <a:ext cx="3751800" cy="1075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3100">
                  <a:solidFill>
                    <a:schemeClr val="accent6"/>
                  </a:solidFill>
                  <a:latin typeface="Roboto"/>
                  <a:ea typeface="Roboto"/>
                  <a:cs typeface="Roboto"/>
                  <a:sym typeface="Roboto"/>
                </a:rPr>
                <a:t>Events and triggers</a:t>
              </a:r>
              <a:endParaRPr sz="3100">
                <a:solidFill>
                  <a:schemeClr val="accent6"/>
                </a:solidFill>
                <a:latin typeface="Roboto"/>
                <a:ea typeface="Roboto"/>
                <a:cs typeface="Roboto"/>
                <a:sym typeface="Roboto"/>
              </a:endParaRPr>
            </a:p>
          </p:txBody>
        </p:sp>
        <p:pic>
          <p:nvPicPr>
            <p:cNvPr id="789" name="Google Shape;789;p78"/>
            <p:cNvPicPr preferRelativeResize="0"/>
            <p:nvPr/>
          </p:nvPicPr>
          <p:blipFill rotWithShape="1">
            <a:blip r:embed="rId4">
              <a:alphaModFix/>
            </a:blip>
            <a:srcRect b="0" l="8530" r="8571" t="0"/>
            <a:stretch/>
          </p:blipFill>
          <p:spPr>
            <a:xfrm>
              <a:off x="6751565" y="2658517"/>
              <a:ext cx="4927380" cy="3011177"/>
            </a:xfrm>
            <a:prstGeom prst="rect">
              <a:avLst/>
            </a:prstGeom>
            <a:noFill/>
            <a:ln>
              <a:noFill/>
            </a:ln>
          </p:spPr>
        </p:pic>
      </p:grpSp>
      <p:grpSp>
        <p:nvGrpSpPr>
          <p:cNvPr id="790" name="Google Shape;790;p78"/>
          <p:cNvGrpSpPr/>
          <p:nvPr/>
        </p:nvGrpSpPr>
        <p:grpSpPr>
          <a:xfrm>
            <a:off x="12023350" y="3191917"/>
            <a:ext cx="4736824" cy="4407263"/>
            <a:chOff x="12099550" y="2658517"/>
            <a:chExt cx="4736824" cy="4407263"/>
          </a:xfrm>
        </p:grpSpPr>
        <p:sp>
          <p:nvSpPr>
            <p:cNvPr id="791" name="Google Shape;791;p78"/>
            <p:cNvSpPr txBox="1"/>
            <p:nvPr/>
          </p:nvSpPr>
          <p:spPr>
            <a:xfrm>
              <a:off x="12592062" y="5989980"/>
              <a:ext cx="3751800" cy="1075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3100">
                  <a:solidFill>
                    <a:schemeClr val="accent5"/>
                  </a:solidFill>
                  <a:latin typeface="Roboto"/>
                  <a:ea typeface="Roboto"/>
                  <a:cs typeface="Roboto"/>
                  <a:sym typeface="Roboto"/>
                </a:rPr>
                <a:t>Serverless</a:t>
              </a:r>
              <a:endParaRPr sz="3100">
                <a:solidFill>
                  <a:schemeClr val="accent5"/>
                </a:solidFill>
                <a:latin typeface="Roboto"/>
                <a:ea typeface="Roboto"/>
                <a:cs typeface="Roboto"/>
                <a:sym typeface="Roboto"/>
              </a:endParaRPr>
            </a:p>
          </p:txBody>
        </p:sp>
        <p:pic>
          <p:nvPicPr>
            <p:cNvPr id="792" name="Google Shape;792;p78"/>
            <p:cNvPicPr preferRelativeResize="0"/>
            <p:nvPr/>
          </p:nvPicPr>
          <p:blipFill rotWithShape="1">
            <a:blip r:embed="rId5">
              <a:alphaModFix/>
            </a:blip>
            <a:srcRect b="0" l="12946" r="15686" t="0"/>
            <a:stretch/>
          </p:blipFill>
          <p:spPr>
            <a:xfrm>
              <a:off x="12099550" y="2658517"/>
              <a:ext cx="4736824" cy="3383450"/>
            </a:xfrm>
            <a:prstGeom prst="rect">
              <a:avLst/>
            </a:prstGeom>
            <a:noFill/>
            <a:ln>
              <a:noFill/>
            </a:ln>
          </p:spPr>
        </p:pic>
      </p:grpSp>
      <p:cxnSp>
        <p:nvCxnSpPr>
          <p:cNvPr id="793" name="Google Shape;793;p78"/>
          <p:cNvCxnSpPr/>
          <p:nvPr/>
        </p:nvCxnSpPr>
        <p:spPr>
          <a:xfrm flipH="1" rot="10800000">
            <a:off x="6191100" y="3018800"/>
            <a:ext cx="9000" cy="5337900"/>
          </a:xfrm>
          <a:prstGeom prst="straightConnector1">
            <a:avLst/>
          </a:prstGeom>
          <a:noFill/>
          <a:ln cap="flat" cmpd="sng" w="9525">
            <a:solidFill>
              <a:schemeClr val="accent2"/>
            </a:solidFill>
            <a:prstDash val="dot"/>
            <a:round/>
            <a:headEnd len="med" w="med" type="none"/>
            <a:tailEnd len="med" w="med" type="none"/>
          </a:ln>
        </p:spPr>
      </p:cxnSp>
      <p:cxnSp>
        <p:nvCxnSpPr>
          <p:cNvPr id="794" name="Google Shape;794;p78"/>
          <p:cNvCxnSpPr/>
          <p:nvPr/>
        </p:nvCxnSpPr>
        <p:spPr>
          <a:xfrm flipH="1" rot="10800000">
            <a:off x="11906100" y="3018800"/>
            <a:ext cx="9000" cy="5337900"/>
          </a:xfrm>
          <a:prstGeom prst="straightConnector1">
            <a:avLst/>
          </a:prstGeom>
          <a:noFill/>
          <a:ln cap="flat" cmpd="sng" w="9525">
            <a:solidFill>
              <a:schemeClr val="accent2"/>
            </a:solidFill>
            <a:prstDash val="dot"/>
            <a:round/>
            <a:headEnd len="med" w="med" type="none"/>
            <a:tailEnd len="med" w="med" type="none"/>
          </a:ln>
        </p:spPr>
      </p:cxnSp>
      <p:sp>
        <p:nvSpPr>
          <p:cNvPr id="795" name="Google Shape;795;p78"/>
          <p:cNvSpPr txBox="1"/>
          <p:nvPr>
            <p:ph type="title"/>
          </p:nvPr>
        </p:nvSpPr>
        <p:spPr>
          <a:xfrm>
            <a:off x="1672475" y="1154875"/>
            <a:ext cx="147753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components that make Cloud Functions work</a:t>
            </a:r>
            <a:endParaRPr/>
          </a:p>
        </p:txBody>
      </p:sp>
      <p:sp>
        <p:nvSpPr>
          <p:cNvPr id="796" name="Google Shape;796;p78"/>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6">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0" name="Shape 800"/>
        <p:cNvGrpSpPr/>
        <p:nvPr/>
      </p:nvGrpSpPr>
      <p:grpSpPr>
        <a:xfrm>
          <a:off x="0" y="0"/>
          <a:ext cx="0" cy="0"/>
          <a:chOff x="0" y="0"/>
          <a:chExt cx="0" cy="0"/>
        </a:xfrm>
      </p:grpSpPr>
      <p:sp>
        <p:nvSpPr>
          <p:cNvPr id="801" name="Google Shape;801;p79"/>
          <p:cNvSpPr/>
          <p:nvPr/>
        </p:nvSpPr>
        <p:spPr>
          <a:xfrm>
            <a:off x="13308500" y="3595475"/>
            <a:ext cx="2787900" cy="27879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02" name="Google Shape;802;p79"/>
          <p:cNvGrpSpPr/>
          <p:nvPr/>
        </p:nvGrpSpPr>
        <p:grpSpPr>
          <a:xfrm>
            <a:off x="2107100" y="3595475"/>
            <a:ext cx="2787900" cy="2787900"/>
            <a:chOff x="2107100" y="3214475"/>
            <a:chExt cx="2787900" cy="2787900"/>
          </a:xfrm>
        </p:grpSpPr>
        <p:sp>
          <p:nvSpPr>
            <p:cNvPr id="803" name="Google Shape;803;p79"/>
            <p:cNvSpPr/>
            <p:nvPr/>
          </p:nvSpPr>
          <p:spPr>
            <a:xfrm>
              <a:off x="2107100" y="3214475"/>
              <a:ext cx="2787900" cy="27879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04" name="Google Shape;804;p79"/>
            <p:cNvPicPr preferRelativeResize="0"/>
            <p:nvPr/>
          </p:nvPicPr>
          <p:blipFill>
            <a:blip r:embed="rId3">
              <a:alphaModFix/>
            </a:blip>
            <a:stretch>
              <a:fillRect/>
            </a:stretch>
          </p:blipFill>
          <p:spPr>
            <a:xfrm>
              <a:off x="2586650" y="3694025"/>
              <a:ext cx="1828800" cy="1828800"/>
            </a:xfrm>
            <a:prstGeom prst="rect">
              <a:avLst/>
            </a:prstGeom>
            <a:noFill/>
            <a:ln>
              <a:noFill/>
            </a:ln>
          </p:spPr>
        </p:pic>
      </p:grpSp>
      <p:sp>
        <p:nvSpPr>
          <p:cNvPr id="805" name="Google Shape;805;p79"/>
          <p:cNvSpPr txBox="1"/>
          <p:nvPr/>
        </p:nvSpPr>
        <p:spPr>
          <a:xfrm>
            <a:off x="2053100" y="6510625"/>
            <a:ext cx="2895900" cy="691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solidFill>
                  <a:schemeClr val="lt1"/>
                </a:solidFill>
                <a:latin typeface="Google Sans"/>
                <a:ea typeface="Google Sans"/>
                <a:cs typeface="Google Sans"/>
                <a:sym typeface="Google Sans"/>
              </a:rPr>
              <a:t>Cloud services</a:t>
            </a:r>
            <a:endParaRPr sz="3000">
              <a:solidFill>
                <a:schemeClr val="lt1"/>
              </a:solidFill>
              <a:latin typeface="Google Sans"/>
              <a:ea typeface="Google Sans"/>
              <a:cs typeface="Google Sans"/>
              <a:sym typeface="Google Sans"/>
            </a:endParaRPr>
          </a:p>
        </p:txBody>
      </p:sp>
      <p:sp>
        <p:nvSpPr>
          <p:cNvPr id="806" name="Google Shape;806;p79"/>
          <p:cNvSpPr txBox="1"/>
          <p:nvPr/>
        </p:nvSpPr>
        <p:spPr>
          <a:xfrm>
            <a:off x="13254500" y="6510625"/>
            <a:ext cx="2895900" cy="691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solidFill>
                  <a:schemeClr val="lt1"/>
                </a:solidFill>
                <a:latin typeface="Google Sans"/>
                <a:ea typeface="Google Sans"/>
                <a:cs typeface="Google Sans"/>
                <a:sym typeface="Google Sans"/>
              </a:rPr>
              <a:t>Other APIs</a:t>
            </a:r>
            <a:endParaRPr sz="3000">
              <a:solidFill>
                <a:schemeClr val="lt1"/>
              </a:solidFill>
              <a:latin typeface="Google Sans"/>
              <a:ea typeface="Google Sans"/>
              <a:cs typeface="Google Sans"/>
              <a:sym typeface="Google Sans"/>
            </a:endParaRPr>
          </a:p>
        </p:txBody>
      </p:sp>
      <p:sp>
        <p:nvSpPr>
          <p:cNvPr id="807" name="Google Shape;807;p79"/>
          <p:cNvSpPr/>
          <p:nvPr/>
        </p:nvSpPr>
        <p:spPr>
          <a:xfrm>
            <a:off x="13881200" y="4386725"/>
            <a:ext cx="1642500" cy="1205400"/>
          </a:xfrm>
          <a:prstGeom prst="roundRect">
            <a:avLst>
              <a:gd fmla="val 16667" name="adj"/>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8" name="Google Shape;808;p79"/>
          <p:cNvSpPr/>
          <p:nvPr/>
        </p:nvSpPr>
        <p:spPr>
          <a:xfrm>
            <a:off x="14090600" y="4705500"/>
            <a:ext cx="821100" cy="274200"/>
          </a:xfrm>
          <a:prstGeom prst="rect">
            <a:avLst/>
          </a:pr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9" name="Google Shape;809;p79"/>
          <p:cNvSpPr/>
          <p:nvPr/>
        </p:nvSpPr>
        <p:spPr>
          <a:xfrm>
            <a:off x="14090600" y="5086500"/>
            <a:ext cx="821100" cy="274200"/>
          </a:xfrm>
          <a:prstGeom prst="rect">
            <a:avLst/>
          </a:pr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0" name="Google Shape;810;p79"/>
          <p:cNvSpPr/>
          <p:nvPr/>
        </p:nvSpPr>
        <p:spPr>
          <a:xfrm rot="-5400000">
            <a:off x="14807600" y="4893575"/>
            <a:ext cx="664500" cy="274200"/>
          </a:xfrm>
          <a:prstGeom prst="rect">
            <a:avLst/>
          </a:pr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11" name="Google Shape;811;p79"/>
          <p:cNvPicPr preferRelativeResize="0"/>
          <p:nvPr/>
        </p:nvPicPr>
        <p:blipFill>
          <a:blip r:embed="rId4">
            <a:alphaModFix/>
          </a:blip>
          <a:stretch>
            <a:fillRect/>
          </a:stretch>
        </p:blipFill>
        <p:spPr>
          <a:xfrm>
            <a:off x="7749540" y="3594963"/>
            <a:ext cx="2788920" cy="2788920"/>
          </a:xfrm>
          <a:prstGeom prst="rect">
            <a:avLst/>
          </a:prstGeom>
          <a:noFill/>
          <a:ln>
            <a:noFill/>
          </a:ln>
        </p:spPr>
      </p:pic>
      <p:sp>
        <p:nvSpPr>
          <p:cNvPr id="812" name="Google Shape;812;p79"/>
          <p:cNvSpPr txBox="1"/>
          <p:nvPr/>
        </p:nvSpPr>
        <p:spPr>
          <a:xfrm>
            <a:off x="7535400" y="6510625"/>
            <a:ext cx="3217200" cy="691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solidFill>
                  <a:schemeClr val="accent2"/>
                </a:solidFill>
                <a:latin typeface="Google Sans"/>
                <a:ea typeface="Google Sans"/>
                <a:cs typeface="Google Sans"/>
                <a:sym typeface="Google Sans"/>
              </a:rPr>
              <a:t>Cloud Functions</a:t>
            </a:r>
            <a:endParaRPr sz="3000">
              <a:solidFill>
                <a:schemeClr val="accent2"/>
              </a:solidFill>
              <a:latin typeface="Google Sans"/>
              <a:ea typeface="Google Sans"/>
              <a:cs typeface="Google Sans"/>
              <a:sym typeface="Google Sans"/>
            </a:endParaRPr>
          </a:p>
        </p:txBody>
      </p:sp>
      <p:cxnSp>
        <p:nvCxnSpPr>
          <p:cNvPr id="813" name="Google Shape;813;p79"/>
          <p:cNvCxnSpPr/>
          <p:nvPr/>
        </p:nvCxnSpPr>
        <p:spPr>
          <a:xfrm flipH="1" rot="10800000">
            <a:off x="7457100" y="7356900"/>
            <a:ext cx="3373800" cy="9000"/>
          </a:xfrm>
          <a:prstGeom prst="straightConnector1">
            <a:avLst/>
          </a:prstGeom>
          <a:noFill/>
          <a:ln cap="flat" cmpd="sng" w="28575">
            <a:solidFill>
              <a:schemeClr val="accent2"/>
            </a:solidFill>
            <a:prstDash val="solid"/>
            <a:round/>
            <a:headEnd len="med" w="med" type="none"/>
            <a:tailEnd len="med" w="med" type="none"/>
          </a:ln>
        </p:spPr>
      </p:cxnSp>
      <p:sp>
        <p:nvSpPr>
          <p:cNvPr id="814" name="Google Shape;814;p79"/>
          <p:cNvSpPr txBox="1"/>
          <p:nvPr/>
        </p:nvSpPr>
        <p:spPr>
          <a:xfrm>
            <a:off x="7255200" y="7542250"/>
            <a:ext cx="3777600" cy="691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solidFill>
                  <a:schemeClr val="lt1"/>
                </a:solidFill>
                <a:latin typeface="Roboto"/>
                <a:ea typeface="Roboto"/>
                <a:cs typeface="Roboto"/>
                <a:sym typeface="Roboto"/>
              </a:rPr>
              <a:t>Responds to events</a:t>
            </a:r>
            <a:endParaRPr sz="3000">
              <a:solidFill>
                <a:schemeClr val="lt1"/>
              </a:solidFill>
              <a:latin typeface="Roboto"/>
              <a:ea typeface="Roboto"/>
              <a:cs typeface="Roboto"/>
              <a:sym typeface="Roboto"/>
            </a:endParaRPr>
          </a:p>
        </p:txBody>
      </p:sp>
      <p:cxnSp>
        <p:nvCxnSpPr>
          <p:cNvPr id="815" name="Google Shape;815;p79"/>
          <p:cNvCxnSpPr/>
          <p:nvPr/>
        </p:nvCxnSpPr>
        <p:spPr>
          <a:xfrm flipH="1" rot="10800000">
            <a:off x="4715321" y="4002254"/>
            <a:ext cx="3255300" cy="1500"/>
          </a:xfrm>
          <a:prstGeom prst="straightConnector1">
            <a:avLst/>
          </a:prstGeom>
          <a:noFill/>
          <a:ln cap="flat" cmpd="sng" w="76200">
            <a:solidFill>
              <a:schemeClr val="accent6"/>
            </a:solidFill>
            <a:prstDash val="solid"/>
            <a:round/>
            <a:headEnd len="med" w="med" type="none"/>
            <a:tailEnd len="med" w="med" type="triangle"/>
          </a:ln>
        </p:spPr>
      </p:cxnSp>
      <p:cxnSp>
        <p:nvCxnSpPr>
          <p:cNvPr id="816" name="Google Shape;816;p79"/>
          <p:cNvCxnSpPr/>
          <p:nvPr/>
        </p:nvCxnSpPr>
        <p:spPr>
          <a:xfrm rot="10800000">
            <a:off x="4715321" y="5754854"/>
            <a:ext cx="3255300" cy="1500"/>
          </a:xfrm>
          <a:prstGeom prst="straightConnector1">
            <a:avLst/>
          </a:prstGeom>
          <a:noFill/>
          <a:ln cap="flat" cmpd="sng" w="76200">
            <a:solidFill>
              <a:schemeClr val="accent5"/>
            </a:solidFill>
            <a:prstDash val="dash"/>
            <a:round/>
            <a:headEnd len="med" w="med" type="none"/>
            <a:tailEnd len="med" w="med" type="triangle"/>
          </a:ln>
        </p:spPr>
      </p:cxnSp>
      <p:sp>
        <p:nvSpPr>
          <p:cNvPr id="817" name="Google Shape;817;p79"/>
          <p:cNvSpPr txBox="1"/>
          <p:nvPr/>
        </p:nvSpPr>
        <p:spPr>
          <a:xfrm>
            <a:off x="4658475" y="3031475"/>
            <a:ext cx="3373800" cy="691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solidFill>
                  <a:schemeClr val="accent6"/>
                </a:solidFill>
                <a:latin typeface="Roboto"/>
                <a:ea typeface="Roboto"/>
                <a:cs typeface="Roboto"/>
                <a:sym typeface="Roboto"/>
              </a:rPr>
              <a:t>Emit</a:t>
            </a:r>
            <a:r>
              <a:rPr lang="en" sz="3000">
                <a:solidFill>
                  <a:schemeClr val="accent6"/>
                </a:solidFill>
                <a:latin typeface="Roboto"/>
                <a:ea typeface="Roboto"/>
                <a:cs typeface="Roboto"/>
                <a:sym typeface="Roboto"/>
              </a:rPr>
              <a:t> events</a:t>
            </a:r>
            <a:endParaRPr sz="3000">
              <a:solidFill>
                <a:schemeClr val="accent6"/>
              </a:solidFill>
              <a:latin typeface="Roboto"/>
              <a:ea typeface="Roboto"/>
              <a:cs typeface="Roboto"/>
              <a:sym typeface="Roboto"/>
            </a:endParaRPr>
          </a:p>
        </p:txBody>
      </p:sp>
      <p:sp>
        <p:nvSpPr>
          <p:cNvPr id="818" name="Google Shape;818;p79"/>
          <p:cNvSpPr txBox="1"/>
          <p:nvPr/>
        </p:nvSpPr>
        <p:spPr>
          <a:xfrm>
            <a:off x="4658475" y="5850875"/>
            <a:ext cx="3373800" cy="691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solidFill>
                  <a:schemeClr val="accent5"/>
                </a:solidFill>
                <a:latin typeface="Roboto"/>
                <a:ea typeface="Roboto"/>
                <a:cs typeface="Roboto"/>
                <a:sym typeface="Roboto"/>
              </a:rPr>
              <a:t>Writes back</a:t>
            </a:r>
            <a:endParaRPr sz="3000">
              <a:solidFill>
                <a:schemeClr val="accent5"/>
              </a:solidFill>
              <a:latin typeface="Roboto"/>
              <a:ea typeface="Roboto"/>
              <a:cs typeface="Roboto"/>
              <a:sym typeface="Roboto"/>
            </a:endParaRPr>
          </a:p>
        </p:txBody>
      </p:sp>
      <p:cxnSp>
        <p:nvCxnSpPr>
          <p:cNvPr id="819" name="Google Shape;819;p79"/>
          <p:cNvCxnSpPr/>
          <p:nvPr/>
        </p:nvCxnSpPr>
        <p:spPr>
          <a:xfrm flipH="1" rot="10800000">
            <a:off x="10658921" y="4992854"/>
            <a:ext cx="2615100" cy="1500"/>
          </a:xfrm>
          <a:prstGeom prst="straightConnector1">
            <a:avLst/>
          </a:prstGeom>
          <a:noFill/>
          <a:ln cap="flat" cmpd="sng" w="76200">
            <a:solidFill>
              <a:schemeClr val="accent2"/>
            </a:solidFill>
            <a:prstDash val="dash"/>
            <a:round/>
            <a:headEnd len="med" w="med" type="none"/>
            <a:tailEnd len="med" w="med" type="triangle"/>
          </a:ln>
        </p:spPr>
      </p:cxnSp>
      <p:sp>
        <p:nvSpPr>
          <p:cNvPr id="820" name="Google Shape;820;p79"/>
          <p:cNvSpPr txBox="1"/>
          <p:nvPr/>
        </p:nvSpPr>
        <p:spPr>
          <a:xfrm>
            <a:off x="10639275" y="3793475"/>
            <a:ext cx="2615100" cy="905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solidFill>
                  <a:schemeClr val="accent2"/>
                </a:solidFill>
                <a:latin typeface="Roboto"/>
                <a:ea typeface="Roboto"/>
                <a:cs typeface="Roboto"/>
                <a:sym typeface="Roboto"/>
              </a:rPr>
              <a:t>Invokes other services</a:t>
            </a:r>
            <a:endParaRPr sz="3000">
              <a:solidFill>
                <a:schemeClr val="accent2"/>
              </a:solidFill>
              <a:latin typeface="Roboto"/>
              <a:ea typeface="Roboto"/>
              <a:cs typeface="Roboto"/>
              <a:sym typeface="Roboto"/>
            </a:endParaRPr>
          </a:p>
        </p:txBody>
      </p:sp>
      <p:sp>
        <p:nvSpPr>
          <p:cNvPr id="821" name="Google Shape;821;p79"/>
          <p:cNvSpPr txBox="1"/>
          <p:nvPr>
            <p:ph type="title"/>
          </p:nvPr>
        </p:nvSpPr>
        <p:spPr>
          <a:xfrm>
            <a:off x="1672475" y="1154875"/>
            <a:ext cx="147753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How Cloud Functions works</a:t>
            </a:r>
            <a:endParaRPr/>
          </a:p>
        </p:txBody>
      </p:sp>
      <p:sp>
        <p:nvSpPr>
          <p:cNvPr id="822" name="Google Shape;822;p79"/>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5">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6" name="Shape 826"/>
        <p:cNvGrpSpPr/>
        <p:nvPr/>
      </p:nvGrpSpPr>
      <p:grpSpPr>
        <a:xfrm>
          <a:off x="0" y="0"/>
          <a:ext cx="0" cy="0"/>
          <a:chOff x="0" y="0"/>
          <a:chExt cx="0" cy="0"/>
        </a:xfrm>
      </p:grpSpPr>
      <p:sp>
        <p:nvSpPr>
          <p:cNvPr id="827" name="Google Shape;827;p80"/>
          <p:cNvSpPr txBox="1"/>
          <p:nvPr>
            <p:ph idx="1" type="body"/>
          </p:nvPr>
        </p:nvSpPr>
        <p:spPr>
          <a:xfrm>
            <a:off x="1701275" y="2432125"/>
            <a:ext cx="7319700" cy="677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Event Driven Programs with Cloud Functions</a:t>
            </a:r>
            <a:endParaRPr/>
          </a:p>
          <a:p>
            <a:pPr indent="0" lvl="0" marL="0" rtl="0" algn="l">
              <a:spcBef>
                <a:spcPts val="2900"/>
              </a:spcBef>
              <a:spcAft>
                <a:spcPts val="0"/>
              </a:spcAft>
              <a:buNone/>
            </a:pPr>
            <a:r>
              <a:rPr lang="en">
                <a:solidFill>
                  <a:schemeClr val="accent2"/>
                </a:solidFill>
              </a:rPr>
              <a:t>Lab: Cloud Functions: Qwik Start - Command Line</a:t>
            </a:r>
            <a:endParaRPr>
              <a:solidFill>
                <a:schemeClr val="accent2"/>
              </a:solidFill>
            </a:endParaRPr>
          </a:p>
          <a:p>
            <a:pPr indent="0" lvl="0" marL="0" rtl="0" algn="l">
              <a:spcBef>
                <a:spcPts val="2900"/>
              </a:spcBef>
              <a:spcAft>
                <a:spcPts val="0"/>
              </a:spcAft>
              <a:buNone/>
            </a:pPr>
            <a:r>
              <a:rPr lang="en"/>
              <a:t>Containerizing and Orchestrating Apps with GKE</a:t>
            </a:r>
            <a:endParaRPr/>
          </a:p>
          <a:p>
            <a:pPr indent="0" lvl="0" marL="0" rtl="0" algn="l">
              <a:spcBef>
                <a:spcPts val="2900"/>
              </a:spcBef>
              <a:spcAft>
                <a:spcPts val="2900"/>
              </a:spcAft>
              <a:buNone/>
            </a:pPr>
            <a:r>
              <a:rPr lang="en"/>
              <a:t>Lab: Kubernetes Engine: Qwik Start</a:t>
            </a:r>
            <a:endParaRPr/>
          </a:p>
        </p:txBody>
      </p:sp>
      <p:sp>
        <p:nvSpPr>
          <p:cNvPr id="828" name="Google Shape;828;p80"/>
          <p:cNvSpPr txBox="1"/>
          <p:nvPr>
            <p:ph type="title"/>
          </p:nvPr>
        </p:nvSpPr>
        <p:spPr>
          <a:xfrm>
            <a:off x="1672475" y="1154875"/>
            <a:ext cx="74865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Agenda</a:t>
            </a:r>
            <a:endParaRPr/>
          </a:p>
        </p:txBody>
      </p:sp>
      <p:sp>
        <p:nvSpPr>
          <p:cNvPr id="829" name="Google Shape;829;p80"/>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3">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3" name="Shape 833"/>
        <p:cNvGrpSpPr/>
        <p:nvPr/>
      </p:nvGrpSpPr>
      <p:grpSpPr>
        <a:xfrm>
          <a:off x="0" y="0"/>
          <a:ext cx="0" cy="0"/>
          <a:chOff x="0" y="0"/>
          <a:chExt cx="0" cy="0"/>
        </a:xfrm>
      </p:grpSpPr>
      <p:sp>
        <p:nvSpPr>
          <p:cNvPr id="834" name="Google Shape;834;p81"/>
          <p:cNvSpPr txBox="1"/>
          <p:nvPr>
            <p:ph idx="1" type="subTitle"/>
          </p:nvPr>
        </p:nvSpPr>
        <p:spPr>
          <a:xfrm>
            <a:off x="1724150" y="5169125"/>
            <a:ext cx="7428900" cy="9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Cloud Functions: Qwik Start - Command Line</a:t>
            </a:r>
            <a:endParaRPr/>
          </a:p>
        </p:txBody>
      </p:sp>
      <p:sp>
        <p:nvSpPr>
          <p:cNvPr id="835" name="Google Shape;835;p81"/>
          <p:cNvSpPr txBox="1"/>
          <p:nvPr>
            <p:ph type="title"/>
          </p:nvPr>
        </p:nvSpPr>
        <p:spPr>
          <a:xfrm>
            <a:off x="1672475" y="4148475"/>
            <a:ext cx="74865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Lab Intro</a:t>
            </a:r>
            <a:endParaRPr/>
          </a:p>
        </p:txBody>
      </p:sp>
      <p:sp>
        <p:nvSpPr>
          <p:cNvPr id="836" name="Google Shape;836;p81"/>
          <p:cNvSpPr txBox="1"/>
          <p:nvPr/>
        </p:nvSpPr>
        <p:spPr>
          <a:xfrm>
            <a:off x="1724150" y="6523925"/>
            <a:ext cx="6724200" cy="1897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2500">
                <a:solidFill>
                  <a:schemeClr val="lt1"/>
                </a:solidFill>
                <a:latin typeface="Roboto"/>
                <a:ea typeface="Roboto"/>
                <a:cs typeface="Roboto"/>
                <a:sym typeface="Roboto"/>
              </a:rPr>
              <a:t>Create, deploy, and test a cloud function using the Cloud Shell command line.</a:t>
            </a:r>
            <a:endParaRPr sz="2500">
              <a:solidFill>
                <a:schemeClr val="lt1"/>
              </a:solidFill>
              <a:latin typeface="Roboto"/>
              <a:ea typeface="Roboto"/>
              <a:cs typeface="Roboto"/>
              <a:sym typeface="Roboto"/>
            </a:endParaRPr>
          </a:p>
          <a:p>
            <a:pPr indent="0" lvl="0" marL="0" rtl="0" algn="l">
              <a:lnSpc>
                <a:spcPct val="115000"/>
              </a:lnSpc>
              <a:spcBef>
                <a:spcPts val="0"/>
              </a:spcBef>
              <a:spcAft>
                <a:spcPts val="0"/>
              </a:spcAft>
              <a:buNone/>
            </a:pPr>
            <a:r>
              <a:t/>
            </a:r>
            <a:endParaRPr sz="2500">
              <a:solidFill>
                <a:schemeClr val="lt1"/>
              </a:solidFill>
              <a:latin typeface="Roboto"/>
              <a:ea typeface="Roboto"/>
              <a:cs typeface="Roboto"/>
              <a:sym typeface="Roboto"/>
            </a:endParaRPr>
          </a:p>
          <a:p>
            <a:pPr indent="0" lvl="0" marL="0" rtl="0" algn="l">
              <a:lnSpc>
                <a:spcPct val="115000"/>
              </a:lnSpc>
              <a:spcBef>
                <a:spcPts val="0"/>
              </a:spcBef>
              <a:spcAft>
                <a:spcPts val="0"/>
              </a:spcAft>
              <a:buNone/>
            </a:pPr>
            <a:r>
              <a:rPr lang="en" sz="2500">
                <a:solidFill>
                  <a:schemeClr val="lt1"/>
                </a:solidFill>
                <a:latin typeface="Roboto"/>
                <a:ea typeface="Roboto"/>
                <a:cs typeface="Roboto"/>
                <a:sym typeface="Roboto"/>
              </a:rPr>
              <a:t>The lab can be found</a:t>
            </a:r>
            <a:r>
              <a:rPr lang="en" sz="2500">
                <a:solidFill>
                  <a:schemeClr val="dk1"/>
                </a:solidFill>
                <a:latin typeface="Roboto"/>
                <a:ea typeface="Roboto"/>
                <a:cs typeface="Roboto"/>
                <a:sym typeface="Roboto"/>
              </a:rPr>
              <a:t> </a:t>
            </a:r>
            <a:r>
              <a:rPr lang="en" sz="2500">
                <a:solidFill>
                  <a:schemeClr val="hlink"/>
                </a:solidFill>
                <a:uFill>
                  <a:noFill/>
                </a:uFill>
                <a:latin typeface="Roboto"/>
                <a:ea typeface="Roboto"/>
                <a:cs typeface="Roboto"/>
                <a:sym typeface="Roboto"/>
                <a:hlinkClick r:id="rId3"/>
              </a:rPr>
              <a:t>here</a:t>
            </a:r>
            <a:r>
              <a:rPr lang="en" sz="2500">
                <a:solidFill>
                  <a:srgbClr val="434343"/>
                </a:solidFill>
                <a:latin typeface="Roboto"/>
                <a:ea typeface="Roboto"/>
                <a:cs typeface="Roboto"/>
                <a:sym typeface="Roboto"/>
              </a:rPr>
              <a:t>.</a:t>
            </a:r>
            <a:endParaRPr sz="2500">
              <a:solidFill>
                <a:srgbClr val="434343"/>
              </a:solidFill>
              <a:latin typeface="Roboto"/>
              <a:ea typeface="Roboto"/>
              <a:cs typeface="Roboto"/>
              <a:sym typeface="Roboto"/>
            </a:endParaRPr>
          </a:p>
        </p:txBody>
      </p:sp>
      <p:sp>
        <p:nvSpPr>
          <p:cNvPr id="837" name="Google Shape;837;p81"/>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a:t>
            </a:r>
            <a:r>
              <a:rPr lang="en" sz="1600">
                <a:solidFill>
                  <a:srgbClr val="FFFFFF"/>
                </a:solidFill>
                <a:latin typeface="Google Sans"/>
                <a:ea typeface="Google Sans"/>
                <a:cs typeface="Google Sans"/>
                <a:sym typeface="Google Sans"/>
              </a:rPr>
              <a:t>in accordance with the terms of use set forth on the program </a:t>
            </a:r>
            <a:r>
              <a:rPr lang="en" sz="1600" u="sng">
                <a:solidFill>
                  <a:srgbClr val="FFFFFF"/>
                </a:solidFill>
                <a:latin typeface="Google Sans"/>
                <a:ea typeface="Google Sans"/>
                <a:cs typeface="Google Sans"/>
                <a:sym typeface="Google Sans"/>
                <a:hlinkClick r:id="rId4">
                  <a:extLst>
                    <a:ext uri="{A12FA001-AC4F-418D-AE19-62706E023703}">
                      <ahyp:hlinkClr val="tx"/>
                    </a:ext>
                  </a:extLst>
                </a:hlinkClick>
              </a:rPr>
              <a:t>Website</a:t>
            </a:r>
            <a:r>
              <a:rPr lang="en" sz="1600">
                <a:solidFill>
                  <a:srgbClr val="FFFFFF"/>
                </a:solidFill>
                <a:latin typeface="Google Sans"/>
                <a:ea typeface="Google Sans"/>
                <a:cs typeface="Google Sans"/>
                <a:sym typeface="Google Sans"/>
              </a:rPr>
              <a:t>.</a:t>
            </a:r>
            <a:endParaRPr sz="1600">
              <a:solidFill>
                <a:srgbClr val="FFFFFF"/>
              </a:solidFill>
              <a:latin typeface="Google Sans"/>
              <a:ea typeface="Google Sans"/>
              <a:cs typeface="Google Sans"/>
              <a:sym typeface="Google Sans"/>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1" name="Shape 841"/>
        <p:cNvGrpSpPr/>
        <p:nvPr/>
      </p:nvGrpSpPr>
      <p:grpSpPr>
        <a:xfrm>
          <a:off x="0" y="0"/>
          <a:ext cx="0" cy="0"/>
          <a:chOff x="0" y="0"/>
          <a:chExt cx="0" cy="0"/>
        </a:xfrm>
      </p:grpSpPr>
      <p:sp>
        <p:nvSpPr>
          <p:cNvPr id="842" name="Google Shape;842;p82"/>
          <p:cNvSpPr txBox="1"/>
          <p:nvPr>
            <p:ph type="title"/>
          </p:nvPr>
        </p:nvSpPr>
        <p:spPr>
          <a:xfrm>
            <a:off x="1672475" y="1154875"/>
            <a:ext cx="147753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Lab objectives</a:t>
            </a:r>
            <a:endParaRPr/>
          </a:p>
        </p:txBody>
      </p:sp>
      <p:sp>
        <p:nvSpPr>
          <p:cNvPr id="843" name="Google Shape;843;p82"/>
          <p:cNvSpPr txBox="1"/>
          <p:nvPr>
            <p:ph idx="1" type="body"/>
          </p:nvPr>
        </p:nvSpPr>
        <p:spPr>
          <a:xfrm>
            <a:off x="1742475" y="2432125"/>
            <a:ext cx="7251900" cy="676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000"/>
              <a:t>Create a simple cloud function.</a:t>
            </a:r>
            <a:endParaRPr sz="3000"/>
          </a:p>
          <a:p>
            <a:pPr indent="0" lvl="0" marL="0" rtl="0" algn="l">
              <a:spcBef>
                <a:spcPts val="2900"/>
              </a:spcBef>
              <a:spcAft>
                <a:spcPts val="0"/>
              </a:spcAft>
              <a:buNone/>
            </a:pPr>
            <a:r>
              <a:rPr lang="en" sz="3000"/>
              <a:t>Deploy and test the function.</a:t>
            </a:r>
            <a:endParaRPr sz="3000"/>
          </a:p>
          <a:p>
            <a:pPr indent="0" lvl="0" marL="0" rtl="0" algn="l">
              <a:spcBef>
                <a:spcPts val="2900"/>
              </a:spcBef>
              <a:spcAft>
                <a:spcPts val="2900"/>
              </a:spcAft>
              <a:buNone/>
            </a:pPr>
            <a:r>
              <a:rPr lang="en" sz="3000"/>
              <a:t>View logs.</a:t>
            </a:r>
            <a:endParaRPr/>
          </a:p>
        </p:txBody>
      </p:sp>
      <p:sp>
        <p:nvSpPr>
          <p:cNvPr id="844" name="Google Shape;844;p82"/>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3">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pic>
        <p:nvPicPr>
          <p:cNvPr id="845" name="Google Shape;845;p82"/>
          <p:cNvPicPr preferRelativeResize="0"/>
          <p:nvPr/>
        </p:nvPicPr>
        <p:blipFill rotWithShape="1">
          <a:blip r:embed="rId4">
            <a:alphaModFix/>
          </a:blip>
          <a:srcRect b="0" l="0" r="0" t="0"/>
          <a:stretch/>
        </p:blipFill>
        <p:spPr>
          <a:xfrm>
            <a:off x="9451750" y="1854313"/>
            <a:ext cx="6996024" cy="6996024"/>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49" name="Shape 849"/>
        <p:cNvGrpSpPr/>
        <p:nvPr/>
      </p:nvGrpSpPr>
      <p:grpSpPr>
        <a:xfrm>
          <a:off x="0" y="0"/>
          <a:ext cx="0" cy="0"/>
          <a:chOff x="0" y="0"/>
          <a:chExt cx="0" cy="0"/>
        </a:xfrm>
      </p:grpSpPr>
      <p:sp>
        <p:nvSpPr>
          <p:cNvPr id="850" name="Google Shape;850;p83"/>
          <p:cNvSpPr txBox="1"/>
          <p:nvPr>
            <p:ph idx="1" type="subTitle"/>
          </p:nvPr>
        </p:nvSpPr>
        <p:spPr>
          <a:xfrm>
            <a:off x="1724150" y="5169125"/>
            <a:ext cx="7428900" cy="9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Cloud Functions: Qwik Start - Console (Alternative)</a:t>
            </a:r>
            <a:endParaRPr/>
          </a:p>
        </p:txBody>
      </p:sp>
      <p:sp>
        <p:nvSpPr>
          <p:cNvPr id="851" name="Google Shape;851;p83"/>
          <p:cNvSpPr txBox="1"/>
          <p:nvPr>
            <p:ph type="title"/>
          </p:nvPr>
        </p:nvSpPr>
        <p:spPr>
          <a:xfrm>
            <a:off x="1672475" y="4148475"/>
            <a:ext cx="74865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Lab Intro</a:t>
            </a:r>
            <a:endParaRPr/>
          </a:p>
        </p:txBody>
      </p:sp>
      <p:sp>
        <p:nvSpPr>
          <p:cNvPr id="852" name="Google Shape;852;p83"/>
          <p:cNvSpPr txBox="1"/>
          <p:nvPr/>
        </p:nvSpPr>
        <p:spPr>
          <a:xfrm>
            <a:off x="1724150" y="6523925"/>
            <a:ext cx="6724200" cy="1897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2500">
                <a:solidFill>
                  <a:schemeClr val="lt1"/>
                </a:solidFill>
                <a:latin typeface="Roboto"/>
                <a:ea typeface="Roboto"/>
                <a:cs typeface="Roboto"/>
                <a:sym typeface="Roboto"/>
              </a:rPr>
              <a:t>C</a:t>
            </a:r>
            <a:r>
              <a:rPr lang="en" sz="2500">
                <a:solidFill>
                  <a:schemeClr val="lt1"/>
                </a:solidFill>
                <a:latin typeface="Roboto"/>
                <a:ea typeface="Roboto"/>
                <a:cs typeface="Roboto"/>
                <a:sym typeface="Roboto"/>
              </a:rPr>
              <a:t>reate, deploy, and test a cloud function using the Cloud Console.</a:t>
            </a:r>
            <a:endParaRPr sz="2500">
              <a:solidFill>
                <a:schemeClr val="lt1"/>
              </a:solidFill>
              <a:latin typeface="Roboto"/>
              <a:ea typeface="Roboto"/>
              <a:cs typeface="Roboto"/>
              <a:sym typeface="Roboto"/>
            </a:endParaRPr>
          </a:p>
          <a:p>
            <a:pPr indent="0" lvl="0" marL="0" rtl="0" algn="l">
              <a:lnSpc>
                <a:spcPct val="115000"/>
              </a:lnSpc>
              <a:spcBef>
                <a:spcPts val="0"/>
              </a:spcBef>
              <a:spcAft>
                <a:spcPts val="0"/>
              </a:spcAft>
              <a:buNone/>
            </a:pPr>
            <a:r>
              <a:t/>
            </a:r>
            <a:endParaRPr sz="2500">
              <a:solidFill>
                <a:schemeClr val="lt1"/>
              </a:solidFill>
              <a:latin typeface="Roboto"/>
              <a:ea typeface="Roboto"/>
              <a:cs typeface="Roboto"/>
              <a:sym typeface="Roboto"/>
            </a:endParaRPr>
          </a:p>
          <a:p>
            <a:pPr indent="0" lvl="0" marL="0" rtl="0" algn="l">
              <a:lnSpc>
                <a:spcPct val="115000"/>
              </a:lnSpc>
              <a:spcBef>
                <a:spcPts val="0"/>
              </a:spcBef>
              <a:spcAft>
                <a:spcPts val="0"/>
              </a:spcAft>
              <a:buNone/>
            </a:pPr>
            <a:r>
              <a:rPr lang="en" sz="2500">
                <a:solidFill>
                  <a:schemeClr val="lt1"/>
                </a:solidFill>
                <a:latin typeface="Roboto"/>
                <a:ea typeface="Roboto"/>
                <a:cs typeface="Roboto"/>
                <a:sym typeface="Roboto"/>
              </a:rPr>
              <a:t>The lab can be found </a:t>
            </a:r>
            <a:r>
              <a:rPr lang="en" sz="2500">
                <a:solidFill>
                  <a:schemeClr val="hlink"/>
                </a:solidFill>
                <a:uFill>
                  <a:noFill/>
                </a:uFill>
                <a:latin typeface="Roboto"/>
                <a:ea typeface="Roboto"/>
                <a:cs typeface="Roboto"/>
                <a:sym typeface="Roboto"/>
                <a:hlinkClick r:id="rId3"/>
              </a:rPr>
              <a:t>here</a:t>
            </a:r>
            <a:r>
              <a:rPr lang="en" sz="2500">
                <a:solidFill>
                  <a:schemeClr val="dk1"/>
                </a:solidFill>
                <a:uFill>
                  <a:noFill/>
                </a:uFill>
                <a:latin typeface="Roboto"/>
                <a:ea typeface="Roboto"/>
                <a:cs typeface="Roboto"/>
                <a:sym typeface="Roboto"/>
                <a:hlinkClick r:id="rId4">
                  <a:extLst>
                    <a:ext uri="{A12FA001-AC4F-418D-AE19-62706E023703}">
                      <ahyp:hlinkClr val="tx"/>
                    </a:ext>
                  </a:extLst>
                </a:hlinkClick>
              </a:rPr>
              <a:t>.</a:t>
            </a:r>
            <a:endParaRPr sz="2000">
              <a:solidFill>
                <a:srgbClr val="3C4043"/>
              </a:solidFill>
              <a:latin typeface="Roboto"/>
              <a:ea typeface="Roboto"/>
              <a:cs typeface="Roboto"/>
              <a:sym typeface="Roboto"/>
            </a:endParaRPr>
          </a:p>
        </p:txBody>
      </p:sp>
      <p:sp>
        <p:nvSpPr>
          <p:cNvPr id="853" name="Google Shape;853;p83"/>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a:t>
            </a:r>
            <a:r>
              <a:rPr lang="en" sz="1600">
                <a:solidFill>
                  <a:srgbClr val="FFFFFF"/>
                </a:solidFill>
                <a:latin typeface="Google Sans"/>
                <a:ea typeface="Google Sans"/>
                <a:cs typeface="Google Sans"/>
                <a:sym typeface="Google Sans"/>
              </a:rPr>
              <a:t> in accordance with the terms of use set forth on the program </a:t>
            </a:r>
            <a:r>
              <a:rPr lang="en" sz="1600" u="sng">
                <a:solidFill>
                  <a:srgbClr val="FFFFFF"/>
                </a:solidFill>
                <a:latin typeface="Google Sans"/>
                <a:ea typeface="Google Sans"/>
                <a:cs typeface="Google Sans"/>
                <a:sym typeface="Google Sans"/>
                <a:hlinkClick r:id="rId5">
                  <a:extLst>
                    <a:ext uri="{A12FA001-AC4F-418D-AE19-62706E023703}">
                      <ahyp:hlinkClr val="tx"/>
                    </a:ext>
                  </a:extLst>
                </a:hlinkClick>
              </a:rPr>
              <a:t>Website</a:t>
            </a:r>
            <a:r>
              <a:rPr lang="en" sz="1600">
                <a:solidFill>
                  <a:srgbClr val="FFFFFF"/>
                </a:solidFill>
                <a:latin typeface="Google Sans"/>
                <a:ea typeface="Google Sans"/>
                <a:cs typeface="Google Sans"/>
                <a:sym typeface="Google Sans"/>
              </a:rPr>
              <a:t>.</a:t>
            </a:r>
            <a:endParaRPr sz="1600">
              <a:solidFill>
                <a:srgbClr val="FFFFFF"/>
              </a:solidFill>
              <a:latin typeface="Google Sans"/>
              <a:ea typeface="Google Sans"/>
              <a:cs typeface="Google Sans"/>
              <a:sym typeface="Google Sans"/>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57" name="Shape 857"/>
        <p:cNvGrpSpPr/>
        <p:nvPr/>
      </p:nvGrpSpPr>
      <p:grpSpPr>
        <a:xfrm>
          <a:off x="0" y="0"/>
          <a:ext cx="0" cy="0"/>
          <a:chOff x="0" y="0"/>
          <a:chExt cx="0" cy="0"/>
        </a:xfrm>
      </p:grpSpPr>
      <p:sp>
        <p:nvSpPr>
          <p:cNvPr id="858" name="Google Shape;858;p84"/>
          <p:cNvSpPr txBox="1"/>
          <p:nvPr>
            <p:ph type="title"/>
          </p:nvPr>
        </p:nvSpPr>
        <p:spPr>
          <a:xfrm>
            <a:off x="1672475" y="1154875"/>
            <a:ext cx="147753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Lab objectives</a:t>
            </a:r>
            <a:endParaRPr/>
          </a:p>
        </p:txBody>
      </p:sp>
      <p:sp>
        <p:nvSpPr>
          <p:cNvPr id="859" name="Google Shape;859;p84"/>
          <p:cNvSpPr txBox="1"/>
          <p:nvPr>
            <p:ph idx="1" type="body"/>
          </p:nvPr>
        </p:nvSpPr>
        <p:spPr>
          <a:xfrm>
            <a:off x="1742475" y="2432125"/>
            <a:ext cx="7251900" cy="676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000"/>
              <a:t>Create a cloud function.</a:t>
            </a:r>
            <a:endParaRPr sz="3000"/>
          </a:p>
          <a:p>
            <a:pPr indent="0" lvl="0" marL="0" rtl="0" algn="l">
              <a:spcBef>
                <a:spcPts val="2900"/>
              </a:spcBef>
              <a:spcAft>
                <a:spcPts val="0"/>
              </a:spcAft>
              <a:buNone/>
            </a:pPr>
            <a:r>
              <a:rPr lang="en" sz="3000"/>
              <a:t>Deploy and test the function.</a:t>
            </a:r>
            <a:endParaRPr sz="3000"/>
          </a:p>
          <a:p>
            <a:pPr indent="0" lvl="0" marL="0" rtl="0" algn="l">
              <a:spcBef>
                <a:spcPts val="2900"/>
              </a:spcBef>
              <a:spcAft>
                <a:spcPts val="2900"/>
              </a:spcAft>
              <a:buNone/>
            </a:pPr>
            <a:r>
              <a:rPr lang="en" sz="3000"/>
              <a:t>View logs.</a:t>
            </a:r>
            <a:endParaRPr/>
          </a:p>
        </p:txBody>
      </p:sp>
      <p:sp>
        <p:nvSpPr>
          <p:cNvPr id="860" name="Google Shape;860;p84"/>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3">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pic>
        <p:nvPicPr>
          <p:cNvPr id="861" name="Google Shape;861;p84"/>
          <p:cNvPicPr preferRelativeResize="0"/>
          <p:nvPr/>
        </p:nvPicPr>
        <p:blipFill rotWithShape="1">
          <a:blip r:embed="rId4">
            <a:alphaModFix/>
          </a:blip>
          <a:srcRect b="0" l="0" r="0" t="0"/>
          <a:stretch/>
        </p:blipFill>
        <p:spPr>
          <a:xfrm>
            <a:off x="9451750" y="1854313"/>
            <a:ext cx="6996024" cy="6996024"/>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5" name="Shape 865"/>
        <p:cNvGrpSpPr/>
        <p:nvPr/>
      </p:nvGrpSpPr>
      <p:grpSpPr>
        <a:xfrm>
          <a:off x="0" y="0"/>
          <a:ext cx="0" cy="0"/>
          <a:chOff x="0" y="0"/>
          <a:chExt cx="0" cy="0"/>
        </a:xfrm>
      </p:grpSpPr>
      <p:sp>
        <p:nvSpPr>
          <p:cNvPr id="866" name="Google Shape;866;p85"/>
          <p:cNvSpPr txBox="1"/>
          <p:nvPr>
            <p:ph idx="1" type="body"/>
          </p:nvPr>
        </p:nvSpPr>
        <p:spPr>
          <a:xfrm>
            <a:off x="1701275" y="2432125"/>
            <a:ext cx="7319700" cy="677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Event Driven Programs with Cloud Functions</a:t>
            </a:r>
            <a:endParaRPr/>
          </a:p>
          <a:p>
            <a:pPr indent="0" lvl="0" marL="0" rtl="0" algn="l">
              <a:spcBef>
                <a:spcPts val="2900"/>
              </a:spcBef>
              <a:spcAft>
                <a:spcPts val="0"/>
              </a:spcAft>
              <a:buNone/>
            </a:pPr>
            <a:r>
              <a:rPr lang="en"/>
              <a:t>Lab: Cloud Functions: Qwik Start - Command Line</a:t>
            </a:r>
            <a:endParaRPr/>
          </a:p>
          <a:p>
            <a:pPr indent="0" lvl="0" marL="0" rtl="0" algn="l">
              <a:spcBef>
                <a:spcPts val="2900"/>
              </a:spcBef>
              <a:spcAft>
                <a:spcPts val="0"/>
              </a:spcAft>
              <a:buNone/>
            </a:pPr>
            <a:r>
              <a:rPr lang="en">
                <a:solidFill>
                  <a:schemeClr val="accent2"/>
                </a:solidFill>
              </a:rPr>
              <a:t>Containerizing and Orchestrating Apps with GKE</a:t>
            </a:r>
            <a:endParaRPr>
              <a:solidFill>
                <a:schemeClr val="accent2"/>
              </a:solidFill>
            </a:endParaRPr>
          </a:p>
          <a:p>
            <a:pPr indent="0" lvl="0" marL="0" rtl="0" algn="l">
              <a:spcBef>
                <a:spcPts val="2900"/>
              </a:spcBef>
              <a:spcAft>
                <a:spcPts val="2900"/>
              </a:spcAft>
              <a:buNone/>
            </a:pPr>
            <a:r>
              <a:rPr lang="en"/>
              <a:t>Lab: Kubernetes Engine: Qwik Start</a:t>
            </a:r>
            <a:endParaRPr/>
          </a:p>
        </p:txBody>
      </p:sp>
      <p:sp>
        <p:nvSpPr>
          <p:cNvPr id="867" name="Google Shape;867;p85"/>
          <p:cNvSpPr txBox="1"/>
          <p:nvPr>
            <p:ph type="title"/>
          </p:nvPr>
        </p:nvSpPr>
        <p:spPr>
          <a:xfrm>
            <a:off x="1672475" y="1154875"/>
            <a:ext cx="74865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Agenda</a:t>
            </a:r>
            <a:endParaRPr/>
          </a:p>
        </p:txBody>
      </p:sp>
      <p:sp>
        <p:nvSpPr>
          <p:cNvPr id="868" name="Google Shape;868;p85"/>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3">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2" name="Shape 872"/>
        <p:cNvGrpSpPr/>
        <p:nvPr/>
      </p:nvGrpSpPr>
      <p:grpSpPr>
        <a:xfrm>
          <a:off x="0" y="0"/>
          <a:ext cx="0" cy="0"/>
          <a:chOff x="0" y="0"/>
          <a:chExt cx="0" cy="0"/>
        </a:xfrm>
      </p:grpSpPr>
      <p:sp>
        <p:nvSpPr>
          <p:cNvPr id="873" name="Google Shape;873;p86"/>
          <p:cNvSpPr txBox="1"/>
          <p:nvPr/>
        </p:nvSpPr>
        <p:spPr>
          <a:xfrm>
            <a:off x="1828800" y="5299904"/>
            <a:ext cx="1828800" cy="914400"/>
          </a:xfrm>
          <a:prstGeom prst="rect">
            <a:avLst/>
          </a:prstGeom>
          <a:noFill/>
          <a:ln>
            <a:noFill/>
          </a:ln>
        </p:spPr>
        <p:txBody>
          <a:bodyPr anchorCtr="0" anchor="ctr" bIns="182850" lIns="182850" spcFirstLastPara="1" rIns="182850" wrap="square" tIns="182850">
            <a:noAutofit/>
          </a:bodyPr>
          <a:lstStyle/>
          <a:p>
            <a:pPr indent="0" lvl="0" marL="0" marR="0" rtl="0" algn="ctr">
              <a:lnSpc>
                <a:spcPct val="100000"/>
              </a:lnSpc>
              <a:spcBef>
                <a:spcPts val="0"/>
              </a:spcBef>
              <a:spcAft>
                <a:spcPts val="0"/>
              </a:spcAft>
              <a:buClr>
                <a:srgbClr val="000000"/>
              </a:buClr>
              <a:buSzPts val="3600"/>
              <a:buFont typeface="Arial"/>
              <a:buNone/>
            </a:pPr>
            <a:r>
              <a:rPr b="0" i="0" lang="en" sz="3600" u="none" cap="none" strike="noStrike">
                <a:solidFill>
                  <a:schemeClr val="lt1"/>
                </a:solidFill>
                <a:latin typeface="Roboto"/>
                <a:ea typeface="Roboto"/>
                <a:cs typeface="Roboto"/>
                <a:sym typeface="Roboto"/>
              </a:rPr>
              <a:t>IaaS</a:t>
            </a:r>
            <a:endParaRPr b="0" i="0" sz="2800" u="none" cap="none" strike="noStrike">
              <a:solidFill>
                <a:schemeClr val="lt1"/>
              </a:solidFill>
              <a:latin typeface="Roboto"/>
              <a:ea typeface="Roboto"/>
              <a:cs typeface="Roboto"/>
              <a:sym typeface="Roboto"/>
            </a:endParaRPr>
          </a:p>
        </p:txBody>
      </p:sp>
      <p:sp>
        <p:nvSpPr>
          <p:cNvPr id="874" name="Google Shape;874;p86"/>
          <p:cNvSpPr txBox="1"/>
          <p:nvPr/>
        </p:nvSpPr>
        <p:spPr>
          <a:xfrm>
            <a:off x="14644950" y="5299904"/>
            <a:ext cx="1828800" cy="914400"/>
          </a:xfrm>
          <a:prstGeom prst="rect">
            <a:avLst/>
          </a:prstGeom>
          <a:noFill/>
          <a:ln>
            <a:noFill/>
          </a:ln>
        </p:spPr>
        <p:txBody>
          <a:bodyPr anchorCtr="0" anchor="ctr" bIns="182850" lIns="182850" spcFirstLastPara="1" rIns="182850" wrap="square" tIns="182850">
            <a:noAutofit/>
          </a:bodyPr>
          <a:lstStyle/>
          <a:p>
            <a:pPr indent="0" lvl="0" marL="0" marR="0" rtl="0" algn="ctr">
              <a:lnSpc>
                <a:spcPct val="100000"/>
              </a:lnSpc>
              <a:spcBef>
                <a:spcPts val="0"/>
              </a:spcBef>
              <a:spcAft>
                <a:spcPts val="0"/>
              </a:spcAft>
              <a:buClr>
                <a:srgbClr val="000000"/>
              </a:buClr>
              <a:buSzPts val="3600"/>
              <a:buFont typeface="Arial"/>
              <a:buNone/>
            </a:pPr>
            <a:r>
              <a:rPr b="0" i="0" lang="en" sz="3600" cap="none" strike="noStrike">
                <a:solidFill>
                  <a:schemeClr val="lt1"/>
                </a:solidFill>
                <a:latin typeface="Roboto"/>
                <a:ea typeface="Roboto"/>
                <a:cs typeface="Roboto"/>
                <a:sym typeface="Roboto"/>
              </a:rPr>
              <a:t>PaaS</a:t>
            </a:r>
            <a:endParaRPr b="0" i="0" sz="2800" cap="none" strike="noStrike">
              <a:solidFill>
                <a:schemeClr val="lt1"/>
              </a:solidFill>
              <a:latin typeface="Roboto"/>
              <a:ea typeface="Roboto"/>
              <a:cs typeface="Roboto"/>
              <a:sym typeface="Roboto"/>
            </a:endParaRPr>
          </a:p>
        </p:txBody>
      </p:sp>
      <p:grpSp>
        <p:nvGrpSpPr>
          <p:cNvPr id="875" name="Google Shape;875;p86"/>
          <p:cNvGrpSpPr/>
          <p:nvPr/>
        </p:nvGrpSpPr>
        <p:grpSpPr>
          <a:xfrm>
            <a:off x="3153602" y="2533749"/>
            <a:ext cx="3274800" cy="2335405"/>
            <a:chOff x="3098700" y="2668195"/>
            <a:chExt cx="3274800" cy="2335405"/>
          </a:xfrm>
        </p:grpSpPr>
        <p:pic>
          <p:nvPicPr>
            <p:cNvPr id="876" name="Google Shape;876;p86"/>
            <p:cNvPicPr preferRelativeResize="0"/>
            <p:nvPr/>
          </p:nvPicPr>
          <p:blipFill rotWithShape="1">
            <a:blip r:embed="rId3">
              <a:alphaModFix/>
            </a:blip>
            <a:srcRect b="0" l="0" r="0" t="0"/>
            <a:stretch/>
          </p:blipFill>
          <p:spPr>
            <a:xfrm>
              <a:off x="3880350" y="2668195"/>
              <a:ext cx="1711500" cy="1523220"/>
            </a:xfrm>
            <a:prstGeom prst="rect">
              <a:avLst/>
            </a:prstGeom>
            <a:noFill/>
            <a:ln>
              <a:noFill/>
            </a:ln>
          </p:spPr>
        </p:pic>
        <p:sp>
          <p:nvSpPr>
            <p:cNvPr id="877" name="Google Shape;877;p86"/>
            <p:cNvSpPr txBox="1"/>
            <p:nvPr/>
          </p:nvSpPr>
          <p:spPr>
            <a:xfrm>
              <a:off x="3098700" y="4189400"/>
              <a:ext cx="3274800" cy="814200"/>
            </a:xfrm>
            <a:prstGeom prst="rect">
              <a:avLst/>
            </a:prstGeom>
            <a:noFill/>
            <a:ln>
              <a:noFill/>
            </a:ln>
          </p:spPr>
          <p:txBody>
            <a:bodyPr anchorCtr="0" anchor="ctr" bIns="137150" lIns="137150" spcFirstLastPara="1" rIns="137150" wrap="square" tIns="137150">
              <a:noAutofit/>
            </a:bodyPr>
            <a:lstStyle/>
            <a:p>
              <a:pPr indent="0" lvl="0" marL="0" marR="0" rtl="0" algn="ctr">
                <a:lnSpc>
                  <a:spcPct val="100000"/>
                </a:lnSpc>
                <a:spcBef>
                  <a:spcPts val="0"/>
                </a:spcBef>
                <a:spcAft>
                  <a:spcPts val="0"/>
                </a:spcAft>
                <a:buClr>
                  <a:srgbClr val="000000"/>
                </a:buClr>
                <a:buSzPts val="2800"/>
                <a:buFont typeface="Arial"/>
                <a:buNone/>
              </a:pPr>
              <a:r>
                <a:rPr i="0" lang="en" sz="2800" u="none" cap="none" strike="noStrike">
                  <a:solidFill>
                    <a:schemeClr val="accent3"/>
                  </a:solidFill>
                  <a:latin typeface="Google Sans"/>
                  <a:ea typeface="Google Sans"/>
                  <a:cs typeface="Google Sans"/>
                  <a:sym typeface="Google Sans"/>
                </a:rPr>
                <a:t>Compute Engine</a:t>
              </a:r>
              <a:endParaRPr i="0" sz="2800" u="none" cap="none" strike="noStrike">
                <a:solidFill>
                  <a:schemeClr val="accent3"/>
                </a:solidFill>
                <a:latin typeface="Google Sans"/>
                <a:ea typeface="Google Sans"/>
                <a:cs typeface="Google Sans"/>
                <a:sym typeface="Google Sans"/>
              </a:endParaRPr>
            </a:p>
          </p:txBody>
        </p:sp>
      </p:grpSp>
      <p:grpSp>
        <p:nvGrpSpPr>
          <p:cNvPr id="878" name="Google Shape;878;p86"/>
          <p:cNvGrpSpPr/>
          <p:nvPr/>
        </p:nvGrpSpPr>
        <p:grpSpPr>
          <a:xfrm>
            <a:off x="11860798" y="2533742"/>
            <a:ext cx="3273600" cy="2335412"/>
            <a:chOff x="11882097" y="2668188"/>
            <a:chExt cx="3273600" cy="2335412"/>
          </a:xfrm>
        </p:grpSpPr>
        <p:pic>
          <p:nvPicPr>
            <p:cNvPr id="879" name="Google Shape;879;p86"/>
            <p:cNvPicPr preferRelativeResize="0"/>
            <p:nvPr/>
          </p:nvPicPr>
          <p:blipFill rotWithShape="1">
            <a:blip r:embed="rId4">
              <a:alphaModFix/>
            </a:blip>
            <a:srcRect b="0" l="0" r="0" t="0"/>
            <a:stretch/>
          </p:blipFill>
          <p:spPr>
            <a:xfrm>
              <a:off x="12663147" y="2668188"/>
              <a:ext cx="1711500" cy="1523200"/>
            </a:xfrm>
            <a:prstGeom prst="rect">
              <a:avLst/>
            </a:prstGeom>
            <a:noFill/>
            <a:ln>
              <a:noFill/>
            </a:ln>
          </p:spPr>
        </p:pic>
        <p:sp>
          <p:nvSpPr>
            <p:cNvPr id="880" name="Google Shape;880;p86"/>
            <p:cNvSpPr txBox="1"/>
            <p:nvPr/>
          </p:nvSpPr>
          <p:spPr>
            <a:xfrm>
              <a:off x="11882097" y="4189400"/>
              <a:ext cx="3273600" cy="814200"/>
            </a:xfrm>
            <a:prstGeom prst="rect">
              <a:avLst/>
            </a:prstGeom>
            <a:noFill/>
            <a:ln>
              <a:noFill/>
            </a:ln>
          </p:spPr>
          <p:txBody>
            <a:bodyPr anchorCtr="0" anchor="ctr" bIns="137150" lIns="137150" spcFirstLastPara="1" rIns="137150" wrap="square" tIns="137150">
              <a:noAutofit/>
            </a:bodyPr>
            <a:lstStyle/>
            <a:p>
              <a:pPr indent="0" lvl="0" marL="0" marR="0" rtl="0" algn="ctr">
                <a:lnSpc>
                  <a:spcPct val="100000"/>
                </a:lnSpc>
                <a:spcBef>
                  <a:spcPts val="0"/>
                </a:spcBef>
                <a:spcAft>
                  <a:spcPts val="0"/>
                </a:spcAft>
                <a:buClr>
                  <a:srgbClr val="000000"/>
                </a:buClr>
                <a:buSzPts val="2800"/>
                <a:buFont typeface="Arial"/>
                <a:buNone/>
              </a:pPr>
              <a:r>
                <a:rPr i="0" lang="en" sz="2800" u="none" cap="none" strike="noStrike">
                  <a:solidFill>
                    <a:schemeClr val="accent3"/>
                  </a:solidFill>
                  <a:latin typeface="Google Sans"/>
                  <a:ea typeface="Google Sans"/>
                  <a:cs typeface="Google Sans"/>
                  <a:sym typeface="Google Sans"/>
                </a:rPr>
                <a:t>App Engine</a:t>
              </a:r>
              <a:endParaRPr i="0" sz="2800" u="none" cap="none" strike="noStrike">
                <a:solidFill>
                  <a:schemeClr val="accent3"/>
                </a:solidFill>
                <a:latin typeface="Google Sans"/>
                <a:ea typeface="Google Sans"/>
                <a:cs typeface="Google Sans"/>
                <a:sym typeface="Google Sans"/>
              </a:endParaRPr>
            </a:p>
          </p:txBody>
        </p:sp>
      </p:grpSp>
      <p:grpSp>
        <p:nvGrpSpPr>
          <p:cNvPr id="881" name="Google Shape;881;p86"/>
          <p:cNvGrpSpPr/>
          <p:nvPr/>
        </p:nvGrpSpPr>
        <p:grpSpPr>
          <a:xfrm>
            <a:off x="7443300" y="2432304"/>
            <a:ext cx="3402600" cy="2690954"/>
            <a:chOff x="7426516" y="2566750"/>
            <a:chExt cx="3402600" cy="2690954"/>
          </a:xfrm>
        </p:grpSpPr>
        <p:sp>
          <p:nvSpPr>
            <p:cNvPr id="882" name="Google Shape;882;p86"/>
            <p:cNvSpPr txBox="1"/>
            <p:nvPr/>
          </p:nvSpPr>
          <p:spPr>
            <a:xfrm>
              <a:off x="7426516" y="4240104"/>
              <a:ext cx="3402600" cy="1017600"/>
            </a:xfrm>
            <a:prstGeom prst="rect">
              <a:avLst/>
            </a:prstGeom>
            <a:noFill/>
            <a:ln>
              <a:noFill/>
            </a:ln>
          </p:spPr>
          <p:txBody>
            <a:bodyPr anchorCtr="0" anchor="ctr" bIns="137150" lIns="137150" spcFirstLastPara="1" rIns="137150" wrap="square" tIns="137150">
              <a:noAutofit/>
            </a:bodyPr>
            <a:lstStyle/>
            <a:p>
              <a:pPr indent="0" lvl="0" marL="0" marR="0" rtl="0" algn="ctr">
                <a:lnSpc>
                  <a:spcPct val="100000"/>
                </a:lnSpc>
                <a:spcBef>
                  <a:spcPts val="0"/>
                </a:spcBef>
                <a:spcAft>
                  <a:spcPts val="0"/>
                </a:spcAft>
                <a:buClr>
                  <a:srgbClr val="000000"/>
                </a:buClr>
                <a:buSzPts val="2800"/>
                <a:buFont typeface="Arial"/>
                <a:buNone/>
              </a:pPr>
              <a:r>
                <a:rPr lang="en" sz="2800">
                  <a:solidFill>
                    <a:schemeClr val="accent3"/>
                  </a:solidFill>
                  <a:latin typeface="Google Sans"/>
                  <a:ea typeface="Google Sans"/>
                  <a:cs typeface="Google Sans"/>
                  <a:sym typeface="Google Sans"/>
                </a:rPr>
                <a:t>Google Kubernetes Engine</a:t>
              </a:r>
              <a:endParaRPr i="0" sz="2800" u="none" cap="none" strike="noStrike">
                <a:solidFill>
                  <a:schemeClr val="accent3"/>
                </a:solidFill>
                <a:latin typeface="Google Sans"/>
                <a:ea typeface="Google Sans"/>
                <a:cs typeface="Google Sans"/>
                <a:sym typeface="Google Sans"/>
              </a:endParaRPr>
            </a:p>
          </p:txBody>
        </p:sp>
        <p:pic>
          <p:nvPicPr>
            <p:cNvPr descr="ContainerEngine_512_retina.png" id="883" name="Google Shape;883;p86"/>
            <p:cNvPicPr preferRelativeResize="0"/>
            <p:nvPr/>
          </p:nvPicPr>
          <p:blipFill rotWithShape="1">
            <a:blip r:embed="rId5">
              <a:alphaModFix/>
            </a:blip>
            <a:srcRect b="0" l="0" r="0" t="0"/>
            <a:stretch/>
          </p:blipFill>
          <p:spPr>
            <a:xfrm>
              <a:off x="8240829" y="2566750"/>
              <a:ext cx="1773972" cy="1726100"/>
            </a:xfrm>
            <a:prstGeom prst="rect">
              <a:avLst/>
            </a:prstGeom>
            <a:noFill/>
            <a:ln>
              <a:noFill/>
            </a:ln>
          </p:spPr>
        </p:pic>
      </p:grpSp>
      <p:graphicFrame>
        <p:nvGraphicFramePr>
          <p:cNvPr id="884" name="Google Shape;884;p86"/>
          <p:cNvGraphicFramePr/>
          <p:nvPr/>
        </p:nvGraphicFramePr>
        <p:xfrm>
          <a:off x="3838775" y="6470542"/>
          <a:ext cx="3000000" cy="3000000"/>
        </p:xfrm>
        <a:graphic>
          <a:graphicData uri="http://schemas.openxmlformats.org/drawingml/2006/table">
            <a:tbl>
              <a:tblPr>
                <a:noFill/>
                <a:tableStyleId>{ECBF6DF6-CC13-45ED-A288-C546B2E0E967}</a:tableStyleId>
              </a:tblPr>
              <a:tblGrid>
                <a:gridCol w="5305225"/>
                <a:gridCol w="5305225"/>
              </a:tblGrid>
              <a:tr h="381000">
                <a:tc>
                  <a:txBody>
                    <a:bodyPr/>
                    <a:lstStyle/>
                    <a:p>
                      <a:pPr indent="0" lvl="0" marL="0" rtl="0" algn="ctr">
                        <a:spcBef>
                          <a:spcPts val="0"/>
                        </a:spcBef>
                        <a:spcAft>
                          <a:spcPts val="0"/>
                        </a:spcAft>
                        <a:buNone/>
                      </a:pPr>
                      <a:r>
                        <a:rPr lang="en" sz="3000">
                          <a:solidFill>
                            <a:schemeClr val="lt1"/>
                          </a:solidFill>
                          <a:latin typeface="Roboto"/>
                          <a:ea typeface="Roboto"/>
                          <a:cs typeface="Roboto"/>
                          <a:sym typeface="Roboto"/>
                        </a:rPr>
                        <a:t>Servers, networking, storage</a:t>
                      </a:r>
                      <a:endParaRPr sz="3000">
                        <a:solidFill>
                          <a:schemeClr val="lt1"/>
                        </a:solidFill>
                        <a:latin typeface="Roboto"/>
                        <a:ea typeface="Roboto"/>
                        <a:cs typeface="Roboto"/>
                        <a:sym typeface="Roboto"/>
                      </a:endParaRPr>
                    </a:p>
                  </a:txBody>
                  <a:tcPr marT="182875" marB="18287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19050">
                      <a:solidFill>
                        <a:schemeClr val="accent1"/>
                      </a:solidFill>
                      <a:prstDash val="solid"/>
                      <a:round/>
                      <a:headEnd len="sm" w="sm" type="none"/>
                      <a:tailEnd len="sm" w="sm" type="none"/>
                    </a:lnB>
                  </a:tcPr>
                </a:tc>
                <a:tc>
                  <a:txBody>
                    <a:bodyPr/>
                    <a:lstStyle/>
                    <a:p>
                      <a:pPr indent="0" lvl="0" marL="0" rtl="0" algn="ctr">
                        <a:spcBef>
                          <a:spcPts val="0"/>
                        </a:spcBef>
                        <a:spcAft>
                          <a:spcPts val="0"/>
                        </a:spcAft>
                        <a:buNone/>
                      </a:pPr>
                      <a:r>
                        <a:rPr lang="en" sz="3000">
                          <a:solidFill>
                            <a:schemeClr val="lt1"/>
                          </a:solidFill>
                          <a:latin typeface="Roboto"/>
                          <a:ea typeface="Roboto"/>
                          <a:cs typeface="Roboto"/>
                          <a:sym typeface="Roboto"/>
                        </a:rPr>
                        <a:t>Preset run-times, managed services</a:t>
                      </a:r>
                      <a:endParaRPr sz="3000">
                        <a:solidFill>
                          <a:schemeClr val="lt1"/>
                        </a:solidFill>
                        <a:latin typeface="Roboto"/>
                        <a:ea typeface="Roboto"/>
                        <a:cs typeface="Roboto"/>
                        <a:sym typeface="Roboto"/>
                      </a:endParaRPr>
                    </a:p>
                  </a:txBody>
                  <a:tcPr marT="182875" marB="18287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19050">
                      <a:solidFill>
                        <a:schemeClr val="accent1"/>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sz="3000">
                          <a:solidFill>
                            <a:schemeClr val="lt1"/>
                          </a:solidFill>
                          <a:latin typeface="Roboto"/>
                          <a:ea typeface="Roboto"/>
                          <a:cs typeface="Roboto"/>
                          <a:sym typeface="Roboto"/>
                        </a:rPr>
                        <a:t>Pay for what you allocate</a:t>
                      </a:r>
                      <a:endParaRPr sz="3000">
                        <a:solidFill>
                          <a:schemeClr val="lt1"/>
                        </a:solidFill>
                        <a:latin typeface="Roboto"/>
                        <a:ea typeface="Roboto"/>
                        <a:cs typeface="Roboto"/>
                        <a:sym typeface="Roboto"/>
                      </a:endParaRPr>
                    </a:p>
                  </a:txBody>
                  <a:tcPr marT="182875" marB="18287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19050">
                      <a:solidFill>
                        <a:schemeClr val="accent1"/>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3000">
                          <a:solidFill>
                            <a:schemeClr val="lt1"/>
                          </a:solidFill>
                          <a:latin typeface="Roboto"/>
                          <a:ea typeface="Roboto"/>
                          <a:cs typeface="Roboto"/>
                          <a:sym typeface="Roboto"/>
                        </a:rPr>
                        <a:t>Pay for what you use</a:t>
                      </a:r>
                      <a:endParaRPr sz="3000">
                        <a:solidFill>
                          <a:schemeClr val="lt1"/>
                        </a:solidFill>
                        <a:latin typeface="Roboto"/>
                        <a:ea typeface="Roboto"/>
                        <a:cs typeface="Roboto"/>
                        <a:sym typeface="Roboto"/>
                      </a:endParaRPr>
                    </a:p>
                  </a:txBody>
                  <a:tcPr marT="182875" marB="18287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19050">
                      <a:solidFill>
                        <a:schemeClr val="accent1"/>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sp>
        <p:nvSpPr>
          <p:cNvPr id="885" name="Google Shape;885;p86"/>
          <p:cNvSpPr/>
          <p:nvPr/>
        </p:nvSpPr>
        <p:spPr>
          <a:xfrm>
            <a:off x="3709875" y="5110154"/>
            <a:ext cx="10882800" cy="1293900"/>
          </a:xfrm>
          <a:prstGeom prst="leftRightArrow">
            <a:avLst>
              <a:gd fmla="val 50000" name="adj1"/>
              <a:gd fmla="val 50000" name="adj2"/>
            </a:avLst>
          </a:prstGeom>
          <a:gradFill>
            <a:gsLst>
              <a:gs pos="0">
                <a:srgbClr val="34A853"/>
              </a:gs>
              <a:gs pos="100000">
                <a:srgbClr val="FBBC05"/>
              </a:gs>
            </a:gsLst>
            <a:lin ang="10800025" scaled="0"/>
          </a:gra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886" name="Google Shape;886;p86"/>
          <p:cNvSpPr txBox="1"/>
          <p:nvPr>
            <p:ph type="title"/>
          </p:nvPr>
        </p:nvSpPr>
        <p:spPr>
          <a:xfrm>
            <a:off x="1672475" y="1154875"/>
            <a:ext cx="147753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IaaS to PaaS comparison</a:t>
            </a:r>
            <a:endParaRPr/>
          </a:p>
        </p:txBody>
      </p:sp>
      <p:sp>
        <p:nvSpPr>
          <p:cNvPr id="887" name="Google Shape;887;p86"/>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6">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1" name="Shape 891"/>
        <p:cNvGrpSpPr/>
        <p:nvPr/>
      </p:nvGrpSpPr>
      <p:grpSpPr>
        <a:xfrm>
          <a:off x="0" y="0"/>
          <a:ext cx="0" cy="0"/>
          <a:chOff x="0" y="0"/>
          <a:chExt cx="0" cy="0"/>
        </a:xfrm>
      </p:grpSpPr>
      <p:sp>
        <p:nvSpPr>
          <p:cNvPr id="892" name="Google Shape;892;p87"/>
          <p:cNvSpPr txBox="1"/>
          <p:nvPr>
            <p:ph type="title"/>
          </p:nvPr>
        </p:nvSpPr>
        <p:spPr>
          <a:xfrm>
            <a:off x="1672475" y="1154875"/>
            <a:ext cx="147753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Where GKE fits within Google Cloud</a:t>
            </a:r>
            <a:endParaRPr/>
          </a:p>
        </p:txBody>
      </p:sp>
      <p:sp>
        <p:nvSpPr>
          <p:cNvPr id="893" name="Google Shape;893;p87"/>
          <p:cNvSpPr/>
          <p:nvPr/>
        </p:nvSpPr>
        <p:spPr>
          <a:xfrm>
            <a:off x="2277600" y="6136336"/>
            <a:ext cx="13739100" cy="828000"/>
          </a:xfrm>
          <a:prstGeom prst="rect">
            <a:avLst/>
          </a:prstGeom>
          <a:solidFill>
            <a:srgbClr val="FFF2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4" name="Google Shape;894;p87"/>
          <p:cNvSpPr txBox="1"/>
          <p:nvPr/>
        </p:nvSpPr>
        <p:spPr>
          <a:xfrm>
            <a:off x="2381777" y="6188492"/>
            <a:ext cx="3233400" cy="733200"/>
          </a:xfrm>
          <a:prstGeom prst="rect">
            <a:avLst/>
          </a:prstGeom>
          <a:solidFill>
            <a:srgbClr val="FFF2CC"/>
          </a:solidFill>
          <a:ln>
            <a:noFill/>
          </a:ln>
        </p:spPr>
        <p:txBody>
          <a:bodyPr anchorCtr="0" anchor="ctr" bIns="137150" lIns="137150" spcFirstLastPara="1" rIns="137150" wrap="square" tIns="137150">
            <a:noAutofit/>
          </a:bodyPr>
          <a:lstStyle/>
          <a:p>
            <a:pPr indent="0" lvl="0" marL="0" rtl="0" algn="ctr">
              <a:spcBef>
                <a:spcPts val="0"/>
              </a:spcBef>
              <a:spcAft>
                <a:spcPts val="0"/>
              </a:spcAft>
              <a:buNone/>
            </a:pPr>
            <a:r>
              <a:rPr lang="en" sz="2800">
                <a:solidFill>
                  <a:schemeClr val="lt1"/>
                </a:solidFill>
                <a:latin typeface="Google Sans"/>
                <a:ea typeface="Google Sans"/>
                <a:cs typeface="Google Sans"/>
                <a:sym typeface="Google Sans"/>
              </a:rPr>
              <a:t>IaaS</a:t>
            </a:r>
            <a:endParaRPr sz="2800">
              <a:solidFill>
                <a:schemeClr val="lt1"/>
              </a:solidFill>
              <a:latin typeface="Google Sans"/>
              <a:ea typeface="Google Sans"/>
              <a:cs typeface="Google Sans"/>
              <a:sym typeface="Google Sans"/>
            </a:endParaRPr>
          </a:p>
        </p:txBody>
      </p:sp>
      <p:sp>
        <p:nvSpPr>
          <p:cNvPr id="895" name="Google Shape;895;p87"/>
          <p:cNvSpPr txBox="1"/>
          <p:nvPr/>
        </p:nvSpPr>
        <p:spPr>
          <a:xfrm>
            <a:off x="2277600" y="7272526"/>
            <a:ext cx="3338700" cy="1642800"/>
          </a:xfrm>
          <a:prstGeom prst="rect">
            <a:avLst/>
          </a:prstGeom>
          <a:noFill/>
          <a:ln>
            <a:noFill/>
          </a:ln>
        </p:spPr>
        <p:txBody>
          <a:bodyPr anchorCtr="0" anchor="t" bIns="0" lIns="182875" spcFirstLastPara="1" rIns="182875" wrap="square" tIns="0">
            <a:noAutofit/>
          </a:bodyPr>
          <a:lstStyle/>
          <a:p>
            <a:pPr indent="0" lvl="0" marL="0" rtl="0" algn="l">
              <a:spcBef>
                <a:spcPts val="0"/>
              </a:spcBef>
              <a:spcAft>
                <a:spcPts val="0"/>
              </a:spcAft>
              <a:buNone/>
            </a:pPr>
            <a:r>
              <a:rPr lang="en" sz="2000">
                <a:solidFill>
                  <a:schemeClr val="lt1"/>
                </a:solidFill>
                <a:latin typeface="Roboto"/>
                <a:ea typeface="Roboto"/>
                <a:cs typeface="Roboto"/>
                <a:sym typeface="Roboto"/>
              </a:rPr>
              <a:t>Virtual machines with industry-leading price/performance</a:t>
            </a:r>
            <a:endParaRPr sz="2000">
              <a:solidFill>
                <a:schemeClr val="lt1"/>
              </a:solidFill>
              <a:latin typeface="Roboto"/>
              <a:ea typeface="Roboto"/>
              <a:cs typeface="Roboto"/>
              <a:sym typeface="Roboto"/>
            </a:endParaRPr>
          </a:p>
        </p:txBody>
      </p:sp>
      <p:sp>
        <p:nvSpPr>
          <p:cNvPr id="896" name="Google Shape;896;p87"/>
          <p:cNvSpPr txBox="1"/>
          <p:nvPr/>
        </p:nvSpPr>
        <p:spPr>
          <a:xfrm>
            <a:off x="12688721" y="6188504"/>
            <a:ext cx="3338700" cy="733200"/>
          </a:xfrm>
          <a:prstGeom prst="rect">
            <a:avLst/>
          </a:prstGeom>
          <a:solidFill>
            <a:srgbClr val="FFF2CC"/>
          </a:solidFill>
          <a:ln>
            <a:noFill/>
          </a:ln>
        </p:spPr>
        <p:txBody>
          <a:bodyPr anchorCtr="0" anchor="ctr" bIns="137150" lIns="137150" spcFirstLastPara="1" rIns="137150" wrap="square" tIns="137150">
            <a:noAutofit/>
          </a:bodyPr>
          <a:lstStyle/>
          <a:p>
            <a:pPr indent="0" lvl="0" marL="0" rtl="0" algn="ctr">
              <a:spcBef>
                <a:spcPts val="0"/>
              </a:spcBef>
              <a:spcAft>
                <a:spcPts val="0"/>
              </a:spcAft>
              <a:buNone/>
            </a:pPr>
            <a:r>
              <a:rPr lang="en" sz="2800">
                <a:solidFill>
                  <a:schemeClr val="lt1"/>
                </a:solidFill>
                <a:latin typeface="Google Sans"/>
                <a:ea typeface="Google Sans"/>
                <a:cs typeface="Google Sans"/>
                <a:sym typeface="Google Sans"/>
              </a:rPr>
              <a:t>Hybrid</a:t>
            </a:r>
            <a:endParaRPr sz="2800">
              <a:solidFill>
                <a:schemeClr val="lt1"/>
              </a:solidFill>
              <a:latin typeface="Google Sans"/>
              <a:ea typeface="Google Sans"/>
              <a:cs typeface="Google Sans"/>
              <a:sym typeface="Google Sans"/>
            </a:endParaRPr>
          </a:p>
        </p:txBody>
      </p:sp>
      <p:sp>
        <p:nvSpPr>
          <p:cNvPr id="897" name="Google Shape;897;p87"/>
          <p:cNvSpPr txBox="1"/>
          <p:nvPr/>
        </p:nvSpPr>
        <p:spPr>
          <a:xfrm>
            <a:off x="12680250" y="7272526"/>
            <a:ext cx="3337500" cy="1642800"/>
          </a:xfrm>
          <a:prstGeom prst="rect">
            <a:avLst/>
          </a:prstGeom>
          <a:noFill/>
          <a:ln>
            <a:noFill/>
          </a:ln>
        </p:spPr>
        <p:txBody>
          <a:bodyPr anchorCtr="0" anchor="t" bIns="0" lIns="182875" spcFirstLastPara="1" rIns="182875" wrap="square" tIns="0">
            <a:noAutofit/>
          </a:bodyPr>
          <a:lstStyle/>
          <a:p>
            <a:pPr indent="0" lvl="0" marL="0" rtl="0" algn="l">
              <a:spcBef>
                <a:spcPts val="0"/>
              </a:spcBef>
              <a:spcAft>
                <a:spcPts val="0"/>
              </a:spcAft>
              <a:buNone/>
            </a:pPr>
            <a:r>
              <a:rPr lang="en" sz="2000">
                <a:solidFill>
                  <a:schemeClr val="lt1"/>
                </a:solidFill>
                <a:latin typeface="Roboto"/>
                <a:ea typeface="Roboto"/>
                <a:cs typeface="Roboto"/>
                <a:sym typeface="Roboto"/>
              </a:rPr>
              <a:t>Cluster manager and orchestration engine built on Google’s container experience</a:t>
            </a:r>
            <a:endParaRPr sz="2000">
              <a:solidFill>
                <a:schemeClr val="lt1"/>
              </a:solidFill>
              <a:latin typeface="Roboto"/>
              <a:ea typeface="Roboto"/>
              <a:cs typeface="Roboto"/>
              <a:sym typeface="Roboto"/>
            </a:endParaRPr>
          </a:p>
        </p:txBody>
      </p:sp>
      <p:pic>
        <p:nvPicPr>
          <p:cNvPr id="898" name="Google Shape;898;p87"/>
          <p:cNvPicPr preferRelativeResize="0"/>
          <p:nvPr/>
        </p:nvPicPr>
        <p:blipFill rotWithShape="1">
          <a:blip r:embed="rId3">
            <a:alphaModFix/>
          </a:blip>
          <a:srcRect b="0" l="0" r="0" t="0"/>
          <a:stretch/>
        </p:blipFill>
        <p:spPr>
          <a:xfrm>
            <a:off x="3051075" y="3044622"/>
            <a:ext cx="1719089" cy="1720541"/>
          </a:xfrm>
          <a:prstGeom prst="rect">
            <a:avLst/>
          </a:prstGeom>
          <a:noFill/>
          <a:ln>
            <a:noFill/>
          </a:ln>
        </p:spPr>
      </p:pic>
      <p:sp>
        <p:nvSpPr>
          <p:cNvPr id="899" name="Google Shape;899;p87"/>
          <p:cNvSpPr txBox="1"/>
          <p:nvPr/>
        </p:nvSpPr>
        <p:spPr>
          <a:xfrm>
            <a:off x="5606204" y="6188492"/>
            <a:ext cx="3511200" cy="733200"/>
          </a:xfrm>
          <a:prstGeom prst="rect">
            <a:avLst/>
          </a:prstGeom>
          <a:solidFill>
            <a:srgbClr val="FFF2CC"/>
          </a:solidFill>
          <a:ln>
            <a:noFill/>
          </a:ln>
        </p:spPr>
        <p:txBody>
          <a:bodyPr anchorCtr="0" anchor="ctr" bIns="137150" lIns="137150" spcFirstLastPara="1" rIns="137150" wrap="square" tIns="137150">
            <a:noAutofit/>
          </a:bodyPr>
          <a:lstStyle/>
          <a:p>
            <a:pPr indent="0" lvl="0" marL="0" rtl="0" algn="ctr">
              <a:spcBef>
                <a:spcPts val="0"/>
              </a:spcBef>
              <a:spcAft>
                <a:spcPts val="0"/>
              </a:spcAft>
              <a:buNone/>
            </a:pPr>
            <a:r>
              <a:rPr lang="en" sz="2800">
                <a:solidFill>
                  <a:schemeClr val="lt1"/>
                </a:solidFill>
                <a:latin typeface="Google Sans"/>
                <a:ea typeface="Google Sans"/>
                <a:cs typeface="Google Sans"/>
                <a:sym typeface="Google Sans"/>
              </a:rPr>
              <a:t>PaaS</a:t>
            </a:r>
            <a:endParaRPr sz="2800">
              <a:solidFill>
                <a:schemeClr val="lt1"/>
              </a:solidFill>
              <a:latin typeface="Google Sans"/>
              <a:ea typeface="Google Sans"/>
              <a:cs typeface="Google Sans"/>
              <a:sym typeface="Google Sans"/>
            </a:endParaRPr>
          </a:p>
        </p:txBody>
      </p:sp>
      <p:sp>
        <p:nvSpPr>
          <p:cNvPr id="900" name="Google Shape;900;p87"/>
          <p:cNvSpPr txBox="1"/>
          <p:nvPr/>
        </p:nvSpPr>
        <p:spPr>
          <a:xfrm>
            <a:off x="9212088" y="6188492"/>
            <a:ext cx="3302100" cy="733200"/>
          </a:xfrm>
          <a:prstGeom prst="rect">
            <a:avLst/>
          </a:prstGeom>
          <a:solidFill>
            <a:srgbClr val="FFF2CC"/>
          </a:solidFill>
          <a:ln>
            <a:noFill/>
          </a:ln>
        </p:spPr>
        <p:txBody>
          <a:bodyPr anchorCtr="0" anchor="ctr" bIns="137150" lIns="137150" spcFirstLastPara="1" rIns="137150" wrap="square" tIns="137150">
            <a:noAutofit/>
          </a:bodyPr>
          <a:lstStyle/>
          <a:p>
            <a:pPr indent="0" lvl="0" marL="0" rtl="0" algn="ctr">
              <a:spcBef>
                <a:spcPts val="0"/>
              </a:spcBef>
              <a:spcAft>
                <a:spcPts val="0"/>
              </a:spcAft>
              <a:buNone/>
            </a:pPr>
            <a:r>
              <a:rPr lang="en" sz="2800">
                <a:solidFill>
                  <a:schemeClr val="lt1"/>
                </a:solidFill>
                <a:latin typeface="Google Sans"/>
                <a:ea typeface="Google Sans"/>
                <a:cs typeface="Google Sans"/>
                <a:sym typeface="Google Sans"/>
              </a:rPr>
              <a:t>Serverless logic</a:t>
            </a:r>
            <a:endParaRPr sz="2800">
              <a:solidFill>
                <a:schemeClr val="lt1"/>
              </a:solidFill>
              <a:latin typeface="Google Sans"/>
              <a:ea typeface="Google Sans"/>
              <a:cs typeface="Google Sans"/>
              <a:sym typeface="Google Sans"/>
            </a:endParaRPr>
          </a:p>
        </p:txBody>
      </p:sp>
      <p:sp>
        <p:nvSpPr>
          <p:cNvPr id="901" name="Google Shape;901;p87"/>
          <p:cNvSpPr txBox="1"/>
          <p:nvPr/>
        </p:nvSpPr>
        <p:spPr>
          <a:xfrm>
            <a:off x="5606200" y="7272525"/>
            <a:ext cx="3337500" cy="1642800"/>
          </a:xfrm>
          <a:prstGeom prst="rect">
            <a:avLst/>
          </a:prstGeom>
          <a:noFill/>
          <a:ln>
            <a:noFill/>
          </a:ln>
        </p:spPr>
        <p:txBody>
          <a:bodyPr anchorCtr="0" anchor="t" bIns="0" lIns="182875" spcFirstLastPara="1" rIns="182875" wrap="square" tIns="0">
            <a:noAutofit/>
          </a:bodyPr>
          <a:lstStyle/>
          <a:p>
            <a:pPr indent="0" lvl="0" marL="0" rtl="0" algn="l">
              <a:spcBef>
                <a:spcPts val="0"/>
              </a:spcBef>
              <a:spcAft>
                <a:spcPts val="0"/>
              </a:spcAft>
              <a:buNone/>
            </a:pPr>
            <a:r>
              <a:rPr lang="en" sz="2000">
                <a:solidFill>
                  <a:schemeClr val="lt1"/>
                </a:solidFill>
                <a:latin typeface="Roboto"/>
                <a:ea typeface="Roboto"/>
                <a:cs typeface="Roboto"/>
                <a:sym typeface="Roboto"/>
              </a:rPr>
              <a:t>A flexible, zero ops platform for building highly available apps</a:t>
            </a:r>
            <a:endParaRPr sz="2000">
              <a:solidFill>
                <a:schemeClr val="lt1"/>
              </a:solidFill>
              <a:latin typeface="Roboto"/>
              <a:ea typeface="Roboto"/>
              <a:cs typeface="Roboto"/>
              <a:sym typeface="Roboto"/>
            </a:endParaRPr>
          </a:p>
        </p:txBody>
      </p:sp>
      <p:sp>
        <p:nvSpPr>
          <p:cNvPr id="902" name="Google Shape;902;p87"/>
          <p:cNvSpPr txBox="1"/>
          <p:nvPr/>
        </p:nvSpPr>
        <p:spPr>
          <a:xfrm>
            <a:off x="9138925" y="7272525"/>
            <a:ext cx="3338700" cy="1642800"/>
          </a:xfrm>
          <a:prstGeom prst="rect">
            <a:avLst/>
          </a:prstGeom>
          <a:noFill/>
          <a:ln>
            <a:noFill/>
          </a:ln>
        </p:spPr>
        <p:txBody>
          <a:bodyPr anchorCtr="0" anchor="t" bIns="0" lIns="182875" spcFirstLastPara="1" rIns="182875" wrap="square" tIns="0">
            <a:noAutofit/>
          </a:bodyPr>
          <a:lstStyle/>
          <a:p>
            <a:pPr indent="0" lvl="0" marL="0" rtl="0" algn="l">
              <a:spcBef>
                <a:spcPts val="0"/>
              </a:spcBef>
              <a:spcAft>
                <a:spcPts val="0"/>
              </a:spcAft>
              <a:buNone/>
            </a:pPr>
            <a:r>
              <a:rPr lang="en" sz="2000">
                <a:solidFill>
                  <a:schemeClr val="lt1"/>
                </a:solidFill>
                <a:latin typeface="Roboto"/>
                <a:ea typeface="Roboto"/>
                <a:cs typeface="Roboto"/>
                <a:sym typeface="Roboto"/>
              </a:rPr>
              <a:t>A lightweight fully managed serverless execution environment for building and connecting cloud services</a:t>
            </a:r>
            <a:endParaRPr sz="2000">
              <a:solidFill>
                <a:schemeClr val="lt1"/>
              </a:solidFill>
              <a:latin typeface="Roboto"/>
              <a:ea typeface="Roboto"/>
              <a:cs typeface="Roboto"/>
              <a:sym typeface="Roboto"/>
            </a:endParaRPr>
          </a:p>
        </p:txBody>
      </p:sp>
      <p:pic>
        <p:nvPicPr>
          <p:cNvPr id="903" name="Google Shape;903;p87"/>
          <p:cNvPicPr preferRelativeResize="0"/>
          <p:nvPr/>
        </p:nvPicPr>
        <p:blipFill rotWithShape="1">
          <a:blip r:embed="rId4">
            <a:alphaModFix/>
          </a:blip>
          <a:srcRect b="0" l="0" r="0" t="0"/>
          <a:stretch/>
        </p:blipFill>
        <p:spPr>
          <a:xfrm>
            <a:off x="10071562" y="3050314"/>
            <a:ext cx="1719089" cy="1720541"/>
          </a:xfrm>
          <a:prstGeom prst="rect">
            <a:avLst/>
          </a:prstGeom>
          <a:noFill/>
          <a:ln>
            <a:noFill/>
          </a:ln>
        </p:spPr>
      </p:pic>
      <p:pic>
        <p:nvPicPr>
          <p:cNvPr id="904" name="Google Shape;904;p87"/>
          <p:cNvPicPr preferRelativeResize="0"/>
          <p:nvPr/>
        </p:nvPicPr>
        <p:blipFill rotWithShape="1">
          <a:blip r:embed="rId5">
            <a:alphaModFix/>
          </a:blip>
          <a:srcRect b="0" l="0" r="0" t="0"/>
          <a:stretch/>
        </p:blipFill>
        <p:spPr>
          <a:xfrm>
            <a:off x="6561171" y="3044622"/>
            <a:ext cx="1719089" cy="1720541"/>
          </a:xfrm>
          <a:prstGeom prst="rect">
            <a:avLst/>
          </a:prstGeom>
          <a:noFill/>
          <a:ln>
            <a:noFill/>
          </a:ln>
        </p:spPr>
      </p:pic>
      <p:pic>
        <p:nvPicPr>
          <p:cNvPr id="905" name="Google Shape;905;p87"/>
          <p:cNvPicPr preferRelativeResize="0"/>
          <p:nvPr/>
        </p:nvPicPr>
        <p:blipFill rotWithShape="1">
          <a:blip r:embed="rId6">
            <a:alphaModFix/>
          </a:blip>
          <a:srcRect b="0" l="0" r="0" t="0"/>
          <a:stretch/>
        </p:blipFill>
        <p:spPr>
          <a:xfrm>
            <a:off x="13643693" y="3044622"/>
            <a:ext cx="1719089" cy="1720541"/>
          </a:xfrm>
          <a:prstGeom prst="rect">
            <a:avLst/>
          </a:prstGeom>
          <a:noFill/>
          <a:ln>
            <a:noFill/>
          </a:ln>
        </p:spPr>
      </p:pic>
      <p:sp>
        <p:nvSpPr>
          <p:cNvPr id="906" name="Google Shape;906;p87"/>
          <p:cNvSpPr/>
          <p:nvPr/>
        </p:nvSpPr>
        <p:spPr>
          <a:xfrm>
            <a:off x="2277600" y="4845930"/>
            <a:ext cx="13739100" cy="1118100"/>
          </a:xfrm>
          <a:prstGeom prst="rect">
            <a:avLst/>
          </a:prstGeom>
          <a:solidFill>
            <a:srgbClr val="B7D1FA">
              <a:alpha val="498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7" name="Google Shape;907;p87"/>
          <p:cNvSpPr txBox="1"/>
          <p:nvPr/>
        </p:nvSpPr>
        <p:spPr>
          <a:xfrm>
            <a:off x="2277600" y="4838239"/>
            <a:ext cx="3233400" cy="1115100"/>
          </a:xfrm>
          <a:prstGeom prst="rect">
            <a:avLst/>
          </a:prstGeom>
          <a:noFill/>
          <a:ln>
            <a:noFill/>
          </a:ln>
        </p:spPr>
        <p:txBody>
          <a:bodyPr anchorCtr="0" anchor="ctr" bIns="137150" lIns="137150" spcFirstLastPara="1" rIns="137150" wrap="square" tIns="137150">
            <a:noAutofit/>
          </a:bodyPr>
          <a:lstStyle/>
          <a:p>
            <a:pPr indent="0" lvl="0" marL="0" rtl="0" algn="ctr">
              <a:spcBef>
                <a:spcPts val="0"/>
              </a:spcBef>
              <a:spcAft>
                <a:spcPts val="0"/>
              </a:spcAft>
              <a:buNone/>
            </a:pPr>
            <a:r>
              <a:rPr lang="en" sz="2800">
                <a:solidFill>
                  <a:schemeClr val="lt1"/>
                </a:solidFill>
                <a:latin typeface="Google Sans"/>
                <a:ea typeface="Google Sans"/>
                <a:cs typeface="Google Sans"/>
                <a:sym typeface="Google Sans"/>
              </a:rPr>
              <a:t>Compute Engine</a:t>
            </a:r>
            <a:endParaRPr sz="2800">
              <a:solidFill>
                <a:schemeClr val="lt1"/>
              </a:solidFill>
              <a:latin typeface="Google Sans"/>
              <a:ea typeface="Google Sans"/>
              <a:cs typeface="Google Sans"/>
              <a:sym typeface="Google Sans"/>
            </a:endParaRPr>
          </a:p>
        </p:txBody>
      </p:sp>
      <p:sp>
        <p:nvSpPr>
          <p:cNvPr id="908" name="Google Shape;908;p87"/>
          <p:cNvSpPr txBox="1"/>
          <p:nvPr/>
        </p:nvSpPr>
        <p:spPr>
          <a:xfrm>
            <a:off x="12688721" y="4841720"/>
            <a:ext cx="3338700" cy="1115100"/>
          </a:xfrm>
          <a:prstGeom prst="rect">
            <a:avLst/>
          </a:prstGeom>
          <a:noFill/>
          <a:ln>
            <a:noFill/>
          </a:ln>
        </p:spPr>
        <p:txBody>
          <a:bodyPr anchorCtr="0" anchor="ctr" bIns="137150" lIns="137150" spcFirstLastPara="1" rIns="137150" wrap="square" tIns="137150">
            <a:noAutofit/>
          </a:bodyPr>
          <a:lstStyle/>
          <a:p>
            <a:pPr indent="0" lvl="0" marL="0" rtl="0" algn="ctr">
              <a:spcBef>
                <a:spcPts val="0"/>
              </a:spcBef>
              <a:spcAft>
                <a:spcPts val="0"/>
              </a:spcAft>
              <a:buNone/>
            </a:pPr>
            <a:r>
              <a:rPr lang="en" sz="2800">
                <a:solidFill>
                  <a:schemeClr val="lt1"/>
                </a:solidFill>
                <a:latin typeface="Google Sans"/>
                <a:ea typeface="Google Sans"/>
                <a:cs typeface="Google Sans"/>
                <a:sym typeface="Google Sans"/>
              </a:rPr>
              <a:t>Google Kubernetes Engine</a:t>
            </a:r>
            <a:endParaRPr sz="2800">
              <a:solidFill>
                <a:schemeClr val="lt1"/>
              </a:solidFill>
              <a:latin typeface="Google Sans"/>
              <a:ea typeface="Google Sans"/>
              <a:cs typeface="Google Sans"/>
              <a:sym typeface="Google Sans"/>
            </a:endParaRPr>
          </a:p>
        </p:txBody>
      </p:sp>
      <p:sp>
        <p:nvSpPr>
          <p:cNvPr id="909" name="Google Shape;909;p87"/>
          <p:cNvSpPr txBox="1"/>
          <p:nvPr/>
        </p:nvSpPr>
        <p:spPr>
          <a:xfrm>
            <a:off x="5606204" y="4841726"/>
            <a:ext cx="3511200" cy="1115100"/>
          </a:xfrm>
          <a:prstGeom prst="rect">
            <a:avLst/>
          </a:prstGeom>
          <a:noFill/>
          <a:ln>
            <a:noFill/>
          </a:ln>
        </p:spPr>
        <p:txBody>
          <a:bodyPr anchorCtr="0" anchor="ctr" bIns="137150" lIns="137150" spcFirstLastPara="1" rIns="137150" wrap="square" tIns="137150">
            <a:noAutofit/>
          </a:bodyPr>
          <a:lstStyle/>
          <a:p>
            <a:pPr indent="0" lvl="0" marL="0" rtl="0" algn="ctr">
              <a:spcBef>
                <a:spcPts val="0"/>
              </a:spcBef>
              <a:spcAft>
                <a:spcPts val="0"/>
              </a:spcAft>
              <a:buNone/>
            </a:pPr>
            <a:r>
              <a:rPr lang="en" sz="2800">
                <a:solidFill>
                  <a:schemeClr val="lt1"/>
                </a:solidFill>
                <a:latin typeface="Google Sans"/>
                <a:ea typeface="Google Sans"/>
                <a:cs typeface="Google Sans"/>
                <a:sym typeface="Google Sans"/>
              </a:rPr>
              <a:t>App Engine</a:t>
            </a:r>
            <a:endParaRPr sz="2800">
              <a:solidFill>
                <a:schemeClr val="lt1"/>
              </a:solidFill>
              <a:latin typeface="Google Sans"/>
              <a:ea typeface="Google Sans"/>
              <a:cs typeface="Google Sans"/>
              <a:sym typeface="Google Sans"/>
            </a:endParaRPr>
          </a:p>
        </p:txBody>
      </p:sp>
      <p:sp>
        <p:nvSpPr>
          <p:cNvPr id="910" name="Google Shape;910;p87"/>
          <p:cNvSpPr txBox="1"/>
          <p:nvPr/>
        </p:nvSpPr>
        <p:spPr>
          <a:xfrm>
            <a:off x="9212088" y="4841726"/>
            <a:ext cx="3302100" cy="1115100"/>
          </a:xfrm>
          <a:prstGeom prst="rect">
            <a:avLst/>
          </a:prstGeom>
          <a:noFill/>
          <a:ln>
            <a:noFill/>
          </a:ln>
        </p:spPr>
        <p:txBody>
          <a:bodyPr anchorCtr="0" anchor="ctr" bIns="137150" lIns="137150" spcFirstLastPara="1" rIns="137150" wrap="square" tIns="137150">
            <a:noAutofit/>
          </a:bodyPr>
          <a:lstStyle/>
          <a:p>
            <a:pPr indent="0" lvl="0" marL="0" rtl="0" algn="ctr">
              <a:spcBef>
                <a:spcPts val="0"/>
              </a:spcBef>
              <a:spcAft>
                <a:spcPts val="0"/>
              </a:spcAft>
              <a:buNone/>
            </a:pPr>
            <a:r>
              <a:rPr lang="en" sz="2800">
                <a:solidFill>
                  <a:schemeClr val="lt1"/>
                </a:solidFill>
                <a:latin typeface="Google Sans"/>
                <a:ea typeface="Google Sans"/>
                <a:cs typeface="Google Sans"/>
                <a:sym typeface="Google Sans"/>
              </a:rPr>
              <a:t>Cloud Functions</a:t>
            </a:r>
            <a:endParaRPr sz="2800">
              <a:solidFill>
                <a:schemeClr val="lt1"/>
              </a:solidFill>
              <a:latin typeface="Google Sans"/>
              <a:ea typeface="Google Sans"/>
              <a:cs typeface="Google Sans"/>
              <a:sym typeface="Google Sans"/>
            </a:endParaRPr>
          </a:p>
        </p:txBody>
      </p:sp>
      <p:cxnSp>
        <p:nvCxnSpPr>
          <p:cNvPr id="911" name="Google Shape;911;p87"/>
          <p:cNvCxnSpPr/>
          <p:nvPr/>
        </p:nvCxnSpPr>
        <p:spPr>
          <a:xfrm rot="10800000">
            <a:off x="5616200" y="3044850"/>
            <a:ext cx="18600" cy="5805900"/>
          </a:xfrm>
          <a:prstGeom prst="straightConnector1">
            <a:avLst/>
          </a:prstGeom>
          <a:noFill/>
          <a:ln cap="flat" cmpd="sng" w="9525">
            <a:solidFill>
              <a:srgbClr val="666666"/>
            </a:solidFill>
            <a:prstDash val="dash"/>
            <a:round/>
            <a:headEnd len="med" w="med" type="none"/>
            <a:tailEnd len="med" w="med" type="none"/>
          </a:ln>
        </p:spPr>
      </p:cxnSp>
      <p:cxnSp>
        <p:nvCxnSpPr>
          <p:cNvPr id="912" name="Google Shape;912;p87"/>
          <p:cNvCxnSpPr/>
          <p:nvPr/>
        </p:nvCxnSpPr>
        <p:spPr>
          <a:xfrm rot="10800000">
            <a:off x="9135875" y="3044900"/>
            <a:ext cx="2400" cy="5798100"/>
          </a:xfrm>
          <a:prstGeom prst="straightConnector1">
            <a:avLst/>
          </a:prstGeom>
          <a:noFill/>
          <a:ln cap="flat" cmpd="sng" w="9525">
            <a:solidFill>
              <a:srgbClr val="666666"/>
            </a:solidFill>
            <a:prstDash val="dash"/>
            <a:round/>
            <a:headEnd len="med" w="med" type="none"/>
            <a:tailEnd len="med" w="med" type="none"/>
          </a:ln>
        </p:spPr>
      </p:cxnSp>
      <p:cxnSp>
        <p:nvCxnSpPr>
          <p:cNvPr id="913" name="Google Shape;913;p87"/>
          <p:cNvCxnSpPr/>
          <p:nvPr/>
        </p:nvCxnSpPr>
        <p:spPr>
          <a:xfrm rot="10800000">
            <a:off x="12655625" y="3044850"/>
            <a:ext cx="0" cy="5810400"/>
          </a:xfrm>
          <a:prstGeom prst="straightConnector1">
            <a:avLst/>
          </a:prstGeom>
          <a:noFill/>
          <a:ln cap="flat" cmpd="sng" w="9525">
            <a:solidFill>
              <a:srgbClr val="666666"/>
            </a:solidFill>
            <a:prstDash val="dash"/>
            <a:round/>
            <a:headEnd len="med" w="med" type="none"/>
            <a:tailEnd len="med" w="med" type="none"/>
          </a:ln>
        </p:spPr>
      </p:cxnSp>
      <p:sp>
        <p:nvSpPr>
          <p:cNvPr id="914" name="Google Shape;914;p87"/>
          <p:cNvSpPr/>
          <p:nvPr/>
        </p:nvSpPr>
        <p:spPr>
          <a:xfrm>
            <a:off x="2276475" y="2567375"/>
            <a:ext cx="10379100" cy="6348000"/>
          </a:xfrm>
          <a:prstGeom prst="rect">
            <a:avLst/>
          </a:prstGeom>
          <a:solidFill>
            <a:srgbClr val="F3F3F3">
              <a:alpha val="753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5" name="Google Shape;915;p87"/>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7">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9" name="Shape 919"/>
        <p:cNvGrpSpPr/>
        <p:nvPr/>
      </p:nvGrpSpPr>
      <p:grpSpPr>
        <a:xfrm>
          <a:off x="0" y="0"/>
          <a:ext cx="0" cy="0"/>
          <a:chOff x="0" y="0"/>
          <a:chExt cx="0" cy="0"/>
        </a:xfrm>
      </p:grpSpPr>
      <p:sp>
        <p:nvSpPr>
          <p:cNvPr id="920" name="Google Shape;920;p88"/>
          <p:cNvSpPr/>
          <p:nvPr/>
        </p:nvSpPr>
        <p:spPr>
          <a:xfrm>
            <a:off x="7893766" y="8379188"/>
            <a:ext cx="3440400" cy="839700"/>
          </a:xfrm>
          <a:prstGeom prst="rect">
            <a:avLst/>
          </a:prstGeom>
          <a:solidFill>
            <a:schemeClr val="dk2"/>
          </a:solidFill>
          <a:ln>
            <a:noFill/>
          </a:ln>
        </p:spPr>
        <p:txBody>
          <a:bodyPr anchorCtr="0" anchor="ctr" bIns="182850" lIns="182850" spcFirstLastPara="1" rIns="182850" wrap="square" tIns="182850">
            <a:noAutofit/>
          </a:bodyPr>
          <a:lstStyle/>
          <a:p>
            <a:pPr indent="0" lvl="0" marL="0" marR="0" rtl="0" algn="ctr">
              <a:lnSpc>
                <a:spcPct val="100000"/>
              </a:lnSpc>
              <a:spcBef>
                <a:spcPts val="0"/>
              </a:spcBef>
              <a:spcAft>
                <a:spcPts val="0"/>
              </a:spcAft>
              <a:buClr>
                <a:srgbClr val="000000"/>
              </a:buClr>
              <a:buSzPts val="3600"/>
              <a:buFont typeface="Arial"/>
              <a:buNone/>
            </a:pPr>
            <a:r>
              <a:rPr i="0" lang="en" sz="3000" u="none" cap="none" strike="noStrike">
                <a:solidFill>
                  <a:srgbClr val="FFFFFF"/>
                </a:solidFill>
                <a:latin typeface="Roboto"/>
                <a:ea typeface="Roboto"/>
                <a:cs typeface="Roboto"/>
                <a:sym typeface="Roboto"/>
              </a:rPr>
              <a:t>Hardware</a:t>
            </a:r>
            <a:endParaRPr i="0" sz="3000" u="none" cap="none" strike="noStrike">
              <a:solidFill>
                <a:srgbClr val="FFFFFF"/>
              </a:solidFill>
              <a:latin typeface="Roboto"/>
              <a:ea typeface="Roboto"/>
              <a:cs typeface="Roboto"/>
              <a:sym typeface="Roboto"/>
            </a:endParaRPr>
          </a:p>
        </p:txBody>
      </p:sp>
      <p:sp>
        <p:nvSpPr>
          <p:cNvPr id="921" name="Google Shape;921;p88"/>
          <p:cNvSpPr/>
          <p:nvPr/>
        </p:nvSpPr>
        <p:spPr>
          <a:xfrm>
            <a:off x="7893766" y="7429639"/>
            <a:ext cx="3440400" cy="839700"/>
          </a:xfrm>
          <a:prstGeom prst="rect">
            <a:avLst/>
          </a:prstGeom>
          <a:solidFill>
            <a:schemeClr val="dk2"/>
          </a:solidFill>
          <a:ln>
            <a:noFill/>
          </a:ln>
        </p:spPr>
        <p:txBody>
          <a:bodyPr anchorCtr="0" anchor="ctr" bIns="182850" lIns="182850" spcFirstLastPara="1" rIns="182850" wrap="square" tIns="182850">
            <a:noAutofit/>
          </a:bodyPr>
          <a:lstStyle/>
          <a:p>
            <a:pPr indent="0" lvl="0" marL="0" marR="0" rtl="0" algn="ctr">
              <a:lnSpc>
                <a:spcPct val="100000"/>
              </a:lnSpc>
              <a:spcBef>
                <a:spcPts val="0"/>
              </a:spcBef>
              <a:spcAft>
                <a:spcPts val="0"/>
              </a:spcAft>
              <a:buClr>
                <a:srgbClr val="000000"/>
              </a:buClr>
              <a:buSzPts val="3600"/>
              <a:buFont typeface="Arial"/>
              <a:buNone/>
            </a:pPr>
            <a:r>
              <a:rPr i="0" lang="en" sz="3000" u="none" cap="none" strike="noStrike">
                <a:solidFill>
                  <a:srgbClr val="FFFFFF"/>
                </a:solidFill>
                <a:latin typeface="Roboto"/>
                <a:ea typeface="Roboto"/>
                <a:cs typeface="Roboto"/>
                <a:sym typeface="Roboto"/>
              </a:rPr>
              <a:t>Hypervisor</a:t>
            </a:r>
            <a:endParaRPr i="0" sz="3000" u="none" cap="none" strike="noStrike">
              <a:solidFill>
                <a:srgbClr val="FFFFFF"/>
              </a:solidFill>
              <a:latin typeface="Roboto"/>
              <a:ea typeface="Roboto"/>
              <a:cs typeface="Roboto"/>
              <a:sym typeface="Roboto"/>
            </a:endParaRPr>
          </a:p>
        </p:txBody>
      </p:sp>
      <p:sp>
        <p:nvSpPr>
          <p:cNvPr id="922" name="Google Shape;922;p88"/>
          <p:cNvSpPr/>
          <p:nvPr/>
        </p:nvSpPr>
        <p:spPr>
          <a:xfrm>
            <a:off x="7932632" y="4135502"/>
            <a:ext cx="1030200" cy="3041400"/>
          </a:xfrm>
          <a:prstGeom prst="rect">
            <a:avLst/>
          </a:prstGeom>
          <a:solidFill>
            <a:schemeClr val="accent6"/>
          </a:solidFill>
          <a:ln cap="flat" cmpd="sng" w="9525">
            <a:solidFill>
              <a:srgbClr val="414141"/>
            </a:solidFill>
            <a:prstDash val="solid"/>
            <a:round/>
            <a:headEnd len="sm" w="sm" type="none"/>
            <a:tailEnd len="sm" w="sm" type="none"/>
          </a:ln>
        </p:spPr>
        <p:txBody>
          <a:bodyPr anchorCtr="0" anchor="ctr" bIns="182850" lIns="182850" spcFirstLastPara="1" rIns="182850" wrap="square" tIns="182850">
            <a:noAutofit/>
          </a:bodyPr>
          <a:lstStyle/>
          <a:p>
            <a:pPr indent="0" lvl="0" marL="0" marR="0" rtl="0" algn="ctr">
              <a:lnSpc>
                <a:spcPct val="100000"/>
              </a:lnSpc>
              <a:spcBef>
                <a:spcPts val="0"/>
              </a:spcBef>
              <a:spcAft>
                <a:spcPts val="0"/>
              </a:spcAft>
              <a:buClr>
                <a:srgbClr val="000000"/>
              </a:buClr>
              <a:buSzPts val="3600"/>
              <a:buFont typeface="Arial"/>
              <a:buNone/>
            </a:pPr>
            <a:r>
              <a:rPr i="0" lang="en" sz="3600" u="none" cap="none" strike="noStrike">
                <a:solidFill>
                  <a:srgbClr val="FFFFFF"/>
                </a:solidFill>
                <a:latin typeface="Roboto"/>
                <a:ea typeface="Roboto"/>
                <a:cs typeface="Roboto"/>
                <a:sym typeface="Roboto"/>
              </a:rPr>
              <a:t>OS</a:t>
            </a:r>
            <a:endParaRPr i="0" sz="3600" u="none" cap="none" strike="noStrike">
              <a:solidFill>
                <a:srgbClr val="FFFFFF"/>
              </a:solidFill>
              <a:latin typeface="Roboto"/>
              <a:ea typeface="Roboto"/>
              <a:cs typeface="Roboto"/>
              <a:sym typeface="Roboto"/>
            </a:endParaRPr>
          </a:p>
        </p:txBody>
      </p:sp>
      <p:sp>
        <p:nvSpPr>
          <p:cNvPr id="923" name="Google Shape;923;p88"/>
          <p:cNvSpPr/>
          <p:nvPr/>
        </p:nvSpPr>
        <p:spPr>
          <a:xfrm>
            <a:off x="9118315" y="4117582"/>
            <a:ext cx="1030200" cy="3041400"/>
          </a:xfrm>
          <a:prstGeom prst="rect">
            <a:avLst/>
          </a:prstGeom>
          <a:solidFill>
            <a:schemeClr val="accent5"/>
          </a:solidFill>
          <a:ln cap="flat" cmpd="sng" w="9525">
            <a:solidFill>
              <a:srgbClr val="414141"/>
            </a:solidFill>
            <a:prstDash val="solid"/>
            <a:round/>
            <a:headEnd len="sm" w="sm" type="none"/>
            <a:tailEnd len="sm" w="sm" type="none"/>
          </a:ln>
        </p:spPr>
        <p:txBody>
          <a:bodyPr anchorCtr="0" anchor="ctr" bIns="182850" lIns="182850" spcFirstLastPara="1" rIns="182850" wrap="square" tIns="182850">
            <a:noAutofit/>
          </a:bodyPr>
          <a:lstStyle/>
          <a:p>
            <a:pPr indent="0" lvl="0" marL="0" marR="0" rtl="0" algn="ctr">
              <a:lnSpc>
                <a:spcPct val="100000"/>
              </a:lnSpc>
              <a:spcBef>
                <a:spcPts val="0"/>
              </a:spcBef>
              <a:spcAft>
                <a:spcPts val="0"/>
              </a:spcAft>
              <a:buClr>
                <a:srgbClr val="000000"/>
              </a:buClr>
              <a:buSzPts val="3600"/>
              <a:buFont typeface="Arial"/>
              <a:buNone/>
            </a:pPr>
            <a:r>
              <a:rPr i="0" lang="en" sz="3600" u="none" cap="none" strike="noStrike">
                <a:solidFill>
                  <a:srgbClr val="FFFFFF"/>
                </a:solidFill>
                <a:latin typeface="Roboto"/>
                <a:ea typeface="Roboto"/>
                <a:cs typeface="Roboto"/>
                <a:sym typeface="Roboto"/>
              </a:rPr>
              <a:t>OS</a:t>
            </a:r>
            <a:endParaRPr i="0" sz="3600" u="none" cap="none" strike="noStrike">
              <a:solidFill>
                <a:srgbClr val="FFFFFF"/>
              </a:solidFill>
              <a:latin typeface="Roboto"/>
              <a:ea typeface="Roboto"/>
              <a:cs typeface="Roboto"/>
              <a:sym typeface="Roboto"/>
            </a:endParaRPr>
          </a:p>
        </p:txBody>
      </p:sp>
      <p:sp>
        <p:nvSpPr>
          <p:cNvPr id="924" name="Google Shape;924;p88"/>
          <p:cNvSpPr/>
          <p:nvPr/>
        </p:nvSpPr>
        <p:spPr>
          <a:xfrm>
            <a:off x="10303999" y="4117582"/>
            <a:ext cx="1030200" cy="3041400"/>
          </a:xfrm>
          <a:prstGeom prst="rect">
            <a:avLst/>
          </a:prstGeom>
          <a:solidFill>
            <a:schemeClr val="accent4"/>
          </a:solidFill>
          <a:ln cap="flat" cmpd="sng" w="9525">
            <a:solidFill>
              <a:srgbClr val="414141"/>
            </a:solidFill>
            <a:prstDash val="solid"/>
            <a:round/>
            <a:headEnd len="sm" w="sm" type="none"/>
            <a:tailEnd len="sm" w="sm" type="none"/>
          </a:ln>
        </p:spPr>
        <p:txBody>
          <a:bodyPr anchorCtr="0" anchor="ctr" bIns="182850" lIns="182850" spcFirstLastPara="1" rIns="182850" wrap="square" tIns="182850">
            <a:noAutofit/>
          </a:bodyPr>
          <a:lstStyle/>
          <a:p>
            <a:pPr indent="0" lvl="0" marL="0" marR="0" rtl="0" algn="ctr">
              <a:lnSpc>
                <a:spcPct val="100000"/>
              </a:lnSpc>
              <a:spcBef>
                <a:spcPts val="0"/>
              </a:spcBef>
              <a:spcAft>
                <a:spcPts val="0"/>
              </a:spcAft>
              <a:buClr>
                <a:srgbClr val="000000"/>
              </a:buClr>
              <a:buSzPts val="3600"/>
              <a:buFont typeface="Arial"/>
              <a:buNone/>
            </a:pPr>
            <a:r>
              <a:rPr i="0" lang="en" sz="3600" u="none" cap="none" strike="noStrike">
                <a:solidFill>
                  <a:srgbClr val="FFFFFF"/>
                </a:solidFill>
                <a:latin typeface="Roboto"/>
                <a:ea typeface="Roboto"/>
                <a:cs typeface="Roboto"/>
                <a:sym typeface="Roboto"/>
              </a:rPr>
              <a:t>OS</a:t>
            </a:r>
            <a:endParaRPr i="0" sz="3600" u="none" cap="none" strike="noStrike">
              <a:solidFill>
                <a:srgbClr val="FFFFFF"/>
              </a:solidFill>
              <a:latin typeface="Roboto"/>
              <a:ea typeface="Roboto"/>
              <a:cs typeface="Roboto"/>
              <a:sym typeface="Roboto"/>
            </a:endParaRPr>
          </a:p>
        </p:txBody>
      </p:sp>
      <p:sp>
        <p:nvSpPr>
          <p:cNvPr id="925" name="Google Shape;925;p88"/>
          <p:cNvSpPr/>
          <p:nvPr/>
        </p:nvSpPr>
        <p:spPr>
          <a:xfrm>
            <a:off x="9098930" y="2693375"/>
            <a:ext cx="1030200" cy="574500"/>
          </a:xfrm>
          <a:prstGeom prst="rect">
            <a:avLst/>
          </a:prstGeom>
          <a:solidFill>
            <a:srgbClr val="FFF2CC"/>
          </a:solidFill>
          <a:ln cap="flat" cmpd="sng" w="9525">
            <a:solidFill>
              <a:srgbClr val="414141"/>
            </a:solidFill>
            <a:prstDash val="solid"/>
            <a:round/>
            <a:headEnd len="sm" w="sm" type="none"/>
            <a:tailEnd len="sm" w="sm" type="none"/>
          </a:ln>
        </p:spPr>
        <p:txBody>
          <a:bodyPr anchorCtr="0" anchor="ctr" bIns="182850" lIns="182850" spcFirstLastPara="1" rIns="182850" wrap="square" tIns="182850">
            <a:noAutofit/>
          </a:bodyPr>
          <a:lstStyle/>
          <a:p>
            <a:pPr indent="0" lvl="0" marL="0" marR="0" rtl="0" algn="ctr">
              <a:lnSpc>
                <a:spcPct val="100000"/>
              </a:lnSpc>
              <a:spcBef>
                <a:spcPts val="0"/>
              </a:spcBef>
              <a:spcAft>
                <a:spcPts val="0"/>
              </a:spcAft>
              <a:buClr>
                <a:srgbClr val="000000"/>
              </a:buClr>
              <a:buSzPts val="3200"/>
              <a:buFont typeface="Arial"/>
              <a:buNone/>
            </a:pPr>
            <a:r>
              <a:rPr i="0" lang="en" sz="2400" u="none" cap="none" strike="noStrike">
                <a:solidFill>
                  <a:schemeClr val="lt1"/>
                </a:solidFill>
                <a:latin typeface="Roboto"/>
                <a:ea typeface="Roboto"/>
                <a:cs typeface="Roboto"/>
                <a:sym typeface="Roboto"/>
              </a:rPr>
              <a:t>App</a:t>
            </a:r>
            <a:endParaRPr i="0" sz="2400" u="none" cap="none" strike="noStrike">
              <a:solidFill>
                <a:schemeClr val="lt1"/>
              </a:solidFill>
              <a:latin typeface="Roboto"/>
              <a:ea typeface="Roboto"/>
              <a:cs typeface="Roboto"/>
              <a:sym typeface="Roboto"/>
            </a:endParaRPr>
          </a:p>
        </p:txBody>
      </p:sp>
      <p:sp>
        <p:nvSpPr>
          <p:cNvPr id="926" name="Google Shape;926;p88"/>
          <p:cNvSpPr/>
          <p:nvPr/>
        </p:nvSpPr>
        <p:spPr>
          <a:xfrm>
            <a:off x="10304001" y="2693375"/>
            <a:ext cx="1030200" cy="574500"/>
          </a:xfrm>
          <a:prstGeom prst="rect">
            <a:avLst/>
          </a:prstGeom>
          <a:solidFill>
            <a:srgbClr val="F4CCCC"/>
          </a:solidFill>
          <a:ln cap="flat" cmpd="sng" w="9525">
            <a:solidFill>
              <a:srgbClr val="414141"/>
            </a:solidFill>
            <a:prstDash val="solid"/>
            <a:round/>
            <a:headEnd len="sm" w="sm" type="none"/>
            <a:tailEnd len="sm" w="sm" type="none"/>
          </a:ln>
        </p:spPr>
        <p:txBody>
          <a:bodyPr anchorCtr="0" anchor="ctr" bIns="182850" lIns="182850" spcFirstLastPara="1" rIns="182850" wrap="square" tIns="182850">
            <a:noAutofit/>
          </a:bodyPr>
          <a:lstStyle/>
          <a:p>
            <a:pPr indent="0" lvl="0" marL="0" marR="0" rtl="0" algn="ctr">
              <a:lnSpc>
                <a:spcPct val="100000"/>
              </a:lnSpc>
              <a:spcBef>
                <a:spcPts val="0"/>
              </a:spcBef>
              <a:spcAft>
                <a:spcPts val="0"/>
              </a:spcAft>
              <a:buClr>
                <a:srgbClr val="000000"/>
              </a:buClr>
              <a:buSzPts val="3200"/>
              <a:buFont typeface="Arial"/>
              <a:buNone/>
            </a:pPr>
            <a:r>
              <a:rPr i="0" lang="en" sz="2400" u="none" cap="none" strike="noStrike">
                <a:solidFill>
                  <a:schemeClr val="lt1"/>
                </a:solidFill>
                <a:latin typeface="Roboto"/>
                <a:ea typeface="Roboto"/>
                <a:cs typeface="Roboto"/>
                <a:sym typeface="Roboto"/>
              </a:rPr>
              <a:t>App</a:t>
            </a:r>
            <a:endParaRPr i="0" sz="2400" u="none" cap="none" strike="noStrike">
              <a:solidFill>
                <a:schemeClr val="lt1"/>
              </a:solidFill>
              <a:latin typeface="Roboto"/>
              <a:ea typeface="Roboto"/>
              <a:cs typeface="Roboto"/>
              <a:sym typeface="Roboto"/>
            </a:endParaRPr>
          </a:p>
        </p:txBody>
      </p:sp>
      <p:sp>
        <p:nvSpPr>
          <p:cNvPr id="927" name="Google Shape;927;p88"/>
          <p:cNvSpPr/>
          <p:nvPr/>
        </p:nvSpPr>
        <p:spPr>
          <a:xfrm>
            <a:off x="7932632" y="2693375"/>
            <a:ext cx="1030200" cy="574500"/>
          </a:xfrm>
          <a:prstGeom prst="rect">
            <a:avLst/>
          </a:prstGeom>
          <a:solidFill>
            <a:srgbClr val="D9EAD3"/>
          </a:solidFill>
          <a:ln cap="flat" cmpd="sng" w="9525">
            <a:solidFill>
              <a:srgbClr val="414141"/>
            </a:solidFill>
            <a:prstDash val="solid"/>
            <a:round/>
            <a:headEnd len="sm" w="sm" type="none"/>
            <a:tailEnd len="sm" w="sm" type="none"/>
          </a:ln>
        </p:spPr>
        <p:txBody>
          <a:bodyPr anchorCtr="0" anchor="ctr" bIns="182850" lIns="182850" spcFirstLastPara="1" rIns="182850" wrap="square" tIns="182850">
            <a:noAutofit/>
          </a:bodyPr>
          <a:lstStyle/>
          <a:p>
            <a:pPr indent="0" lvl="0" marL="0" marR="0" rtl="0" algn="ctr">
              <a:lnSpc>
                <a:spcPct val="100000"/>
              </a:lnSpc>
              <a:spcBef>
                <a:spcPts val="0"/>
              </a:spcBef>
              <a:spcAft>
                <a:spcPts val="0"/>
              </a:spcAft>
              <a:buClr>
                <a:srgbClr val="000000"/>
              </a:buClr>
              <a:buSzPts val="3200"/>
              <a:buFont typeface="Arial"/>
              <a:buNone/>
            </a:pPr>
            <a:r>
              <a:rPr i="0" lang="en" sz="2400" u="none" cap="none" strike="noStrike">
                <a:solidFill>
                  <a:schemeClr val="lt1"/>
                </a:solidFill>
                <a:latin typeface="Roboto"/>
                <a:ea typeface="Roboto"/>
                <a:cs typeface="Roboto"/>
                <a:sym typeface="Roboto"/>
              </a:rPr>
              <a:t>App</a:t>
            </a:r>
            <a:endParaRPr i="0" sz="2400" u="none" cap="none" strike="noStrike">
              <a:solidFill>
                <a:schemeClr val="lt1"/>
              </a:solidFill>
              <a:latin typeface="Roboto"/>
              <a:ea typeface="Roboto"/>
              <a:cs typeface="Roboto"/>
              <a:sym typeface="Roboto"/>
            </a:endParaRPr>
          </a:p>
        </p:txBody>
      </p:sp>
      <p:sp>
        <p:nvSpPr>
          <p:cNvPr id="928" name="Google Shape;928;p88"/>
          <p:cNvSpPr/>
          <p:nvPr/>
        </p:nvSpPr>
        <p:spPr>
          <a:xfrm flipH="1">
            <a:off x="7268971" y="4253302"/>
            <a:ext cx="508200" cy="2819700"/>
          </a:xfrm>
          <a:prstGeom prst="rightBrace">
            <a:avLst>
              <a:gd fmla="val 8333" name="adj1"/>
              <a:gd fmla="val 50000" name="adj2"/>
            </a:avLst>
          </a:prstGeom>
          <a:noFill/>
          <a:ln cap="flat" cmpd="sng" w="762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9" name="Google Shape;929;p88"/>
          <p:cNvSpPr txBox="1"/>
          <p:nvPr/>
        </p:nvSpPr>
        <p:spPr>
          <a:xfrm>
            <a:off x="6238813" y="5308526"/>
            <a:ext cx="1030200" cy="839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rPr i="0" lang="en" sz="3000" u="none" cap="none" strike="noStrike">
                <a:solidFill>
                  <a:schemeClr val="lt1"/>
                </a:solidFill>
                <a:latin typeface="Roboto"/>
                <a:ea typeface="Roboto"/>
                <a:cs typeface="Roboto"/>
                <a:sym typeface="Roboto"/>
              </a:rPr>
              <a:t>VMs</a:t>
            </a:r>
            <a:endParaRPr i="0" sz="3000" u="none" cap="none" strike="noStrike">
              <a:solidFill>
                <a:schemeClr val="lt1"/>
              </a:solidFill>
              <a:latin typeface="Roboto"/>
              <a:ea typeface="Roboto"/>
              <a:cs typeface="Roboto"/>
              <a:sym typeface="Roboto"/>
            </a:endParaRPr>
          </a:p>
        </p:txBody>
      </p:sp>
      <p:sp>
        <p:nvSpPr>
          <p:cNvPr id="930" name="Google Shape;930;p88"/>
          <p:cNvSpPr/>
          <p:nvPr/>
        </p:nvSpPr>
        <p:spPr>
          <a:xfrm>
            <a:off x="7573651" y="8046920"/>
            <a:ext cx="754398" cy="574362"/>
          </a:xfrm>
          <a:prstGeom prst="flowChartMagneticDisk">
            <a:avLst/>
          </a:prstGeom>
          <a:solidFill>
            <a:srgbClr val="B6D7A8"/>
          </a:solidFill>
          <a:ln cap="flat" cmpd="sng" w="19050">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rgbClr val="FFFFFF"/>
              </a:solidFill>
              <a:latin typeface="Arial"/>
              <a:ea typeface="Arial"/>
              <a:cs typeface="Arial"/>
              <a:sym typeface="Arial"/>
            </a:endParaRPr>
          </a:p>
        </p:txBody>
      </p:sp>
      <p:sp>
        <p:nvSpPr>
          <p:cNvPr id="931" name="Google Shape;931;p88"/>
          <p:cNvSpPr/>
          <p:nvPr/>
        </p:nvSpPr>
        <p:spPr>
          <a:xfrm>
            <a:off x="9113858" y="8046920"/>
            <a:ext cx="1030213" cy="574362"/>
          </a:xfrm>
          <a:prstGeom prst="flowChartMagneticDisk">
            <a:avLst/>
          </a:prstGeom>
          <a:solidFill>
            <a:srgbClr val="FFE599"/>
          </a:solidFill>
          <a:ln cap="flat" cmpd="sng" w="19050">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rgbClr val="FFFFFF"/>
              </a:solidFill>
              <a:latin typeface="Arial"/>
              <a:ea typeface="Arial"/>
              <a:cs typeface="Arial"/>
              <a:sym typeface="Arial"/>
            </a:endParaRPr>
          </a:p>
        </p:txBody>
      </p:sp>
      <p:sp>
        <p:nvSpPr>
          <p:cNvPr id="932" name="Google Shape;932;p88"/>
          <p:cNvSpPr/>
          <p:nvPr/>
        </p:nvSpPr>
        <p:spPr>
          <a:xfrm>
            <a:off x="10685474" y="8046920"/>
            <a:ext cx="1363713" cy="574362"/>
          </a:xfrm>
          <a:prstGeom prst="flowChartMagneticDisk">
            <a:avLst/>
          </a:prstGeom>
          <a:solidFill>
            <a:srgbClr val="EA9999"/>
          </a:solidFill>
          <a:ln cap="flat" cmpd="sng" w="19050">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rgbClr val="FFFFFF"/>
              </a:solidFill>
              <a:latin typeface="Arial"/>
              <a:ea typeface="Arial"/>
              <a:cs typeface="Arial"/>
              <a:sym typeface="Arial"/>
            </a:endParaRPr>
          </a:p>
        </p:txBody>
      </p:sp>
      <p:sp>
        <p:nvSpPr>
          <p:cNvPr id="933" name="Google Shape;933;p88"/>
          <p:cNvSpPr/>
          <p:nvPr/>
        </p:nvSpPr>
        <p:spPr>
          <a:xfrm>
            <a:off x="9098930" y="3407063"/>
            <a:ext cx="1030200" cy="574500"/>
          </a:xfrm>
          <a:prstGeom prst="rect">
            <a:avLst/>
          </a:prstGeom>
          <a:solidFill>
            <a:srgbClr val="FFE599"/>
          </a:solidFill>
          <a:ln cap="flat" cmpd="sng" w="9525">
            <a:solidFill>
              <a:srgbClr val="414141"/>
            </a:solidFill>
            <a:prstDash val="solid"/>
            <a:round/>
            <a:headEnd len="sm" w="sm" type="none"/>
            <a:tailEnd len="sm" w="sm" type="none"/>
          </a:ln>
        </p:spPr>
        <p:txBody>
          <a:bodyPr anchorCtr="0" anchor="ctr" bIns="182850" lIns="182850" spcFirstLastPara="1" rIns="182850" wrap="square" tIns="182850">
            <a:noAutofit/>
          </a:bodyPr>
          <a:lstStyle/>
          <a:p>
            <a:pPr indent="0" lvl="0" marL="0" marR="0" rtl="0" algn="ctr">
              <a:lnSpc>
                <a:spcPct val="100000"/>
              </a:lnSpc>
              <a:spcBef>
                <a:spcPts val="0"/>
              </a:spcBef>
              <a:spcAft>
                <a:spcPts val="0"/>
              </a:spcAft>
              <a:buClr>
                <a:srgbClr val="000000"/>
              </a:buClr>
              <a:buSzPts val="3200"/>
              <a:buFont typeface="Arial"/>
              <a:buNone/>
            </a:pPr>
            <a:r>
              <a:rPr i="0" lang="en" sz="2400" u="none" cap="none" strike="noStrike">
                <a:solidFill>
                  <a:schemeClr val="lt1"/>
                </a:solidFill>
                <a:latin typeface="Roboto"/>
                <a:ea typeface="Roboto"/>
                <a:cs typeface="Roboto"/>
                <a:sym typeface="Roboto"/>
              </a:rPr>
              <a:t>Libs</a:t>
            </a:r>
            <a:endParaRPr i="0" sz="2400" u="none" cap="none" strike="noStrike">
              <a:solidFill>
                <a:schemeClr val="lt1"/>
              </a:solidFill>
              <a:latin typeface="Roboto"/>
              <a:ea typeface="Roboto"/>
              <a:cs typeface="Roboto"/>
              <a:sym typeface="Roboto"/>
            </a:endParaRPr>
          </a:p>
        </p:txBody>
      </p:sp>
      <p:sp>
        <p:nvSpPr>
          <p:cNvPr id="934" name="Google Shape;934;p88"/>
          <p:cNvSpPr/>
          <p:nvPr/>
        </p:nvSpPr>
        <p:spPr>
          <a:xfrm>
            <a:off x="10304001" y="3407063"/>
            <a:ext cx="1030200" cy="574500"/>
          </a:xfrm>
          <a:prstGeom prst="rect">
            <a:avLst/>
          </a:prstGeom>
          <a:solidFill>
            <a:srgbClr val="EA9999"/>
          </a:solidFill>
          <a:ln cap="flat" cmpd="sng" w="9525">
            <a:solidFill>
              <a:srgbClr val="414141"/>
            </a:solidFill>
            <a:prstDash val="solid"/>
            <a:round/>
            <a:headEnd len="sm" w="sm" type="none"/>
            <a:tailEnd len="sm" w="sm" type="none"/>
          </a:ln>
        </p:spPr>
        <p:txBody>
          <a:bodyPr anchorCtr="0" anchor="ctr" bIns="182850" lIns="182850" spcFirstLastPara="1" rIns="182850" wrap="square" tIns="182850">
            <a:noAutofit/>
          </a:bodyPr>
          <a:lstStyle/>
          <a:p>
            <a:pPr indent="0" lvl="0" marL="0" marR="0" rtl="0" algn="ctr">
              <a:lnSpc>
                <a:spcPct val="100000"/>
              </a:lnSpc>
              <a:spcBef>
                <a:spcPts val="0"/>
              </a:spcBef>
              <a:spcAft>
                <a:spcPts val="0"/>
              </a:spcAft>
              <a:buClr>
                <a:srgbClr val="000000"/>
              </a:buClr>
              <a:buSzPts val="3200"/>
              <a:buFont typeface="Arial"/>
              <a:buNone/>
            </a:pPr>
            <a:r>
              <a:rPr i="0" lang="en" sz="2400" u="none" cap="none" strike="noStrike">
                <a:solidFill>
                  <a:schemeClr val="lt1"/>
                </a:solidFill>
                <a:latin typeface="Roboto"/>
                <a:ea typeface="Roboto"/>
                <a:cs typeface="Roboto"/>
                <a:sym typeface="Roboto"/>
              </a:rPr>
              <a:t>Libs</a:t>
            </a:r>
            <a:endParaRPr i="0" sz="2400" u="none" cap="none" strike="noStrike">
              <a:solidFill>
                <a:schemeClr val="lt1"/>
              </a:solidFill>
              <a:latin typeface="Roboto"/>
              <a:ea typeface="Roboto"/>
              <a:cs typeface="Roboto"/>
              <a:sym typeface="Roboto"/>
            </a:endParaRPr>
          </a:p>
        </p:txBody>
      </p:sp>
      <p:sp>
        <p:nvSpPr>
          <p:cNvPr id="935" name="Google Shape;935;p88"/>
          <p:cNvSpPr/>
          <p:nvPr/>
        </p:nvSpPr>
        <p:spPr>
          <a:xfrm>
            <a:off x="7932632" y="3407063"/>
            <a:ext cx="1030200" cy="574500"/>
          </a:xfrm>
          <a:prstGeom prst="rect">
            <a:avLst/>
          </a:prstGeom>
          <a:solidFill>
            <a:srgbClr val="93C47D"/>
          </a:solidFill>
          <a:ln cap="flat" cmpd="sng" w="9525">
            <a:solidFill>
              <a:srgbClr val="414141"/>
            </a:solidFill>
            <a:prstDash val="solid"/>
            <a:round/>
            <a:headEnd len="sm" w="sm" type="none"/>
            <a:tailEnd len="sm" w="sm" type="none"/>
          </a:ln>
        </p:spPr>
        <p:txBody>
          <a:bodyPr anchorCtr="0" anchor="ctr" bIns="182850" lIns="182850" spcFirstLastPara="1" rIns="182850" wrap="square" tIns="182850">
            <a:noAutofit/>
          </a:bodyPr>
          <a:lstStyle/>
          <a:p>
            <a:pPr indent="0" lvl="0" marL="0" marR="0" rtl="0" algn="ctr">
              <a:lnSpc>
                <a:spcPct val="100000"/>
              </a:lnSpc>
              <a:spcBef>
                <a:spcPts val="0"/>
              </a:spcBef>
              <a:spcAft>
                <a:spcPts val="0"/>
              </a:spcAft>
              <a:buClr>
                <a:srgbClr val="000000"/>
              </a:buClr>
              <a:buSzPts val="3200"/>
              <a:buFont typeface="Arial"/>
              <a:buNone/>
            </a:pPr>
            <a:r>
              <a:rPr i="0" lang="en" sz="2400" u="none" cap="none" strike="noStrike">
                <a:solidFill>
                  <a:schemeClr val="lt1"/>
                </a:solidFill>
                <a:latin typeface="Roboto"/>
                <a:ea typeface="Roboto"/>
                <a:cs typeface="Roboto"/>
                <a:sym typeface="Roboto"/>
              </a:rPr>
              <a:t>Libs</a:t>
            </a:r>
            <a:endParaRPr i="0" sz="2400" u="none" cap="none" strike="noStrike">
              <a:solidFill>
                <a:schemeClr val="lt1"/>
              </a:solidFill>
              <a:latin typeface="Roboto"/>
              <a:ea typeface="Roboto"/>
              <a:cs typeface="Roboto"/>
              <a:sym typeface="Roboto"/>
            </a:endParaRPr>
          </a:p>
        </p:txBody>
      </p:sp>
      <p:sp>
        <p:nvSpPr>
          <p:cNvPr id="936" name="Google Shape;936;p88"/>
          <p:cNvSpPr txBox="1"/>
          <p:nvPr>
            <p:ph type="title"/>
          </p:nvPr>
        </p:nvSpPr>
        <p:spPr>
          <a:xfrm>
            <a:off x="1672475" y="1154875"/>
            <a:ext cx="147753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IaaS virtualizes the hardware</a:t>
            </a:r>
            <a:endParaRPr/>
          </a:p>
        </p:txBody>
      </p:sp>
      <p:sp>
        <p:nvSpPr>
          <p:cNvPr id="937" name="Google Shape;937;p88"/>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3">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1" name="Shape 941"/>
        <p:cNvGrpSpPr/>
        <p:nvPr/>
      </p:nvGrpSpPr>
      <p:grpSpPr>
        <a:xfrm>
          <a:off x="0" y="0"/>
          <a:ext cx="0" cy="0"/>
          <a:chOff x="0" y="0"/>
          <a:chExt cx="0" cy="0"/>
        </a:xfrm>
      </p:grpSpPr>
      <p:sp>
        <p:nvSpPr>
          <p:cNvPr id="942" name="Google Shape;942;p89"/>
          <p:cNvSpPr/>
          <p:nvPr/>
        </p:nvSpPr>
        <p:spPr>
          <a:xfrm>
            <a:off x="10470348" y="8355918"/>
            <a:ext cx="3575400" cy="836100"/>
          </a:xfrm>
          <a:prstGeom prst="rect">
            <a:avLst/>
          </a:prstGeom>
          <a:solidFill>
            <a:schemeClr val="dk2"/>
          </a:solidFill>
          <a:ln>
            <a:noFill/>
          </a:ln>
        </p:spPr>
        <p:txBody>
          <a:bodyPr anchorCtr="0" anchor="ctr" bIns="182850" lIns="182850" spcFirstLastPara="1" rIns="182850" wrap="square" tIns="182850">
            <a:noAutofit/>
          </a:bodyPr>
          <a:lstStyle/>
          <a:p>
            <a:pPr indent="0" lvl="0" marL="0" marR="0" rtl="0" algn="ctr">
              <a:lnSpc>
                <a:spcPct val="100000"/>
              </a:lnSpc>
              <a:spcBef>
                <a:spcPts val="0"/>
              </a:spcBef>
              <a:spcAft>
                <a:spcPts val="0"/>
              </a:spcAft>
              <a:buClr>
                <a:srgbClr val="000000"/>
              </a:buClr>
              <a:buSzPts val="3600"/>
              <a:buFont typeface="Arial"/>
              <a:buNone/>
            </a:pPr>
            <a:r>
              <a:rPr i="0" lang="en" sz="3000" u="none" cap="none" strike="noStrike">
                <a:solidFill>
                  <a:srgbClr val="FFFFFF"/>
                </a:solidFill>
                <a:latin typeface="Roboto"/>
                <a:ea typeface="Roboto"/>
                <a:cs typeface="Roboto"/>
                <a:sym typeface="Roboto"/>
              </a:rPr>
              <a:t>Hardware</a:t>
            </a:r>
            <a:endParaRPr i="0" sz="3000" u="none" cap="none" strike="noStrike">
              <a:solidFill>
                <a:srgbClr val="FFFFFF"/>
              </a:solidFill>
              <a:latin typeface="Roboto"/>
              <a:ea typeface="Roboto"/>
              <a:cs typeface="Roboto"/>
              <a:sym typeface="Roboto"/>
            </a:endParaRPr>
          </a:p>
        </p:txBody>
      </p:sp>
      <p:sp>
        <p:nvSpPr>
          <p:cNvPr id="943" name="Google Shape;943;p89"/>
          <p:cNvSpPr/>
          <p:nvPr/>
        </p:nvSpPr>
        <p:spPr>
          <a:xfrm>
            <a:off x="10470348" y="7410417"/>
            <a:ext cx="3575400" cy="836100"/>
          </a:xfrm>
          <a:prstGeom prst="rect">
            <a:avLst/>
          </a:prstGeom>
          <a:solidFill>
            <a:schemeClr val="dk2"/>
          </a:solidFill>
          <a:ln>
            <a:noFill/>
          </a:ln>
        </p:spPr>
        <p:txBody>
          <a:bodyPr anchorCtr="0" anchor="ctr" bIns="182850" lIns="182850" spcFirstLastPara="1" rIns="182850" wrap="square" tIns="182850">
            <a:noAutofit/>
          </a:bodyPr>
          <a:lstStyle/>
          <a:p>
            <a:pPr indent="0" lvl="0" marL="0" marR="0" rtl="0" algn="ctr">
              <a:lnSpc>
                <a:spcPct val="100000"/>
              </a:lnSpc>
              <a:spcBef>
                <a:spcPts val="0"/>
              </a:spcBef>
              <a:spcAft>
                <a:spcPts val="0"/>
              </a:spcAft>
              <a:buClr>
                <a:srgbClr val="000000"/>
              </a:buClr>
              <a:buSzPts val="3600"/>
              <a:buFont typeface="Arial"/>
              <a:buNone/>
            </a:pPr>
            <a:r>
              <a:rPr i="0" lang="en" sz="3000" u="none" cap="none" strike="noStrike">
                <a:solidFill>
                  <a:srgbClr val="FFFFFF"/>
                </a:solidFill>
                <a:latin typeface="Roboto"/>
                <a:ea typeface="Roboto"/>
                <a:cs typeface="Roboto"/>
                <a:sym typeface="Roboto"/>
              </a:rPr>
              <a:t>Hypervisor</a:t>
            </a:r>
            <a:endParaRPr i="0" sz="3000" u="none" cap="none" strike="noStrike">
              <a:solidFill>
                <a:srgbClr val="FFFFFF"/>
              </a:solidFill>
              <a:latin typeface="Roboto"/>
              <a:ea typeface="Roboto"/>
              <a:cs typeface="Roboto"/>
              <a:sym typeface="Roboto"/>
            </a:endParaRPr>
          </a:p>
        </p:txBody>
      </p:sp>
      <p:sp>
        <p:nvSpPr>
          <p:cNvPr id="944" name="Google Shape;944;p89"/>
          <p:cNvSpPr/>
          <p:nvPr/>
        </p:nvSpPr>
        <p:spPr>
          <a:xfrm>
            <a:off x="10510737" y="2694347"/>
            <a:ext cx="1070700" cy="571800"/>
          </a:xfrm>
          <a:prstGeom prst="rect">
            <a:avLst/>
          </a:prstGeom>
          <a:solidFill>
            <a:srgbClr val="D9EAD3"/>
          </a:solidFill>
          <a:ln cap="flat" cmpd="sng" w="9525">
            <a:solidFill>
              <a:srgbClr val="414141"/>
            </a:solidFill>
            <a:prstDash val="solid"/>
            <a:round/>
            <a:headEnd len="sm" w="sm" type="none"/>
            <a:tailEnd len="sm" w="sm" type="none"/>
          </a:ln>
        </p:spPr>
        <p:txBody>
          <a:bodyPr anchorCtr="0" anchor="ctr" bIns="182850" lIns="182850" spcFirstLastPara="1" rIns="182850" wrap="square" tIns="182850">
            <a:noAutofit/>
          </a:bodyPr>
          <a:lstStyle/>
          <a:p>
            <a:pPr indent="0" lvl="0" marL="0" marR="0" rtl="0" algn="ctr">
              <a:lnSpc>
                <a:spcPct val="100000"/>
              </a:lnSpc>
              <a:spcBef>
                <a:spcPts val="0"/>
              </a:spcBef>
              <a:spcAft>
                <a:spcPts val="0"/>
              </a:spcAft>
              <a:buClr>
                <a:srgbClr val="000000"/>
              </a:buClr>
              <a:buSzPts val="3200"/>
              <a:buFont typeface="Arial"/>
              <a:buNone/>
            </a:pPr>
            <a:r>
              <a:rPr i="0" lang="en" sz="2400" u="none" cap="none" strike="noStrike">
                <a:solidFill>
                  <a:schemeClr val="lt1"/>
                </a:solidFill>
                <a:latin typeface="Roboto"/>
                <a:ea typeface="Roboto"/>
                <a:cs typeface="Roboto"/>
                <a:sym typeface="Roboto"/>
              </a:rPr>
              <a:t>App</a:t>
            </a:r>
            <a:endParaRPr i="0" sz="2400" u="none" cap="none" strike="noStrike">
              <a:solidFill>
                <a:schemeClr val="lt1"/>
              </a:solidFill>
              <a:latin typeface="Roboto"/>
              <a:ea typeface="Roboto"/>
              <a:cs typeface="Roboto"/>
              <a:sym typeface="Roboto"/>
            </a:endParaRPr>
          </a:p>
        </p:txBody>
      </p:sp>
      <p:sp>
        <p:nvSpPr>
          <p:cNvPr id="945" name="Google Shape;945;p89"/>
          <p:cNvSpPr/>
          <p:nvPr/>
        </p:nvSpPr>
        <p:spPr>
          <a:xfrm>
            <a:off x="11735675" y="2694347"/>
            <a:ext cx="1070700" cy="571800"/>
          </a:xfrm>
          <a:prstGeom prst="rect">
            <a:avLst/>
          </a:prstGeom>
          <a:solidFill>
            <a:srgbClr val="D9EAD3"/>
          </a:solidFill>
          <a:ln cap="flat" cmpd="sng" w="9525">
            <a:solidFill>
              <a:srgbClr val="414141"/>
            </a:solidFill>
            <a:prstDash val="solid"/>
            <a:round/>
            <a:headEnd len="sm" w="sm" type="none"/>
            <a:tailEnd len="sm" w="sm" type="none"/>
          </a:ln>
        </p:spPr>
        <p:txBody>
          <a:bodyPr anchorCtr="0" anchor="ctr" bIns="182850" lIns="182850" spcFirstLastPara="1" rIns="182850" wrap="square" tIns="182850">
            <a:noAutofit/>
          </a:bodyPr>
          <a:lstStyle/>
          <a:p>
            <a:pPr indent="0" lvl="0" marL="0" marR="0" rtl="0" algn="ctr">
              <a:lnSpc>
                <a:spcPct val="100000"/>
              </a:lnSpc>
              <a:spcBef>
                <a:spcPts val="0"/>
              </a:spcBef>
              <a:spcAft>
                <a:spcPts val="0"/>
              </a:spcAft>
              <a:buClr>
                <a:srgbClr val="000000"/>
              </a:buClr>
              <a:buSzPts val="3200"/>
              <a:buFont typeface="Arial"/>
              <a:buNone/>
            </a:pPr>
            <a:r>
              <a:rPr i="0" lang="en" sz="2400" u="none" cap="none" strike="noStrike">
                <a:solidFill>
                  <a:schemeClr val="lt1"/>
                </a:solidFill>
                <a:latin typeface="Roboto"/>
                <a:ea typeface="Roboto"/>
                <a:cs typeface="Roboto"/>
                <a:sym typeface="Roboto"/>
              </a:rPr>
              <a:t>App</a:t>
            </a:r>
            <a:endParaRPr i="0" sz="2400" u="none" cap="none" strike="noStrike">
              <a:solidFill>
                <a:schemeClr val="lt1"/>
              </a:solidFill>
              <a:latin typeface="Roboto"/>
              <a:ea typeface="Roboto"/>
              <a:cs typeface="Roboto"/>
              <a:sym typeface="Roboto"/>
            </a:endParaRPr>
          </a:p>
        </p:txBody>
      </p:sp>
      <p:sp>
        <p:nvSpPr>
          <p:cNvPr id="946" name="Google Shape;946;p89"/>
          <p:cNvSpPr/>
          <p:nvPr/>
        </p:nvSpPr>
        <p:spPr>
          <a:xfrm>
            <a:off x="10843317" y="8025066"/>
            <a:ext cx="783984" cy="571913"/>
          </a:xfrm>
          <a:prstGeom prst="flowChartMagneticDisk">
            <a:avLst/>
          </a:prstGeom>
          <a:solidFill>
            <a:srgbClr val="B6D7A8"/>
          </a:solidFill>
          <a:ln cap="flat" cmpd="sng" w="19050">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rgbClr val="FFFFFF"/>
              </a:solidFill>
              <a:latin typeface="Arial"/>
              <a:ea typeface="Arial"/>
              <a:cs typeface="Arial"/>
              <a:sym typeface="Arial"/>
            </a:endParaRPr>
          </a:p>
        </p:txBody>
      </p:sp>
      <p:sp>
        <p:nvSpPr>
          <p:cNvPr id="947" name="Google Shape;947;p89"/>
          <p:cNvSpPr/>
          <p:nvPr/>
        </p:nvSpPr>
        <p:spPr>
          <a:xfrm>
            <a:off x="11864099" y="8025066"/>
            <a:ext cx="783984" cy="571913"/>
          </a:xfrm>
          <a:prstGeom prst="flowChartMagneticDisk">
            <a:avLst/>
          </a:prstGeom>
          <a:solidFill>
            <a:srgbClr val="B6D7A8"/>
          </a:solidFill>
          <a:ln cap="flat" cmpd="sng" w="19050">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rgbClr val="FFFFFF"/>
              </a:solidFill>
              <a:latin typeface="Arial"/>
              <a:ea typeface="Arial"/>
              <a:cs typeface="Arial"/>
              <a:sym typeface="Arial"/>
            </a:endParaRPr>
          </a:p>
        </p:txBody>
      </p:sp>
      <p:sp>
        <p:nvSpPr>
          <p:cNvPr id="948" name="Google Shape;948;p89"/>
          <p:cNvSpPr/>
          <p:nvPr/>
        </p:nvSpPr>
        <p:spPr>
          <a:xfrm>
            <a:off x="4574932" y="8355918"/>
            <a:ext cx="3575400" cy="836100"/>
          </a:xfrm>
          <a:prstGeom prst="rect">
            <a:avLst/>
          </a:prstGeom>
          <a:solidFill>
            <a:schemeClr val="dk2"/>
          </a:solidFill>
          <a:ln>
            <a:noFill/>
          </a:ln>
        </p:spPr>
        <p:txBody>
          <a:bodyPr anchorCtr="0" anchor="ctr" bIns="182850" lIns="182850" spcFirstLastPara="1" rIns="182850" wrap="square" tIns="182850">
            <a:noAutofit/>
          </a:bodyPr>
          <a:lstStyle/>
          <a:p>
            <a:pPr indent="0" lvl="0" marL="0" marR="0" rtl="0" algn="ctr">
              <a:lnSpc>
                <a:spcPct val="100000"/>
              </a:lnSpc>
              <a:spcBef>
                <a:spcPts val="0"/>
              </a:spcBef>
              <a:spcAft>
                <a:spcPts val="0"/>
              </a:spcAft>
              <a:buClr>
                <a:srgbClr val="000000"/>
              </a:buClr>
              <a:buSzPts val="3600"/>
              <a:buFont typeface="Arial"/>
              <a:buNone/>
            </a:pPr>
            <a:r>
              <a:rPr i="0" lang="en" sz="3000" u="none" cap="none" strike="noStrike">
                <a:solidFill>
                  <a:srgbClr val="FFFFFF"/>
                </a:solidFill>
                <a:latin typeface="Roboto"/>
                <a:ea typeface="Roboto"/>
                <a:cs typeface="Roboto"/>
                <a:sym typeface="Roboto"/>
              </a:rPr>
              <a:t>Hardware</a:t>
            </a:r>
            <a:endParaRPr i="0" sz="3000" u="none" cap="none" strike="noStrike">
              <a:solidFill>
                <a:srgbClr val="FFFFFF"/>
              </a:solidFill>
              <a:latin typeface="Roboto"/>
              <a:ea typeface="Roboto"/>
              <a:cs typeface="Roboto"/>
              <a:sym typeface="Roboto"/>
            </a:endParaRPr>
          </a:p>
        </p:txBody>
      </p:sp>
      <p:sp>
        <p:nvSpPr>
          <p:cNvPr id="949" name="Google Shape;949;p89"/>
          <p:cNvSpPr/>
          <p:nvPr/>
        </p:nvSpPr>
        <p:spPr>
          <a:xfrm>
            <a:off x="4574932" y="7410417"/>
            <a:ext cx="3575400" cy="836100"/>
          </a:xfrm>
          <a:prstGeom prst="rect">
            <a:avLst/>
          </a:prstGeom>
          <a:solidFill>
            <a:schemeClr val="dk2"/>
          </a:solidFill>
          <a:ln>
            <a:noFill/>
          </a:ln>
        </p:spPr>
        <p:txBody>
          <a:bodyPr anchorCtr="0" anchor="ctr" bIns="182850" lIns="182850" spcFirstLastPara="1" rIns="182850" wrap="square" tIns="182850">
            <a:noAutofit/>
          </a:bodyPr>
          <a:lstStyle/>
          <a:p>
            <a:pPr indent="0" lvl="0" marL="0" marR="0" rtl="0" algn="ctr">
              <a:lnSpc>
                <a:spcPct val="100000"/>
              </a:lnSpc>
              <a:spcBef>
                <a:spcPts val="0"/>
              </a:spcBef>
              <a:spcAft>
                <a:spcPts val="0"/>
              </a:spcAft>
              <a:buClr>
                <a:srgbClr val="000000"/>
              </a:buClr>
              <a:buSzPts val="3600"/>
              <a:buFont typeface="Arial"/>
              <a:buNone/>
            </a:pPr>
            <a:r>
              <a:rPr i="0" lang="en" sz="3000" u="none" cap="none" strike="noStrike">
                <a:solidFill>
                  <a:srgbClr val="FFFFFF"/>
                </a:solidFill>
                <a:latin typeface="Roboto"/>
                <a:ea typeface="Roboto"/>
                <a:cs typeface="Roboto"/>
                <a:sym typeface="Roboto"/>
              </a:rPr>
              <a:t>Hypervisor</a:t>
            </a:r>
            <a:endParaRPr i="0" sz="3000" u="none" cap="none" strike="noStrike">
              <a:solidFill>
                <a:srgbClr val="FFFFFF"/>
              </a:solidFill>
              <a:latin typeface="Roboto"/>
              <a:ea typeface="Roboto"/>
              <a:cs typeface="Roboto"/>
              <a:sym typeface="Roboto"/>
            </a:endParaRPr>
          </a:p>
        </p:txBody>
      </p:sp>
      <p:sp>
        <p:nvSpPr>
          <p:cNvPr id="950" name="Google Shape;950;p89"/>
          <p:cNvSpPr/>
          <p:nvPr/>
        </p:nvSpPr>
        <p:spPr>
          <a:xfrm>
            <a:off x="5847504" y="4112481"/>
            <a:ext cx="1070700" cy="3028500"/>
          </a:xfrm>
          <a:prstGeom prst="rect">
            <a:avLst/>
          </a:prstGeom>
          <a:solidFill>
            <a:schemeClr val="accent5"/>
          </a:solidFill>
          <a:ln cap="flat" cmpd="sng" w="9525">
            <a:solidFill>
              <a:srgbClr val="414141"/>
            </a:solidFill>
            <a:prstDash val="solid"/>
            <a:round/>
            <a:headEnd len="sm" w="sm" type="none"/>
            <a:tailEnd len="sm" w="sm" type="none"/>
          </a:ln>
        </p:spPr>
        <p:txBody>
          <a:bodyPr anchorCtr="0" anchor="ctr" bIns="182850" lIns="182850" spcFirstLastPara="1" rIns="182850" wrap="square" tIns="182850">
            <a:noAutofit/>
          </a:bodyPr>
          <a:lstStyle/>
          <a:p>
            <a:pPr indent="0" lvl="0" marL="0" marR="0" rtl="0" algn="ctr">
              <a:lnSpc>
                <a:spcPct val="100000"/>
              </a:lnSpc>
              <a:spcBef>
                <a:spcPts val="0"/>
              </a:spcBef>
              <a:spcAft>
                <a:spcPts val="0"/>
              </a:spcAft>
              <a:buClr>
                <a:srgbClr val="000000"/>
              </a:buClr>
              <a:buSzPts val="3600"/>
              <a:buFont typeface="Arial"/>
              <a:buNone/>
            </a:pPr>
            <a:r>
              <a:rPr i="0" lang="en" sz="3600" u="none" cap="none" strike="noStrike">
                <a:solidFill>
                  <a:srgbClr val="FFFFFF"/>
                </a:solidFill>
                <a:latin typeface="Roboto"/>
                <a:ea typeface="Roboto"/>
                <a:cs typeface="Roboto"/>
                <a:sym typeface="Roboto"/>
              </a:rPr>
              <a:t>OS</a:t>
            </a:r>
            <a:endParaRPr i="0" sz="3600" u="none" cap="none" strike="noStrike">
              <a:solidFill>
                <a:srgbClr val="FFFFFF"/>
              </a:solidFill>
              <a:latin typeface="Roboto"/>
              <a:ea typeface="Roboto"/>
              <a:cs typeface="Roboto"/>
              <a:sym typeface="Roboto"/>
            </a:endParaRPr>
          </a:p>
        </p:txBody>
      </p:sp>
      <p:sp>
        <p:nvSpPr>
          <p:cNvPr id="951" name="Google Shape;951;p89"/>
          <p:cNvSpPr/>
          <p:nvPr/>
        </p:nvSpPr>
        <p:spPr>
          <a:xfrm>
            <a:off x="7079686" y="4112481"/>
            <a:ext cx="1070700" cy="3028500"/>
          </a:xfrm>
          <a:prstGeom prst="rect">
            <a:avLst/>
          </a:prstGeom>
          <a:solidFill>
            <a:schemeClr val="accent4"/>
          </a:solidFill>
          <a:ln cap="flat" cmpd="sng" w="9525">
            <a:solidFill>
              <a:srgbClr val="414141"/>
            </a:solidFill>
            <a:prstDash val="solid"/>
            <a:round/>
            <a:headEnd len="sm" w="sm" type="none"/>
            <a:tailEnd len="sm" w="sm" type="none"/>
          </a:ln>
        </p:spPr>
        <p:txBody>
          <a:bodyPr anchorCtr="0" anchor="ctr" bIns="182850" lIns="182850" spcFirstLastPara="1" rIns="182850" wrap="square" tIns="182850">
            <a:noAutofit/>
          </a:bodyPr>
          <a:lstStyle/>
          <a:p>
            <a:pPr indent="0" lvl="0" marL="0" marR="0" rtl="0" algn="ctr">
              <a:lnSpc>
                <a:spcPct val="100000"/>
              </a:lnSpc>
              <a:spcBef>
                <a:spcPts val="0"/>
              </a:spcBef>
              <a:spcAft>
                <a:spcPts val="0"/>
              </a:spcAft>
              <a:buClr>
                <a:srgbClr val="000000"/>
              </a:buClr>
              <a:buSzPts val="3600"/>
              <a:buFont typeface="Arial"/>
              <a:buNone/>
            </a:pPr>
            <a:r>
              <a:rPr i="0" lang="en" sz="3600" u="none" cap="none" strike="noStrike">
                <a:solidFill>
                  <a:srgbClr val="FFFFFF"/>
                </a:solidFill>
                <a:latin typeface="Roboto"/>
                <a:ea typeface="Roboto"/>
                <a:cs typeface="Roboto"/>
                <a:sym typeface="Roboto"/>
              </a:rPr>
              <a:t>OS</a:t>
            </a:r>
            <a:endParaRPr i="0" sz="3600" u="none" cap="none" strike="noStrike">
              <a:solidFill>
                <a:srgbClr val="FFFFFF"/>
              </a:solidFill>
              <a:latin typeface="Roboto"/>
              <a:ea typeface="Roboto"/>
              <a:cs typeface="Roboto"/>
              <a:sym typeface="Roboto"/>
            </a:endParaRPr>
          </a:p>
        </p:txBody>
      </p:sp>
      <p:sp>
        <p:nvSpPr>
          <p:cNvPr id="952" name="Google Shape;952;p89"/>
          <p:cNvSpPr/>
          <p:nvPr/>
        </p:nvSpPr>
        <p:spPr>
          <a:xfrm>
            <a:off x="5827359" y="2694347"/>
            <a:ext cx="1070700" cy="571800"/>
          </a:xfrm>
          <a:prstGeom prst="rect">
            <a:avLst/>
          </a:prstGeom>
          <a:solidFill>
            <a:srgbClr val="FFF2CC"/>
          </a:solidFill>
          <a:ln cap="flat" cmpd="sng" w="9525">
            <a:solidFill>
              <a:srgbClr val="414141"/>
            </a:solidFill>
            <a:prstDash val="solid"/>
            <a:round/>
            <a:headEnd len="sm" w="sm" type="none"/>
            <a:tailEnd len="sm" w="sm" type="none"/>
          </a:ln>
        </p:spPr>
        <p:txBody>
          <a:bodyPr anchorCtr="0" anchor="ctr" bIns="182850" lIns="182850" spcFirstLastPara="1" rIns="182850" wrap="square" tIns="182850">
            <a:noAutofit/>
          </a:bodyPr>
          <a:lstStyle/>
          <a:p>
            <a:pPr indent="0" lvl="0" marL="0" marR="0" rtl="0" algn="ctr">
              <a:lnSpc>
                <a:spcPct val="100000"/>
              </a:lnSpc>
              <a:spcBef>
                <a:spcPts val="0"/>
              </a:spcBef>
              <a:spcAft>
                <a:spcPts val="0"/>
              </a:spcAft>
              <a:buClr>
                <a:srgbClr val="000000"/>
              </a:buClr>
              <a:buSzPts val="3200"/>
              <a:buFont typeface="Arial"/>
              <a:buNone/>
            </a:pPr>
            <a:r>
              <a:rPr i="0" lang="en" sz="2400" u="none" cap="none" strike="noStrike">
                <a:solidFill>
                  <a:schemeClr val="lt1"/>
                </a:solidFill>
                <a:latin typeface="Roboto"/>
                <a:ea typeface="Roboto"/>
                <a:cs typeface="Roboto"/>
                <a:sym typeface="Roboto"/>
              </a:rPr>
              <a:t>App</a:t>
            </a:r>
            <a:endParaRPr i="0" sz="2400" u="none" cap="none" strike="noStrike">
              <a:solidFill>
                <a:schemeClr val="lt1"/>
              </a:solidFill>
              <a:latin typeface="Roboto"/>
              <a:ea typeface="Roboto"/>
              <a:cs typeface="Roboto"/>
              <a:sym typeface="Roboto"/>
            </a:endParaRPr>
          </a:p>
        </p:txBody>
      </p:sp>
      <p:sp>
        <p:nvSpPr>
          <p:cNvPr id="953" name="Google Shape;953;p89"/>
          <p:cNvSpPr/>
          <p:nvPr/>
        </p:nvSpPr>
        <p:spPr>
          <a:xfrm>
            <a:off x="7079688" y="2694347"/>
            <a:ext cx="1070700" cy="571800"/>
          </a:xfrm>
          <a:prstGeom prst="rect">
            <a:avLst/>
          </a:prstGeom>
          <a:solidFill>
            <a:srgbClr val="F4CCCC"/>
          </a:solidFill>
          <a:ln cap="flat" cmpd="sng" w="9525">
            <a:solidFill>
              <a:srgbClr val="414141"/>
            </a:solidFill>
            <a:prstDash val="solid"/>
            <a:round/>
            <a:headEnd len="sm" w="sm" type="none"/>
            <a:tailEnd len="sm" w="sm" type="none"/>
          </a:ln>
        </p:spPr>
        <p:txBody>
          <a:bodyPr anchorCtr="0" anchor="ctr" bIns="182850" lIns="182850" spcFirstLastPara="1" rIns="182850" wrap="square" tIns="182850">
            <a:noAutofit/>
          </a:bodyPr>
          <a:lstStyle/>
          <a:p>
            <a:pPr indent="0" lvl="0" marL="0" marR="0" rtl="0" algn="ctr">
              <a:lnSpc>
                <a:spcPct val="100000"/>
              </a:lnSpc>
              <a:spcBef>
                <a:spcPts val="0"/>
              </a:spcBef>
              <a:spcAft>
                <a:spcPts val="0"/>
              </a:spcAft>
              <a:buClr>
                <a:srgbClr val="000000"/>
              </a:buClr>
              <a:buSzPts val="3200"/>
              <a:buFont typeface="Arial"/>
              <a:buNone/>
            </a:pPr>
            <a:r>
              <a:rPr i="0" lang="en" sz="2400" u="none" cap="none" strike="noStrike">
                <a:solidFill>
                  <a:schemeClr val="lt1"/>
                </a:solidFill>
                <a:latin typeface="Roboto"/>
                <a:ea typeface="Roboto"/>
                <a:cs typeface="Roboto"/>
                <a:sym typeface="Roboto"/>
              </a:rPr>
              <a:t>App</a:t>
            </a:r>
            <a:endParaRPr i="0" sz="2400" u="none" cap="none" strike="noStrike">
              <a:solidFill>
                <a:schemeClr val="lt1"/>
              </a:solidFill>
              <a:latin typeface="Roboto"/>
              <a:ea typeface="Roboto"/>
              <a:cs typeface="Roboto"/>
              <a:sym typeface="Roboto"/>
            </a:endParaRPr>
          </a:p>
        </p:txBody>
      </p:sp>
      <p:sp>
        <p:nvSpPr>
          <p:cNvPr id="954" name="Google Shape;954;p89"/>
          <p:cNvSpPr/>
          <p:nvPr/>
        </p:nvSpPr>
        <p:spPr>
          <a:xfrm>
            <a:off x="4242263" y="8025066"/>
            <a:ext cx="783984" cy="571913"/>
          </a:xfrm>
          <a:prstGeom prst="flowChartMagneticDisk">
            <a:avLst/>
          </a:prstGeom>
          <a:solidFill>
            <a:srgbClr val="B6D7A8"/>
          </a:solidFill>
          <a:ln cap="flat" cmpd="sng" w="19050">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rgbClr val="FFFFFF"/>
              </a:solidFill>
              <a:latin typeface="Arial"/>
              <a:ea typeface="Arial"/>
              <a:cs typeface="Arial"/>
              <a:sym typeface="Arial"/>
            </a:endParaRPr>
          </a:p>
        </p:txBody>
      </p:sp>
      <p:sp>
        <p:nvSpPr>
          <p:cNvPr id="955" name="Google Shape;955;p89"/>
          <p:cNvSpPr/>
          <p:nvPr/>
        </p:nvSpPr>
        <p:spPr>
          <a:xfrm>
            <a:off x="5842871" y="8025066"/>
            <a:ext cx="1070615" cy="571913"/>
          </a:xfrm>
          <a:prstGeom prst="flowChartMagneticDisk">
            <a:avLst/>
          </a:prstGeom>
          <a:solidFill>
            <a:srgbClr val="FFE599"/>
          </a:solidFill>
          <a:ln cap="flat" cmpd="sng" w="19050">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rgbClr val="FFFFFF"/>
              </a:solidFill>
              <a:latin typeface="Arial"/>
              <a:ea typeface="Arial"/>
              <a:cs typeface="Arial"/>
              <a:sym typeface="Arial"/>
            </a:endParaRPr>
          </a:p>
        </p:txBody>
      </p:sp>
      <p:sp>
        <p:nvSpPr>
          <p:cNvPr id="956" name="Google Shape;956;p89"/>
          <p:cNvSpPr/>
          <p:nvPr/>
        </p:nvSpPr>
        <p:spPr>
          <a:xfrm>
            <a:off x="7476122" y="8025066"/>
            <a:ext cx="1417194" cy="571913"/>
          </a:xfrm>
          <a:prstGeom prst="flowChartMagneticDisk">
            <a:avLst/>
          </a:prstGeom>
          <a:solidFill>
            <a:srgbClr val="EA9999"/>
          </a:solidFill>
          <a:ln cap="flat" cmpd="sng" w="19050">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rgbClr val="FFFFFF"/>
              </a:solidFill>
              <a:latin typeface="Arial"/>
              <a:ea typeface="Arial"/>
              <a:cs typeface="Arial"/>
              <a:sym typeface="Arial"/>
            </a:endParaRPr>
          </a:p>
        </p:txBody>
      </p:sp>
      <p:sp>
        <p:nvSpPr>
          <p:cNvPr id="957" name="Google Shape;957;p89"/>
          <p:cNvSpPr/>
          <p:nvPr/>
        </p:nvSpPr>
        <p:spPr>
          <a:xfrm>
            <a:off x="5827359" y="3404992"/>
            <a:ext cx="1070700" cy="571800"/>
          </a:xfrm>
          <a:prstGeom prst="rect">
            <a:avLst/>
          </a:prstGeom>
          <a:solidFill>
            <a:srgbClr val="FFE599"/>
          </a:solidFill>
          <a:ln cap="flat" cmpd="sng" w="9525">
            <a:solidFill>
              <a:srgbClr val="414141"/>
            </a:solidFill>
            <a:prstDash val="solid"/>
            <a:round/>
            <a:headEnd len="sm" w="sm" type="none"/>
            <a:tailEnd len="sm" w="sm" type="none"/>
          </a:ln>
        </p:spPr>
        <p:txBody>
          <a:bodyPr anchorCtr="0" anchor="ctr" bIns="182850" lIns="182850" spcFirstLastPara="1" rIns="182850" wrap="square" tIns="182850">
            <a:noAutofit/>
          </a:bodyPr>
          <a:lstStyle/>
          <a:p>
            <a:pPr indent="0" lvl="0" marL="0" marR="0" rtl="0" algn="ctr">
              <a:lnSpc>
                <a:spcPct val="100000"/>
              </a:lnSpc>
              <a:spcBef>
                <a:spcPts val="0"/>
              </a:spcBef>
              <a:spcAft>
                <a:spcPts val="0"/>
              </a:spcAft>
              <a:buClr>
                <a:srgbClr val="000000"/>
              </a:buClr>
              <a:buSzPts val="3200"/>
              <a:buFont typeface="Arial"/>
              <a:buNone/>
            </a:pPr>
            <a:r>
              <a:rPr i="0" lang="en" sz="2400" u="none" cap="none" strike="noStrike">
                <a:solidFill>
                  <a:schemeClr val="lt1"/>
                </a:solidFill>
                <a:latin typeface="Roboto"/>
                <a:ea typeface="Roboto"/>
                <a:cs typeface="Roboto"/>
                <a:sym typeface="Roboto"/>
              </a:rPr>
              <a:t>Lib</a:t>
            </a:r>
            <a:endParaRPr i="0" sz="2400" u="none" cap="none" strike="noStrike">
              <a:solidFill>
                <a:schemeClr val="lt1"/>
              </a:solidFill>
              <a:latin typeface="Roboto"/>
              <a:ea typeface="Roboto"/>
              <a:cs typeface="Roboto"/>
              <a:sym typeface="Roboto"/>
            </a:endParaRPr>
          </a:p>
        </p:txBody>
      </p:sp>
      <p:sp>
        <p:nvSpPr>
          <p:cNvPr id="958" name="Google Shape;958;p89"/>
          <p:cNvSpPr/>
          <p:nvPr/>
        </p:nvSpPr>
        <p:spPr>
          <a:xfrm>
            <a:off x="7079688" y="3404992"/>
            <a:ext cx="1070700" cy="571800"/>
          </a:xfrm>
          <a:prstGeom prst="rect">
            <a:avLst/>
          </a:prstGeom>
          <a:solidFill>
            <a:srgbClr val="EA9999"/>
          </a:solidFill>
          <a:ln cap="flat" cmpd="sng" w="9525">
            <a:solidFill>
              <a:srgbClr val="414141"/>
            </a:solidFill>
            <a:prstDash val="solid"/>
            <a:round/>
            <a:headEnd len="sm" w="sm" type="none"/>
            <a:tailEnd len="sm" w="sm" type="none"/>
          </a:ln>
        </p:spPr>
        <p:txBody>
          <a:bodyPr anchorCtr="0" anchor="ctr" bIns="182850" lIns="182850" spcFirstLastPara="1" rIns="182850" wrap="square" tIns="182850">
            <a:noAutofit/>
          </a:bodyPr>
          <a:lstStyle/>
          <a:p>
            <a:pPr indent="0" lvl="0" marL="0" marR="0" rtl="0" algn="ctr">
              <a:lnSpc>
                <a:spcPct val="100000"/>
              </a:lnSpc>
              <a:spcBef>
                <a:spcPts val="0"/>
              </a:spcBef>
              <a:spcAft>
                <a:spcPts val="0"/>
              </a:spcAft>
              <a:buClr>
                <a:srgbClr val="000000"/>
              </a:buClr>
              <a:buSzPts val="3200"/>
              <a:buFont typeface="Arial"/>
              <a:buNone/>
            </a:pPr>
            <a:r>
              <a:rPr i="0" lang="en" sz="2400" u="none" cap="none" strike="noStrike">
                <a:solidFill>
                  <a:schemeClr val="lt1"/>
                </a:solidFill>
                <a:latin typeface="Roboto"/>
                <a:ea typeface="Roboto"/>
                <a:cs typeface="Roboto"/>
                <a:sym typeface="Roboto"/>
              </a:rPr>
              <a:t>Lib</a:t>
            </a:r>
            <a:endParaRPr i="0" sz="2400" u="none" cap="none" strike="noStrike">
              <a:solidFill>
                <a:schemeClr val="lt1"/>
              </a:solidFill>
              <a:latin typeface="Roboto"/>
              <a:ea typeface="Roboto"/>
              <a:cs typeface="Roboto"/>
              <a:sym typeface="Roboto"/>
            </a:endParaRPr>
          </a:p>
        </p:txBody>
      </p:sp>
      <p:sp>
        <p:nvSpPr>
          <p:cNvPr id="959" name="Google Shape;959;p89"/>
          <p:cNvSpPr/>
          <p:nvPr/>
        </p:nvSpPr>
        <p:spPr>
          <a:xfrm>
            <a:off x="4339987" y="2491650"/>
            <a:ext cx="1612500" cy="4856400"/>
          </a:xfrm>
          <a:prstGeom prst="roundRect">
            <a:avLst>
              <a:gd fmla="val 16667" name="adj"/>
            </a:avLst>
          </a:prstGeom>
          <a:solidFill>
            <a:srgbClr val="CFE2F3"/>
          </a:solidFill>
          <a:ln cap="flat" cmpd="sng" w="76200">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0" name="Google Shape;960;p89"/>
          <p:cNvSpPr/>
          <p:nvPr/>
        </p:nvSpPr>
        <p:spPr>
          <a:xfrm>
            <a:off x="4615321" y="4130325"/>
            <a:ext cx="1070700" cy="3028500"/>
          </a:xfrm>
          <a:prstGeom prst="rect">
            <a:avLst/>
          </a:prstGeom>
          <a:solidFill>
            <a:schemeClr val="accent6"/>
          </a:solidFill>
          <a:ln cap="flat" cmpd="sng" w="9525">
            <a:solidFill>
              <a:srgbClr val="414141"/>
            </a:solidFill>
            <a:prstDash val="solid"/>
            <a:round/>
            <a:headEnd len="sm" w="sm" type="none"/>
            <a:tailEnd len="sm" w="sm" type="none"/>
          </a:ln>
        </p:spPr>
        <p:txBody>
          <a:bodyPr anchorCtr="0" anchor="ctr" bIns="182850" lIns="182850" spcFirstLastPara="1" rIns="182850" wrap="square" tIns="182850">
            <a:noAutofit/>
          </a:bodyPr>
          <a:lstStyle/>
          <a:p>
            <a:pPr indent="0" lvl="0" marL="0" marR="0" rtl="0" algn="ctr">
              <a:lnSpc>
                <a:spcPct val="100000"/>
              </a:lnSpc>
              <a:spcBef>
                <a:spcPts val="0"/>
              </a:spcBef>
              <a:spcAft>
                <a:spcPts val="0"/>
              </a:spcAft>
              <a:buClr>
                <a:srgbClr val="000000"/>
              </a:buClr>
              <a:buSzPts val="3600"/>
              <a:buFont typeface="Arial"/>
              <a:buNone/>
            </a:pPr>
            <a:r>
              <a:rPr i="0" lang="en" sz="3600" u="none" cap="none" strike="noStrike">
                <a:solidFill>
                  <a:srgbClr val="FFFFFF"/>
                </a:solidFill>
                <a:latin typeface="Roboto"/>
                <a:ea typeface="Roboto"/>
                <a:cs typeface="Roboto"/>
                <a:sym typeface="Roboto"/>
              </a:rPr>
              <a:t>OS</a:t>
            </a:r>
            <a:endParaRPr i="0" sz="3600" u="none" cap="none" strike="noStrike">
              <a:solidFill>
                <a:srgbClr val="FFFFFF"/>
              </a:solidFill>
              <a:latin typeface="Roboto"/>
              <a:ea typeface="Roboto"/>
              <a:cs typeface="Roboto"/>
              <a:sym typeface="Roboto"/>
            </a:endParaRPr>
          </a:p>
        </p:txBody>
      </p:sp>
      <p:sp>
        <p:nvSpPr>
          <p:cNvPr id="961" name="Google Shape;961;p89"/>
          <p:cNvSpPr/>
          <p:nvPr/>
        </p:nvSpPr>
        <p:spPr>
          <a:xfrm>
            <a:off x="4615321" y="2694347"/>
            <a:ext cx="1070700" cy="571800"/>
          </a:xfrm>
          <a:prstGeom prst="rect">
            <a:avLst/>
          </a:prstGeom>
          <a:solidFill>
            <a:srgbClr val="D9EAD3"/>
          </a:solidFill>
          <a:ln cap="flat" cmpd="sng" w="9525">
            <a:solidFill>
              <a:srgbClr val="414141"/>
            </a:solidFill>
            <a:prstDash val="solid"/>
            <a:round/>
            <a:headEnd len="sm" w="sm" type="none"/>
            <a:tailEnd len="sm" w="sm" type="none"/>
          </a:ln>
        </p:spPr>
        <p:txBody>
          <a:bodyPr anchorCtr="0" anchor="ctr" bIns="182850" lIns="182850" spcFirstLastPara="1" rIns="182850" wrap="square" tIns="182850">
            <a:noAutofit/>
          </a:bodyPr>
          <a:lstStyle/>
          <a:p>
            <a:pPr indent="0" lvl="0" marL="0" marR="0" rtl="0" algn="ctr">
              <a:lnSpc>
                <a:spcPct val="100000"/>
              </a:lnSpc>
              <a:spcBef>
                <a:spcPts val="0"/>
              </a:spcBef>
              <a:spcAft>
                <a:spcPts val="0"/>
              </a:spcAft>
              <a:buClr>
                <a:srgbClr val="000000"/>
              </a:buClr>
              <a:buSzPts val="3200"/>
              <a:buFont typeface="Arial"/>
              <a:buNone/>
            </a:pPr>
            <a:r>
              <a:rPr i="0" lang="en" sz="2400" u="none" cap="none" strike="noStrike">
                <a:solidFill>
                  <a:schemeClr val="lt1"/>
                </a:solidFill>
                <a:latin typeface="Roboto"/>
                <a:ea typeface="Roboto"/>
                <a:cs typeface="Roboto"/>
                <a:sym typeface="Roboto"/>
              </a:rPr>
              <a:t>App</a:t>
            </a:r>
            <a:endParaRPr i="0" sz="2400" u="none" cap="none" strike="noStrike">
              <a:solidFill>
                <a:schemeClr val="lt1"/>
              </a:solidFill>
              <a:latin typeface="Roboto"/>
              <a:ea typeface="Roboto"/>
              <a:cs typeface="Roboto"/>
              <a:sym typeface="Roboto"/>
            </a:endParaRPr>
          </a:p>
        </p:txBody>
      </p:sp>
      <p:sp>
        <p:nvSpPr>
          <p:cNvPr id="962" name="Google Shape;962;p89"/>
          <p:cNvSpPr/>
          <p:nvPr/>
        </p:nvSpPr>
        <p:spPr>
          <a:xfrm>
            <a:off x="4615321" y="3404992"/>
            <a:ext cx="1070700" cy="571800"/>
          </a:xfrm>
          <a:prstGeom prst="rect">
            <a:avLst/>
          </a:prstGeom>
          <a:solidFill>
            <a:srgbClr val="93C47D"/>
          </a:solidFill>
          <a:ln cap="flat" cmpd="sng" w="9525">
            <a:solidFill>
              <a:srgbClr val="414141"/>
            </a:solidFill>
            <a:prstDash val="solid"/>
            <a:round/>
            <a:headEnd len="sm" w="sm" type="none"/>
            <a:tailEnd len="sm" w="sm" type="none"/>
          </a:ln>
        </p:spPr>
        <p:txBody>
          <a:bodyPr anchorCtr="0" anchor="ctr" bIns="182850" lIns="182850" spcFirstLastPara="1" rIns="182850" wrap="square" tIns="182850">
            <a:noAutofit/>
          </a:bodyPr>
          <a:lstStyle/>
          <a:p>
            <a:pPr indent="0" lvl="0" marL="0" marR="0" rtl="0" algn="ctr">
              <a:lnSpc>
                <a:spcPct val="100000"/>
              </a:lnSpc>
              <a:spcBef>
                <a:spcPts val="0"/>
              </a:spcBef>
              <a:spcAft>
                <a:spcPts val="0"/>
              </a:spcAft>
              <a:buClr>
                <a:srgbClr val="000000"/>
              </a:buClr>
              <a:buSzPts val="3200"/>
              <a:buFont typeface="Arial"/>
              <a:buNone/>
            </a:pPr>
            <a:r>
              <a:rPr i="0" lang="en" sz="2400" u="none" cap="none" strike="noStrike">
                <a:solidFill>
                  <a:schemeClr val="lt1"/>
                </a:solidFill>
                <a:latin typeface="Roboto"/>
                <a:ea typeface="Roboto"/>
                <a:cs typeface="Roboto"/>
                <a:sym typeface="Roboto"/>
              </a:rPr>
              <a:t>Lib</a:t>
            </a:r>
            <a:endParaRPr i="0" sz="2400" u="none" cap="none" strike="noStrike">
              <a:solidFill>
                <a:schemeClr val="lt1"/>
              </a:solidFill>
              <a:latin typeface="Roboto"/>
              <a:ea typeface="Roboto"/>
              <a:cs typeface="Roboto"/>
              <a:sym typeface="Roboto"/>
            </a:endParaRPr>
          </a:p>
        </p:txBody>
      </p:sp>
      <p:sp>
        <p:nvSpPr>
          <p:cNvPr id="963" name="Google Shape;963;p89"/>
          <p:cNvSpPr/>
          <p:nvPr/>
        </p:nvSpPr>
        <p:spPr>
          <a:xfrm>
            <a:off x="10535854" y="4130325"/>
            <a:ext cx="1070700" cy="3028500"/>
          </a:xfrm>
          <a:prstGeom prst="rect">
            <a:avLst/>
          </a:prstGeom>
          <a:solidFill>
            <a:schemeClr val="accent6"/>
          </a:solidFill>
          <a:ln cap="flat" cmpd="sng" w="9525">
            <a:solidFill>
              <a:srgbClr val="414141"/>
            </a:solidFill>
            <a:prstDash val="solid"/>
            <a:round/>
            <a:headEnd len="sm" w="sm" type="none"/>
            <a:tailEnd len="sm" w="sm" type="none"/>
          </a:ln>
        </p:spPr>
        <p:txBody>
          <a:bodyPr anchorCtr="0" anchor="ctr" bIns="182850" lIns="182850" spcFirstLastPara="1" rIns="182850" wrap="square" tIns="182850">
            <a:noAutofit/>
          </a:bodyPr>
          <a:lstStyle/>
          <a:p>
            <a:pPr indent="0" lvl="0" marL="0" marR="0" rtl="0" algn="ctr">
              <a:lnSpc>
                <a:spcPct val="100000"/>
              </a:lnSpc>
              <a:spcBef>
                <a:spcPts val="0"/>
              </a:spcBef>
              <a:spcAft>
                <a:spcPts val="0"/>
              </a:spcAft>
              <a:buClr>
                <a:srgbClr val="000000"/>
              </a:buClr>
              <a:buSzPts val="3600"/>
              <a:buFont typeface="Arial"/>
              <a:buNone/>
            </a:pPr>
            <a:r>
              <a:rPr i="0" lang="en" sz="3600" u="none" cap="none" strike="noStrike">
                <a:solidFill>
                  <a:srgbClr val="FFFFFF"/>
                </a:solidFill>
                <a:latin typeface="Roboto"/>
                <a:ea typeface="Roboto"/>
                <a:cs typeface="Roboto"/>
                <a:sym typeface="Roboto"/>
              </a:rPr>
              <a:t>OS</a:t>
            </a:r>
            <a:endParaRPr i="0" sz="3600" u="none" cap="none" strike="noStrike">
              <a:solidFill>
                <a:srgbClr val="FFFFFF"/>
              </a:solidFill>
              <a:latin typeface="Roboto"/>
              <a:ea typeface="Roboto"/>
              <a:cs typeface="Roboto"/>
              <a:sym typeface="Roboto"/>
            </a:endParaRPr>
          </a:p>
        </p:txBody>
      </p:sp>
      <p:sp>
        <p:nvSpPr>
          <p:cNvPr id="964" name="Google Shape;964;p89"/>
          <p:cNvSpPr/>
          <p:nvPr/>
        </p:nvSpPr>
        <p:spPr>
          <a:xfrm>
            <a:off x="10535854" y="3404992"/>
            <a:ext cx="1070700" cy="571800"/>
          </a:xfrm>
          <a:prstGeom prst="rect">
            <a:avLst/>
          </a:prstGeom>
          <a:solidFill>
            <a:srgbClr val="93C47D"/>
          </a:solidFill>
          <a:ln cap="flat" cmpd="sng" w="9525">
            <a:solidFill>
              <a:srgbClr val="414141"/>
            </a:solidFill>
            <a:prstDash val="solid"/>
            <a:round/>
            <a:headEnd len="sm" w="sm" type="none"/>
            <a:tailEnd len="sm" w="sm" type="none"/>
          </a:ln>
        </p:spPr>
        <p:txBody>
          <a:bodyPr anchorCtr="0" anchor="ctr" bIns="182850" lIns="182850" spcFirstLastPara="1" rIns="182850" wrap="square" tIns="182850">
            <a:noAutofit/>
          </a:bodyPr>
          <a:lstStyle/>
          <a:p>
            <a:pPr indent="0" lvl="0" marL="0" marR="0" rtl="0" algn="ctr">
              <a:lnSpc>
                <a:spcPct val="100000"/>
              </a:lnSpc>
              <a:spcBef>
                <a:spcPts val="0"/>
              </a:spcBef>
              <a:spcAft>
                <a:spcPts val="0"/>
              </a:spcAft>
              <a:buClr>
                <a:srgbClr val="000000"/>
              </a:buClr>
              <a:buSzPts val="3200"/>
              <a:buFont typeface="Arial"/>
              <a:buNone/>
            </a:pPr>
            <a:r>
              <a:rPr i="0" lang="en" sz="2400" u="none" cap="none" strike="noStrike">
                <a:solidFill>
                  <a:schemeClr val="lt1"/>
                </a:solidFill>
                <a:latin typeface="Roboto"/>
                <a:ea typeface="Roboto"/>
                <a:cs typeface="Roboto"/>
                <a:sym typeface="Roboto"/>
              </a:rPr>
              <a:t>Lib</a:t>
            </a:r>
            <a:endParaRPr i="0" sz="2400" u="none" cap="none" strike="noStrike">
              <a:solidFill>
                <a:schemeClr val="lt1"/>
              </a:solidFill>
              <a:latin typeface="Roboto"/>
              <a:ea typeface="Roboto"/>
              <a:cs typeface="Roboto"/>
              <a:sym typeface="Roboto"/>
            </a:endParaRPr>
          </a:p>
        </p:txBody>
      </p:sp>
      <p:sp>
        <p:nvSpPr>
          <p:cNvPr id="965" name="Google Shape;965;p89"/>
          <p:cNvSpPr/>
          <p:nvPr/>
        </p:nvSpPr>
        <p:spPr>
          <a:xfrm>
            <a:off x="11760792" y="4130325"/>
            <a:ext cx="1070700" cy="3028500"/>
          </a:xfrm>
          <a:prstGeom prst="rect">
            <a:avLst/>
          </a:prstGeom>
          <a:solidFill>
            <a:schemeClr val="accent6"/>
          </a:solidFill>
          <a:ln cap="flat" cmpd="sng" w="9525">
            <a:solidFill>
              <a:srgbClr val="414141"/>
            </a:solidFill>
            <a:prstDash val="solid"/>
            <a:round/>
            <a:headEnd len="sm" w="sm" type="none"/>
            <a:tailEnd len="sm" w="sm" type="none"/>
          </a:ln>
        </p:spPr>
        <p:txBody>
          <a:bodyPr anchorCtr="0" anchor="ctr" bIns="182850" lIns="182850" spcFirstLastPara="1" rIns="182850" wrap="square" tIns="182850">
            <a:noAutofit/>
          </a:bodyPr>
          <a:lstStyle/>
          <a:p>
            <a:pPr indent="0" lvl="0" marL="0" marR="0" rtl="0" algn="ctr">
              <a:lnSpc>
                <a:spcPct val="100000"/>
              </a:lnSpc>
              <a:spcBef>
                <a:spcPts val="0"/>
              </a:spcBef>
              <a:spcAft>
                <a:spcPts val="0"/>
              </a:spcAft>
              <a:buClr>
                <a:srgbClr val="000000"/>
              </a:buClr>
              <a:buSzPts val="3600"/>
              <a:buFont typeface="Arial"/>
              <a:buNone/>
            </a:pPr>
            <a:r>
              <a:rPr i="0" lang="en" sz="3600" u="none" cap="none" strike="noStrike">
                <a:solidFill>
                  <a:srgbClr val="FFFFFF"/>
                </a:solidFill>
                <a:latin typeface="Roboto"/>
                <a:ea typeface="Roboto"/>
                <a:cs typeface="Roboto"/>
                <a:sym typeface="Roboto"/>
              </a:rPr>
              <a:t>OS</a:t>
            </a:r>
            <a:endParaRPr i="0" sz="3600" u="none" cap="none" strike="noStrike">
              <a:solidFill>
                <a:srgbClr val="FFFFFF"/>
              </a:solidFill>
              <a:latin typeface="Roboto"/>
              <a:ea typeface="Roboto"/>
              <a:cs typeface="Roboto"/>
              <a:sym typeface="Roboto"/>
            </a:endParaRPr>
          </a:p>
        </p:txBody>
      </p:sp>
      <p:sp>
        <p:nvSpPr>
          <p:cNvPr id="966" name="Google Shape;966;p89"/>
          <p:cNvSpPr/>
          <p:nvPr/>
        </p:nvSpPr>
        <p:spPr>
          <a:xfrm>
            <a:off x="11760792" y="3404992"/>
            <a:ext cx="1070700" cy="571800"/>
          </a:xfrm>
          <a:prstGeom prst="rect">
            <a:avLst/>
          </a:prstGeom>
          <a:solidFill>
            <a:srgbClr val="93C47D"/>
          </a:solidFill>
          <a:ln cap="flat" cmpd="sng" w="9525">
            <a:solidFill>
              <a:srgbClr val="414141"/>
            </a:solidFill>
            <a:prstDash val="solid"/>
            <a:round/>
            <a:headEnd len="sm" w="sm" type="none"/>
            <a:tailEnd len="sm" w="sm" type="none"/>
          </a:ln>
        </p:spPr>
        <p:txBody>
          <a:bodyPr anchorCtr="0" anchor="ctr" bIns="182850" lIns="182850" spcFirstLastPara="1" rIns="182850" wrap="square" tIns="182850">
            <a:noAutofit/>
          </a:bodyPr>
          <a:lstStyle/>
          <a:p>
            <a:pPr indent="0" lvl="0" marL="0" marR="0" rtl="0" algn="ctr">
              <a:lnSpc>
                <a:spcPct val="100000"/>
              </a:lnSpc>
              <a:spcBef>
                <a:spcPts val="0"/>
              </a:spcBef>
              <a:spcAft>
                <a:spcPts val="0"/>
              </a:spcAft>
              <a:buClr>
                <a:srgbClr val="000000"/>
              </a:buClr>
              <a:buSzPts val="3200"/>
              <a:buFont typeface="Arial"/>
              <a:buNone/>
            </a:pPr>
            <a:r>
              <a:rPr i="0" lang="en" sz="2400" u="none" cap="none" strike="noStrike">
                <a:solidFill>
                  <a:schemeClr val="lt1"/>
                </a:solidFill>
                <a:latin typeface="Roboto"/>
                <a:ea typeface="Roboto"/>
                <a:cs typeface="Roboto"/>
                <a:sym typeface="Roboto"/>
              </a:rPr>
              <a:t>Lib</a:t>
            </a:r>
            <a:endParaRPr i="0" sz="2400" u="none" cap="none" strike="noStrike">
              <a:solidFill>
                <a:schemeClr val="lt1"/>
              </a:solidFill>
              <a:latin typeface="Roboto"/>
              <a:ea typeface="Roboto"/>
              <a:cs typeface="Roboto"/>
              <a:sym typeface="Roboto"/>
            </a:endParaRPr>
          </a:p>
        </p:txBody>
      </p:sp>
      <p:sp>
        <p:nvSpPr>
          <p:cNvPr id="967" name="Google Shape;967;p89"/>
          <p:cNvSpPr txBox="1"/>
          <p:nvPr>
            <p:ph type="title"/>
          </p:nvPr>
        </p:nvSpPr>
        <p:spPr>
          <a:xfrm>
            <a:off x="1672475" y="1154875"/>
            <a:ext cx="147753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Virtualizing the hardware costs time and resources</a:t>
            </a:r>
            <a:endParaRPr/>
          </a:p>
        </p:txBody>
      </p:sp>
      <p:sp>
        <p:nvSpPr>
          <p:cNvPr id="968" name="Google Shape;968;p89"/>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3">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2" name="Shape 972"/>
        <p:cNvGrpSpPr/>
        <p:nvPr/>
      </p:nvGrpSpPr>
      <p:grpSpPr>
        <a:xfrm>
          <a:off x="0" y="0"/>
          <a:ext cx="0" cy="0"/>
          <a:chOff x="0" y="0"/>
          <a:chExt cx="0" cy="0"/>
        </a:xfrm>
      </p:grpSpPr>
      <p:sp>
        <p:nvSpPr>
          <p:cNvPr id="973" name="Google Shape;973;p90"/>
          <p:cNvSpPr/>
          <p:nvPr/>
        </p:nvSpPr>
        <p:spPr>
          <a:xfrm>
            <a:off x="11631450" y="7773000"/>
            <a:ext cx="551700" cy="942900"/>
          </a:xfrm>
          <a:prstGeom prst="cube">
            <a:avLst>
              <a:gd fmla="val 33345" name="adj"/>
            </a:avLst>
          </a:prstGeom>
          <a:solidFill>
            <a:schemeClr val="accent3"/>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4" name="Google Shape;974;p90"/>
          <p:cNvSpPr txBox="1"/>
          <p:nvPr/>
        </p:nvSpPr>
        <p:spPr>
          <a:xfrm>
            <a:off x="3055875" y="3831225"/>
            <a:ext cx="5498400" cy="1463100"/>
          </a:xfrm>
          <a:prstGeom prst="rect">
            <a:avLst/>
          </a:prstGeom>
          <a:no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None/>
            </a:pPr>
            <a:r>
              <a:rPr lang="en" sz="2800">
                <a:solidFill>
                  <a:schemeClr val="lt1"/>
                </a:solidFill>
                <a:latin typeface="Roboto"/>
                <a:ea typeface="Roboto"/>
                <a:cs typeface="Roboto"/>
                <a:sym typeface="Roboto"/>
              </a:rPr>
              <a:t>W</a:t>
            </a:r>
            <a:r>
              <a:rPr i="0" lang="en" sz="2800" u="none" cap="none" strike="noStrike">
                <a:solidFill>
                  <a:schemeClr val="lt1"/>
                </a:solidFill>
                <a:latin typeface="Roboto"/>
                <a:ea typeface="Roboto"/>
                <a:cs typeface="Roboto"/>
                <a:sym typeface="Roboto"/>
              </a:rPr>
              <a:t>rite code in self-contained workloads and include</a:t>
            </a:r>
            <a:br>
              <a:rPr lang="en" sz="2800">
                <a:solidFill>
                  <a:schemeClr val="lt1"/>
                </a:solidFill>
                <a:latin typeface="Roboto"/>
                <a:ea typeface="Roboto"/>
                <a:cs typeface="Roboto"/>
                <a:sym typeface="Roboto"/>
              </a:rPr>
            </a:br>
            <a:r>
              <a:rPr i="0" lang="en" sz="2800" u="none" cap="none" strike="noStrike">
                <a:solidFill>
                  <a:schemeClr val="lt1"/>
                </a:solidFill>
                <a:latin typeface="Roboto"/>
                <a:ea typeface="Roboto"/>
                <a:cs typeface="Roboto"/>
                <a:sym typeface="Roboto"/>
              </a:rPr>
              <a:t>any libraries.</a:t>
            </a:r>
            <a:endParaRPr i="0" sz="2800" u="none" cap="none" strike="noStrike">
              <a:solidFill>
                <a:schemeClr val="lt1"/>
              </a:solidFill>
              <a:latin typeface="Roboto"/>
              <a:ea typeface="Roboto"/>
              <a:cs typeface="Roboto"/>
              <a:sym typeface="Roboto"/>
            </a:endParaRPr>
          </a:p>
        </p:txBody>
      </p:sp>
      <p:sp>
        <p:nvSpPr>
          <p:cNvPr id="975" name="Google Shape;975;p90"/>
          <p:cNvSpPr/>
          <p:nvPr/>
        </p:nvSpPr>
        <p:spPr>
          <a:xfrm>
            <a:off x="11870950" y="8476450"/>
            <a:ext cx="657525" cy="385250"/>
          </a:xfrm>
          <a:prstGeom prst="flowChartMagneticDisk">
            <a:avLst/>
          </a:prstGeom>
          <a:solidFill>
            <a:schemeClr val="accent3"/>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rgbClr val="FFFFFF"/>
              </a:solidFill>
              <a:latin typeface="Arial"/>
              <a:ea typeface="Arial"/>
              <a:cs typeface="Arial"/>
              <a:sym typeface="Arial"/>
            </a:endParaRPr>
          </a:p>
        </p:txBody>
      </p:sp>
      <p:sp>
        <p:nvSpPr>
          <p:cNvPr id="976" name="Google Shape;976;p90"/>
          <p:cNvSpPr/>
          <p:nvPr/>
        </p:nvSpPr>
        <p:spPr>
          <a:xfrm>
            <a:off x="12698250" y="7773000"/>
            <a:ext cx="551700" cy="942900"/>
          </a:xfrm>
          <a:prstGeom prst="cube">
            <a:avLst>
              <a:gd fmla="val 33345" name="adj"/>
            </a:avLst>
          </a:prstGeom>
          <a:solidFill>
            <a:schemeClr val="accent4"/>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7" name="Google Shape;977;p90"/>
          <p:cNvSpPr/>
          <p:nvPr/>
        </p:nvSpPr>
        <p:spPr>
          <a:xfrm>
            <a:off x="12937750" y="8476450"/>
            <a:ext cx="657525" cy="385250"/>
          </a:xfrm>
          <a:prstGeom prst="flowChartMagneticDisk">
            <a:avLst/>
          </a:prstGeom>
          <a:solidFill>
            <a:schemeClr val="accent4"/>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rgbClr val="FFFFFF"/>
              </a:solidFill>
              <a:latin typeface="Arial"/>
              <a:ea typeface="Arial"/>
              <a:cs typeface="Arial"/>
              <a:sym typeface="Arial"/>
            </a:endParaRPr>
          </a:p>
        </p:txBody>
      </p:sp>
      <p:sp>
        <p:nvSpPr>
          <p:cNvPr id="978" name="Google Shape;978;p90"/>
          <p:cNvSpPr/>
          <p:nvPr/>
        </p:nvSpPr>
        <p:spPr>
          <a:xfrm>
            <a:off x="13765050" y="7773000"/>
            <a:ext cx="551700" cy="942900"/>
          </a:xfrm>
          <a:prstGeom prst="cube">
            <a:avLst>
              <a:gd fmla="val 33345" name="adj"/>
            </a:avLst>
          </a:prstGeom>
          <a:solidFill>
            <a:schemeClr val="accent5"/>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9" name="Google Shape;979;p90"/>
          <p:cNvSpPr/>
          <p:nvPr/>
        </p:nvSpPr>
        <p:spPr>
          <a:xfrm>
            <a:off x="14004550" y="8476450"/>
            <a:ext cx="657525" cy="385250"/>
          </a:xfrm>
          <a:prstGeom prst="flowChartMagneticDisk">
            <a:avLst/>
          </a:prstGeom>
          <a:solidFill>
            <a:schemeClr val="accent5"/>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rgbClr val="FFFFFF"/>
              </a:solidFill>
              <a:latin typeface="Arial"/>
              <a:ea typeface="Arial"/>
              <a:cs typeface="Arial"/>
              <a:sym typeface="Arial"/>
            </a:endParaRPr>
          </a:p>
        </p:txBody>
      </p:sp>
      <p:sp>
        <p:nvSpPr>
          <p:cNvPr id="980" name="Google Shape;980;p90"/>
          <p:cNvSpPr/>
          <p:nvPr/>
        </p:nvSpPr>
        <p:spPr>
          <a:xfrm>
            <a:off x="10286875" y="6395875"/>
            <a:ext cx="5679300" cy="1064100"/>
          </a:xfrm>
          <a:prstGeom prst="rect">
            <a:avLst/>
          </a:prstGeom>
          <a:noFill/>
          <a:ln cap="flat" cmpd="sng" w="28575">
            <a:solidFill>
              <a:srgbClr val="000000"/>
            </a:solidFill>
            <a:prstDash val="solid"/>
            <a:round/>
            <a:headEnd len="sm" w="sm" type="none"/>
            <a:tailEnd len="sm" w="sm" type="none"/>
          </a:ln>
        </p:spPr>
        <p:txBody>
          <a:bodyPr anchorCtr="0" anchor="ctr" bIns="182850" lIns="182850" spcFirstLastPara="1" rIns="182850" wrap="square" tIns="182850">
            <a:noAutofit/>
          </a:bodyPr>
          <a:lstStyle/>
          <a:p>
            <a:pPr indent="0" lvl="0" marL="0" marR="0" rtl="0" algn="ctr">
              <a:lnSpc>
                <a:spcPct val="100000"/>
              </a:lnSpc>
              <a:spcBef>
                <a:spcPts val="0"/>
              </a:spcBef>
              <a:spcAft>
                <a:spcPts val="0"/>
              </a:spcAft>
              <a:buClr>
                <a:srgbClr val="000000"/>
              </a:buClr>
              <a:buSzPts val="3000"/>
              <a:buFont typeface="Arial"/>
              <a:buNone/>
            </a:pPr>
            <a:r>
              <a:rPr b="1" i="0" lang="en" sz="3000" u="none" cap="none" strike="noStrike">
                <a:solidFill>
                  <a:schemeClr val="dk1"/>
                </a:solidFill>
                <a:latin typeface="Roboto"/>
                <a:ea typeface="Roboto"/>
                <a:cs typeface="Roboto"/>
                <a:sym typeface="Roboto"/>
              </a:rPr>
              <a:t>Services</a:t>
            </a:r>
            <a:endParaRPr b="1" i="0" sz="3000" u="none" cap="none" strike="noStrike">
              <a:solidFill>
                <a:schemeClr val="dk1"/>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2400"/>
              <a:buFont typeface="Arial"/>
              <a:buNone/>
            </a:pPr>
            <a:r>
              <a:rPr i="0" lang="en" sz="2400" u="none" cap="none" strike="noStrike">
                <a:solidFill>
                  <a:schemeClr val="lt1"/>
                </a:solidFill>
                <a:latin typeface="Roboto"/>
                <a:ea typeface="Roboto"/>
                <a:cs typeface="Roboto"/>
                <a:sym typeface="Roboto"/>
              </a:rPr>
              <a:t>Data | Cache | Storage | DB | Network</a:t>
            </a:r>
            <a:endParaRPr i="0" sz="2400" u="none" cap="none" strike="noStrike">
              <a:solidFill>
                <a:schemeClr val="lt1"/>
              </a:solidFill>
              <a:latin typeface="Roboto"/>
              <a:ea typeface="Roboto"/>
              <a:cs typeface="Roboto"/>
              <a:sym typeface="Roboto"/>
            </a:endParaRPr>
          </a:p>
        </p:txBody>
      </p:sp>
      <p:sp>
        <p:nvSpPr>
          <p:cNvPr id="981" name="Google Shape;981;p90"/>
          <p:cNvSpPr/>
          <p:nvPr/>
        </p:nvSpPr>
        <p:spPr>
          <a:xfrm>
            <a:off x="12300743" y="4369500"/>
            <a:ext cx="1424100" cy="645000"/>
          </a:xfrm>
          <a:prstGeom prst="rect">
            <a:avLst/>
          </a:prstGeom>
          <a:solidFill>
            <a:srgbClr val="FFF2CC"/>
          </a:solidFill>
          <a:ln cap="flat" cmpd="sng" w="9525">
            <a:solidFill>
              <a:srgbClr val="414141"/>
            </a:solidFill>
            <a:prstDash val="solid"/>
            <a:round/>
            <a:headEnd len="sm" w="sm" type="none"/>
            <a:tailEnd len="sm" w="sm" type="none"/>
          </a:ln>
        </p:spPr>
        <p:txBody>
          <a:bodyPr anchorCtr="0" anchor="ctr" bIns="182850" lIns="182850" spcFirstLastPara="1" rIns="182850" wrap="square" tIns="182850">
            <a:noAutofit/>
          </a:bodyPr>
          <a:lstStyle/>
          <a:p>
            <a:pPr indent="0" lvl="0" marL="0" marR="0" rtl="0" algn="ctr">
              <a:lnSpc>
                <a:spcPct val="100000"/>
              </a:lnSpc>
              <a:spcBef>
                <a:spcPts val="0"/>
              </a:spcBef>
              <a:spcAft>
                <a:spcPts val="0"/>
              </a:spcAft>
              <a:buClr>
                <a:srgbClr val="000000"/>
              </a:buClr>
              <a:buSzPts val="3200"/>
              <a:buFont typeface="Arial"/>
              <a:buNone/>
            </a:pPr>
            <a:r>
              <a:rPr i="0" lang="en" sz="3200" u="none" cap="none" strike="noStrike">
                <a:solidFill>
                  <a:schemeClr val="lt1"/>
                </a:solidFill>
                <a:latin typeface="Roboto"/>
                <a:ea typeface="Roboto"/>
                <a:cs typeface="Roboto"/>
                <a:sym typeface="Roboto"/>
              </a:rPr>
              <a:t>Part2</a:t>
            </a:r>
            <a:endParaRPr i="0" sz="3200" u="none" cap="none" strike="noStrike">
              <a:solidFill>
                <a:schemeClr val="lt1"/>
              </a:solidFill>
              <a:latin typeface="Roboto"/>
              <a:ea typeface="Roboto"/>
              <a:cs typeface="Roboto"/>
              <a:sym typeface="Roboto"/>
            </a:endParaRPr>
          </a:p>
        </p:txBody>
      </p:sp>
      <p:sp>
        <p:nvSpPr>
          <p:cNvPr id="982" name="Google Shape;982;p90"/>
          <p:cNvSpPr/>
          <p:nvPr/>
        </p:nvSpPr>
        <p:spPr>
          <a:xfrm>
            <a:off x="13966606" y="4369500"/>
            <a:ext cx="1424100" cy="645000"/>
          </a:xfrm>
          <a:prstGeom prst="rect">
            <a:avLst/>
          </a:prstGeom>
          <a:solidFill>
            <a:srgbClr val="F4CCCC"/>
          </a:solidFill>
          <a:ln cap="flat" cmpd="sng" w="9525">
            <a:solidFill>
              <a:srgbClr val="414141"/>
            </a:solidFill>
            <a:prstDash val="solid"/>
            <a:round/>
            <a:headEnd len="sm" w="sm" type="none"/>
            <a:tailEnd len="sm" w="sm" type="none"/>
          </a:ln>
        </p:spPr>
        <p:txBody>
          <a:bodyPr anchorCtr="0" anchor="ctr" bIns="182850" lIns="182850" spcFirstLastPara="1" rIns="182850" wrap="square" tIns="182850">
            <a:noAutofit/>
          </a:bodyPr>
          <a:lstStyle/>
          <a:p>
            <a:pPr indent="0" lvl="0" marL="0" marR="0" rtl="0" algn="ctr">
              <a:lnSpc>
                <a:spcPct val="100000"/>
              </a:lnSpc>
              <a:spcBef>
                <a:spcPts val="0"/>
              </a:spcBef>
              <a:spcAft>
                <a:spcPts val="0"/>
              </a:spcAft>
              <a:buClr>
                <a:srgbClr val="000000"/>
              </a:buClr>
              <a:buSzPts val="3200"/>
              <a:buFont typeface="Arial"/>
              <a:buNone/>
            </a:pPr>
            <a:r>
              <a:rPr i="0" lang="en" sz="3200" u="none" cap="none" strike="noStrike">
                <a:solidFill>
                  <a:schemeClr val="lt1"/>
                </a:solidFill>
                <a:latin typeface="Roboto"/>
                <a:ea typeface="Roboto"/>
                <a:cs typeface="Roboto"/>
                <a:sym typeface="Roboto"/>
              </a:rPr>
              <a:t>Part3</a:t>
            </a:r>
            <a:endParaRPr i="0" sz="3200" u="none" cap="none" strike="noStrike">
              <a:solidFill>
                <a:schemeClr val="lt1"/>
              </a:solidFill>
              <a:latin typeface="Roboto"/>
              <a:ea typeface="Roboto"/>
              <a:cs typeface="Roboto"/>
              <a:sym typeface="Roboto"/>
            </a:endParaRPr>
          </a:p>
        </p:txBody>
      </p:sp>
      <p:sp>
        <p:nvSpPr>
          <p:cNvPr id="983" name="Google Shape;983;p90"/>
          <p:cNvSpPr/>
          <p:nvPr/>
        </p:nvSpPr>
        <p:spPr>
          <a:xfrm>
            <a:off x="10688475" y="4369500"/>
            <a:ext cx="1424100" cy="645000"/>
          </a:xfrm>
          <a:prstGeom prst="rect">
            <a:avLst/>
          </a:prstGeom>
          <a:solidFill>
            <a:srgbClr val="D9EAD3"/>
          </a:solidFill>
          <a:ln cap="flat" cmpd="sng" w="9525">
            <a:solidFill>
              <a:srgbClr val="414141"/>
            </a:solidFill>
            <a:prstDash val="solid"/>
            <a:round/>
            <a:headEnd len="sm" w="sm" type="none"/>
            <a:tailEnd len="sm" w="sm" type="none"/>
          </a:ln>
        </p:spPr>
        <p:txBody>
          <a:bodyPr anchorCtr="0" anchor="ctr" bIns="182850" lIns="182850" spcFirstLastPara="1" rIns="182850" wrap="square" tIns="182850">
            <a:noAutofit/>
          </a:bodyPr>
          <a:lstStyle/>
          <a:p>
            <a:pPr indent="0" lvl="0" marL="0" marR="0" rtl="0" algn="ctr">
              <a:lnSpc>
                <a:spcPct val="100000"/>
              </a:lnSpc>
              <a:spcBef>
                <a:spcPts val="0"/>
              </a:spcBef>
              <a:spcAft>
                <a:spcPts val="0"/>
              </a:spcAft>
              <a:buClr>
                <a:srgbClr val="000000"/>
              </a:buClr>
              <a:buSzPts val="3200"/>
              <a:buFont typeface="Arial"/>
              <a:buNone/>
            </a:pPr>
            <a:r>
              <a:rPr i="0" lang="en" sz="3200" u="none" cap="none" strike="noStrike">
                <a:solidFill>
                  <a:schemeClr val="lt1"/>
                </a:solidFill>
                <a:latin typeface="Roboto"/>
                <a:ea typeface="Roboto"/>
                <a:cs typeface="Roboto"/>
                <a:sym typeface="Roboto"/>
              </a:rPr>
              <a:t>Part1</a:t>
            </a:r>
            <a:endParaRPr i="0" sz="3200" u="none" cap="none" strike="noStrike">
              <a:solidFill>
                <a:schemeClr val="lt1"/>
              </a:solidFill>
              <a:latin typeface="Roboto"/>
              <a:ea typeface="Roboto"/>
              <a:cs typeface="Roboto"/>
              <a:sym typeface="Roboto"/>
            </a:endParaRPr>
          </a:p>
        </p:txBody>
      </p:sp>
      <p:sp>
        <p:nvSpPr>
          <p:cNvPr id="984" name="Google Shape;984;p90"/>
          <p:cNvSpPr/>
          <p:nvPr/>
        </p:nvSpPr>
        <p:spPr>
          <a:xfrm>
            <a:off x="12300743" y="5207700"/>
            <a:ext cx="1424100" cy="645000"/>
          </a:xfrm>
          <a:prstGeom prst="rect">
            <a:avLst/>
          </a:prstGeom>
          <a:solidFill>
            <a:srgbClr val="FFE599"/>
          </a:solidFill>
          <a:ln cap="flat" cmpd="sng" w="9525">
            <a:solidFill>
              <a:srgbClr val="414141"/>
            </a:solidFill>
            <a:prstDash val="solid"/>
            <a:round/>
            <a:headEnd len="sm" w="sm" type="none"/>
            <a:tailEnd len="sm" w="sm" type="none"/>
          </a:ln>
        </p:spPr>
        <p:txBody>
          <a:bodyPr anchorCtr="0" anchor="ctr" bIns="182850" lIns="182850" spcFirstLastPara="1" rIns="182850" wrap="square" tIns="182850">
            <a:noAutofit/>
          </a:bodyPr>
          <a:lstStyle/>
          <a:p>
            <a:pPr indent="0" lvl="0" marL="0" marR="0" rtl="0" algn="ctr">
              <a:lnSpc>
                <a:spcPct val="100000"/>
              </a:lnSpc>
              <a:spcBef>
                <a:spcPts val="0"/>
              </a:spcBef>
              <a:spcAft>
                <a:spcPts val="0"/>
              </a:spcAft>
              <a:buClr>
                <a:srgbClr val="000000"/>
              </a:buClr>
              <a:buSzPts val="3200"/>
              <a:buFont typeface="Arial"/>
              <a:buNone/>
            </a:pPr>
            <a:r>
              <a:rPr i="0" lang="en" sz="3200" u="none" cap="none" strike="noStrike">
                <a:solidFill>
                  <a:schemeClr val="lt1"/>
                </a:solidFill>
                <a:latin typeface="Roboto"/>
                <a:ea typeface="Roboto"/>
                <a:cs typeface="Roboto"/>
                <a:sym typeface="Roboto"/>
              </a:rPr>
              <a:t>Libs</a:t>
            </a:r>
            <a:endParaRPr i="0" sz="3200" u="none" cap="none" strike="noStrike">
              <a:solidFill>
                <a:schemeClr val="lt1"/>
              </a:solidFill>
              <a:latin typeface="Roboto"/>
              <a:ea typeface="Roboto"/>
              <a:cs typeface="Roboto"/>
              <a:sym typeface="Roboto"/>
            </a:endParaRPr>
          </a:p>
        </p:txBody>
      </p:sp>
      <p:sp>
        <p:nvSpPr>
          <p:cNvPr id="985" name="Google Shape;985;p90"/>
          <p:cNvSpPr/>
          <p:nvPr/>
        </p:nvSpPr>
        <p:spPr>
          <a:xfrm>
            <a:off x="13966606" y="5207700"/>
            <a:ext cx="1424100" cy="645000"/>
          </a:xfrm>
          <a:prstGeom prst="rect">
            <a:avLst/>
          </a:prstGeom>
          <a:solidFill>
            <a:srgbClr val="EA9999"/>
          </a:solidFill>
          <a:ln cap="flat" cmpd="sng" w="9525">
            <a:solidFill>
              <a:srgbClr val="414141"/>
            </a:solidFill>
            <a:prstDash val="solid"/>
            <a:round/>
            <a:headEnd len="sm" w="sm" type="none"/>
            <a:tailEnd len="sm" w="sm" type="none"/>
          </a:ln>
        </p:spPr>
        <p:txBody>
          <a:bodyPr anchorCtr="0" anchor="ctr" bIns="182850" lIns="182850" spcFirstLastPara="1" rIns="182850" wrap="square" tIns="182850">
            <a:noAutofit/>
          </a:bodyPr>
          <a:lstStyle/>
          <a:p>
            <a:pPr indent="0" lvl="0" marL="0" marR="0" rtl="0" algn="ctr">
              <a:lnSpc>
                <a:spcPct val="100000"/>
              </a:lnSpc>
              <a:spcBef>
                <a:spcPts val="0"/>
              </a:spcBef>
              <a:spcAft>
                <a:spcPts val="0"/>
              </a:spcAft>
              <a:buClr>
                <a:srgbClr val="000000"/>
              </a:buClr>
              <a:buSzPts val="3200"/>
              <a:buFont typeface="Arial"/>
              <a:buNone/>
            </a:pPr>
            <a:r>
              <a:rPr i="0" lang="en" sz="3200" u="none" cap="none" strike="noStrike">
                <a:solidFill>
                  <a:schemeClr val="lt1"/>
                </a:solidFill>
                <a:latin typeface="Roboto"/>
                <a:ea typeface="Roboto"/>
                <a:cs typeface="Roboto"/>
                <a:sym typeface="Roboto"/>
              </a:rPr>
              <a:t>Libs</a:t>
            </a:r>
            <a:endParaRPr i="0" sz="3200" u="none" cap="none" strike="noStrike">
              <a:solidFill>
                <a:schemeClr val="lt1"/>
              </a:solidFill>
              <a:latin typeface="Roboto"/>
              <a:ea typeface="Roboto"/>
              <a:cs typeface="Roboto"/>
              <a:sym typeface="Roboto"/>
            </a:endParaRPr>
          </a:p>
        </p:txBody>
      </p:sp>
      <p:sp>
        <p:nvSpPr>
          <p:cNvPr id="986" name="Google Shape;986;p90"/>
          <p:cNvSpPr/>
          <p:nvPr/>
        </p:nvSpPr>
        <p:spPr>
          <a:xfrm>
            <a:off x="10688475" y="5207700"/>
            <a:ext cx="1424100" cy="645000"/>
          </a:xfrm>
          <a:prstGeom prst="rect">
            <a:avLst/>
          </a:prstGeom>
          <a:solidFill>
            <a:srgbClr val="B6D7A8"/>
          </a:solidFill>
          <a:ln cap="flat" cmpd="sng" w="9525">
            <a:solidFill>
              <a:srgbClr val="414141"/>
            </a:solidFill>
            <a:prstDash val="solid"/>
            <a:round/>
            <a:headEnd len="sm" w="sm" type="none"/>
            <a:tailEnd len="sm" w="sm" type="none"/>
          </a:ln>
        </p:spPr>
        <p:txBody>
          <a:bodyPr anchorCtr="0" anchor="ctr" bIns="182850" lIns="182850" spcFirstLastPara="1" rIns="182850" wrap="square" tIns="182850">
            <a:noAutofit/>
          </a:bodyPr>
          <a:lstStyle/>
          <a:p>
            <a:pPr indent="0" lvl="0" marL="0" marR="0" rtl="0" algn="ctr">
              <a:lnSpc>
                <a:spcPct val="100000"/>
              </a:lnSpc>
              <a:spcBef>
                <a:spcPts val="0"/>
              </a:spcBef>
              <a:spcAft>
                <a:spcPts val="0"/>
              </a:spcAft>
              <a:buClr>
                <a:srgbClr val="000000"/>
              </a:buClr>
              <a:buSzPts val="3200"/>
              <a:buFont typeface="Arial"/>
              <a:buNone/>
            </a:pPr>
            <a:r>
              <a:rPr i="0" lang="en" sz="3200" u="none" cap="none" strike="noStrike">
                <a:solidFill>
                  <a:schemeClr val="lt1"/>
                </a:solidFill>
                <a:latin typeface="Roboto"/>
                <a:ea typeface="Roboto"/>
                <a:cs typeface="Roboto"/>
                <a:sym typeface="Roboto"/>
              </a:rPr>
              <a:t>L</a:t>
            </a:r>
            <a:r>
              <a:rPr lang="en" sz="3200">
                <a:solidFill>
                  <a:schemeClr val="lt1"/>
                </a:solidFill>
                <a:latin typeface="Roboto"/>
                <a:ea typeface="Roboto"/>
                <a:cs typeface="Roboto"/>
                <a:sym typeface="Roboto"/>
              </a:rPr>
              <a:t>i</a:t>
            </a:r>
            <a:r>
              <a:rPr i="0" lang="en" sz="3200" u="none" cap="none" strike="noStrike">
                <a:solidFill>
                  <a:schemeClr val="lt1"/>
                </a:solidFill>
                <a:latin typeface="Roboto"/>
                <a:ea typeface="Roboto"/>
                <a:cs typeface="Roboto"/>
                <a:sym typeface="Roboto"/>
              </a:rPr>
              <a:t>bs</a:t>
            </a:r>
            <a:endParaRPr i="0" sz="3200" u="none" cap="none" strike="noStrike">
              <a:solidFill>
                <a:schemeClr val="lt1"/>
              </a:solidFill>
              <a:latin typeface="Roboto"/>
              <a:ea typeface="Roboto"/>
              <a:cs typeface="Roboto"/>
              <a:sym typeface="Roboto"/>
            </a:endParaRPr>
          </a:p>
        </p:txBody>
      </p:sp>
      <p:sp>
        <p:nvSpPr>
          <p:cNvPr id="987" name="Google Shape;987;p90"/>
          <p:cNvSpPr txBox="1"/>
          <p:nvPr/>
        </p:nvSpPr>
        <p:spPr>
          <a:xfrm>
            <a:off x="10831700" y="3630450"/>
            <a:ext cx="1198800" cy="499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i="0" lang="en" sz="2400" u="none" cap="none" strike="noStrike">
                <a:solidFill>
                  <a:schemeClr val="lt1"/>
                </a:solidFill>
                <a:latin typeface="Roboto"/>
                <a:ea typeface="Roboto"/>
                <a:cs typeface="Roboto"/>
                <a:sym typeface="Roboto"/>
              </a:rPr>
              <a:t>Billing</a:t>
            </a:r>
            <a:endParaRPr i="0" sz="2400" u="none" cap="none" strike="noStrike">
              <a:solidFill>
                <a:schemeClr val="lt1"/>
              </a:solidFill>
              <a:latin typeface="Roboto"/>
              <a:ea typeface="Roboto"/>
              <a:cs typeface="Roboto"/>
              <a:sym typeface="Roboto"/>
            </a:endParaRPr>
          </a:p>
        </p:txBody>
      </p:sp>
      <p:sp>
        <p:nvSpPr>
          <p:cNvPr id="988" name="Google Shape;988;p90"/>
          <p:cNvSpPr txBox="1"/>
          <p:nvPr/>
        </p:nvSpPr>
        <p:spPr>
          <a:xfrm>
            <a:off x="12185875" y="3621175"/>
            <a:ext cx="1615200" cy="499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i="0" lang="en" sz="2400" u="none" cap="none" strike="noStrike">
                <a:solidFill>
                  <a:schemeClr val="lt1"/>
                </a:solidFill>
                <a:latin typeface="Roboto"/>
                <a:ea typeface="Roboto"/>
                <a:cs typeface="Roboto"/>
                <a:sym typeface="Roboto"/>
              </a:rPr>
              <a:t>Orders</a:t>
            </a:r>
            <a:endParaRPr i="0" sz="2400" u="none" cap="none" strike="noStrike">
              <a:solidFill>
                <a:schemeClr val="lt1"/>
              </a:solidFill>
              <a:latin typeface="Roboto"/>
              <a:ea typeface="Roboto"/>
              <a:cs typeface="Roboto"/>
              <a:sym typeface="Roboto"/>
            </a:endParaRPr>
          </a:p>
        </p:txBody>
      </p:sp>
      <p:sp>
        <p:nvSpPr>
          <p:cNvPr id="989" name="Google Shape;989;p90"/>
          <p:cNvSpPr txBox="1"/>
          <p:nvPr/>
        </p:nvSpPr>
        <p:spPr>
          <a:xfrm>
            <a:off x="13774450" y="3630450"/>
            <a:ext cx="1805700" cy="499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i="0" lang="en" sz="2400" u="none" cap="none" strike="noStrike">
                <a:solidFill>
                  <a:schemeClr val="lt1"/>
                </a:solidFill>
                <a:latin typeface="Roboto"/>
                <a:ea typeface="Roboto"/>
                <a:cs typeface="Roboto"/>
                <a:sym typeface="Roboto"/>
              </a:rPr>
              <a:t>Inventory</a:t>
            </a:r>
            <a:endParaRPr i="0" sz="2400" u="none" cap="none" strike="noStrike">
              <a:solidFill>
                <a:schemeClr val="lt1"/>
              </a:solidFill>
              <a:latin typeface="Roboto"/>
              <a:ea typeface="Roboto"/>
              <a:cs typeface="Roboto"/>
              <a:sym typeface="Roboto"/>
            </a:endParaRPr>
          </a:p>
        </p:txBody>
      </p:sp>
      <p:pic>
        <p:nvPicPr>
          <p:cNvPr id="990" name="Google Shape;990;p90"/>
          <p:cNvPicPr preferRelativeResize="0"/>
          <p:nvPr/>
        </p:nvPicPr>
        <p:blipFill>
          <a:blip r:embed="rId3">
            <a:alphaModFix/>
          </a:blip>
          <a:stretch>
            <a:fillRect/>
          </a:stretch>
        </p:blipFill>
        <p:spPr>
          <a:xfrm>
            <a:off x="1828802" y="3811329"/>
            <a:ext cx="1051560" cy="1051560"/>
          </a:xfrm>
          <a:prstGeom prst="rect">
            <a:avLst/>
          </a:prstGeom>
          <a:noFill/>
          <a:ln>
            <a:noFill/>
          </a:ln>
          <a:effectLst>
            <a:outerShdw rotWithShape="0" algn="bl" dir="2640000" dist="190500">
              <a:srgbClr val="666666">
                <a:alpha val="50000"/>
              </a:srgbClr>
            </a:outerShdw>
          </a:effectLst>
        </p:spPr>
      </p:pic>
      <p:grpSp>
        <p:nvGrpSpPr>
          <p:cNvPr id="991" name="Google Shape;991;p90"/>
          <p:cNvGrpSpPr/>
          <p:nvPr/>
        </p:nvGrpSpPr>
        <p:grpSpPr>
          <a:xfrm>
            <a:off x="1828802" y="5767401"/>
            <a:ext cx="8195309" cy="1463100"/>
            <a:chOff x="1828802" y="5386401"/>
            <a:chExt cx="8195309" cy="1463100"/>
          </a:xfrm>
        </p:grpSpPr>
        <p:pic>
          <p:nvPicPr>
            <p:cNvPr id="992" name="Google Shape;992;p90"/>
            <p:cNvPicPr preferRelativeResize="0"/>
            <p:nvPr/>
          </p:nvPicPr>
          <p:blipFill>
            <a:blip r:embed="rId3">
              <a:alphaModFix/>
            </a:blip>
            <a:stretch>
              <a:fillRect/>
            </a:stretch>
          </p:blipFill>
          <p:spPr>
            <a:xfrm>
              <a:off x="1828802" y="5595099"/>
              <a:ext cx="1051560" cy="1051560"/>
            </a:xfrm>
            <a:prstGeom prst="rect">
              <a:avLst/>
            </a:prstGeom>
            <a:noFill/>
            <a:ln>
              <a:noFill/>
            </a:ln>
            <a:effectLst>
              <a:outerShdw rotWithShape="0" algn="bl" dir="2640000" dist="190500">
                <a:srgbClr val="666666">
                  <a:alpha val="50000"/>
                </a:srgbClr>
              </a:outerShdw>
            </a:effectLst>
          </p:spPr>
        </p:pic>
        <p:sp>
          <p:nvSpPr>
            <p:cNvPr id="993" name="Google Shape;993;p90"/>
            <p:cNvSpPr txBox="1"/>
            <p:nvPr/>
          </p:nvSpPr>
          <p:spPr>
            <a:xfrm>
              <a:off x="3143611" y="5386401"/>
              <a:ext cx="6880500" cy="1463100"/>
            </a:xfrm>
            <a:prstGeom prst="rect">
              <a:avLst/>
            </a:prstGeom>
            <a:noFill/>
            <a:ln>
              <a:noFill/>
            </a:ln>
          </p:spPr>
          <p:txBody>
            <a:bodyPr anchorCtr="0" anchor="ctr" bIns="91425" lIns="91425" spcFirstLastPara="1" rIns="91425" wrap="square" tIns="91425">
              <a:noAutofit/>
            </a:bodyPr>
            <a:lstStyle/>
            <a:p>
              <a:pPr indent="0" lvl="0" marL="0" rtl="0" algn="l">
                <a:lnSpc>
                  <a:spcPct val="125000"/>
                </a:lnSpc>
                <a:spcBef>
                  <a:spcPts val="0"/>
                </a:spcBef>
                <a:spcAft>
                  <a:spcPts val="0"/>
                </a:spcAft>
                <a:buNone/>
              </a:pPr>
              <a:r>
                <a:rPr lang="en" sz="2800">
                  <a:solidFill>
                    <a:schemeClr val="lt1"/>
                  </a:solidFill>
                  <a:latin typeface="Roboto"/>
                  <a:ea typeface="Roboto"/>
                  <a:cs typeface="Roboto"/>
                  <a:sym typeface="Roboto"/>
                </a:rPr>
                <a:t>D</a:t>
              </a:r>
              <a:r>
                <a:rPr lang="en" sz="2800">
                  <a:solidFill>
                    <a:schemeClr val="lt1"/>
                  </a:solidFill>
                  <a:latin typeface="Roboto"/>
                  <a:ea typeface="Roboto"/>
                  <a:cs typeface="Roboto"/>
                  <a:sym typeface="Roboto"/>
                </a:rPr>
                <a:t>ecouple code easily.</a:t>
              </a:r>
              <a:endParaRPr sz="2800">
                <a:solidFill>
                  <a:schemeClr val="lt1"/>
                </a:solidFill>
                <a:latin typeface="Roboto"/>
                <a:ea typeface="Roboto"/>
                <a:cs typeface="Roboto"/>
                <a:sym typeface="Roboto"/>
              </a:endParaRPr>
            </a:p>
          </p:txBody>
        </p:sp>
      </p:grpSp>
      <p:sp>
        <p:nvSpPr>
          <p:cNvPr id="994" name="Google Shape;994;p90"/>
          <p:cNvSpPr txBox="1"/>
          <p:nvPr>
            <p:ph type="title"/>
          </p:nvPr>
        </p:nvSpPr>
        <p:spPr>
          <a:xfrm>
            <a:off x="1672475" y="1154875"/>
            <a:ext cx="147753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Using PaaS provides hosted services and an environment that can scale workloads independently</a:t>
            </a:r>
            <a:endParaRPr/>
          </a:p>
        </p:txBody>
      </p:sp>
      <p:sp>
        <p:nvSpPr>
          <p:cNvPr id="995" name="Google Shape;995;p90"/>
          <p:cNvSpPr/>
          <p:nvPr/>
        </p:nvSpPr>
        <p:spPr>
          <a:xfrm>
            <a:off x="10300775" y="3302700"/>
            <a:ext cx="5679300" cy="2798400"/>
          </a:xfrm>
          <a:prstGeom prst="rect">
            <a:avLst/>
          </a:prstGeom>
          <a:noFill/>
          <a:ln cap="flat" cmpd="sng" w="38100">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6" name="Google Shape;996;p90"/>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4">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0" name="Shape 1000"/>
        <p:cNvGrpSpPr/>
        <p:nvPr/>
      </p:nvGrpSpPr>
      <p:grpSpPr>
        <a:xfrm>
          <a:off x="0" y="0"/>
          <a:ext cx="0" cy="0"/>
          <a:chOff x="0" y="0"/>
          <a:chExt cx="0" cy="0"/>
        </a:xfrm>
      </p:grpSpPr>
      <p:sp>
        <p:nvSpPr>
          <p:cNvPr id="1001" name="Google Shape;1001;p91"/>
          <p:cNvSpPr/>
          <p:nvPr/>
        </p:nvSpPr>
        <p:spPr>
          <a:xfrm>
            <a:off x="10300775" y="3302700"/>
            <a:ext cx="5679300" cy="2798400"/>
          </a:xfrm>
          <a:prstGeom prst="rect">
            <a:avLst/>
          </a:prstGeom>
          <a:noFill/>
          <a:ln cap="flat" cmpd="sng" w="38100">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2" name="Google Shape;1002;p91"/>
          <p:cNvSpPr/>
          <p:nvPr/>
        </p:nvSpPr>
        <p:spPr>
          <a:xfrm>
            <a:off x="11616768" y="4750500"/>
            <a:ext cx="958200" cy="645000"/>
          </a:xfrm>
          <a:prstGeom prst="rect">
            <a:avLst/>
          </a:prstGeom>
          <a:solidFill>
            <a:srgbClr val="D9EAD3"/>
          </a:solidFill>
          <a:ln cap="flat" cmpd="sng" w="9525">
            <a:solidFill>
              <a:srgbClr val="414141"/>
            </a:solidFill>
            <a:prstDash val="solid"/>
            <a:round/>
            <a:headEnd len="sm" w="sm" type="none"/>
            <a:tailEnd len="sm" w="sm" type="none"/>
          </a:ln>
        </p:spPr>
        <p:txBody>
          <a:bodyPr anchorCtr="0" anchor="ctr" bIns="182850" lIns="182850" spcFirstLastPara="1" rIns="182850" wrap="square" tIns="182850">
            <a:noAutofit/>
          </a:bodyPr>
          <a:lstStyle/>
          <a:p>
            <a:pPr indent="0" lvl="0" marL="0" marR="0" rtl="0" algn="ctr">
              <a:lnSpc>
                <a:spcPct val="100000"/>
              </a:lnSpc>
              <a:spcBef>
                <a:spcPts val="0"/>
              </a:spcBef>
              <a:spcAft>
                <a:spcPts val="0"/>
              </a:spcAft>
              <a:buClr>
                <a:srgbClr val="000000"/>
              </a:buClr>
              <a:buSzPts val="3200"/>
              <a:buFont typeface="Arial"/>
              <a:buNone/>
            </a:pPr>
            <a:r>
              <a:t/>
            </a:r>
            <a:endParaRPr b="0" i="0" sz="3200" u="none" cap="none" strike="noStrike">
              <a:solidFill>
                <a:srgbClr val="000000"/>
              </a:solidFill>
              <a:latin typeface="Arial"/>
              <a:ea typeface="Arial"/>
              <a:cs typeface="Arial"/>
              <a:sym typeface="Arial"/>
            </a:endParaRPr>
          </a:p>
        </p:txBody>
      </p:sp>
      <p:sp>
        <p:nvSpPr>
          <p:cNvPr id="1003" name="Google Shape;1003;p91"/>
          <p:cNvSpPr/>
          <p:nvPr/>
        </p:nvSpPr>
        <p:spPr>
          <a:xfrm>
            <a:off x="11464368" y="4598100"/>
            <a:ext cx="958200" cy="645000"/>
          </a:xfrm>
          <a:prstGeom prst="rect">
            <a:avLst/>
          </a:prstGeom>
          <a:solidFill>
            <a:srgbClr val="D9EAD3"/>
          </a:solidFill>
          <a:ln cap="flat" cmpd="sng" w="9525">
            <a:solidFill>
              <a:srgbClr val="414141"/>
            </a:solidFill>
            <a:prstDash val="solid"/>
            <a:round/>
            <a:headEnd len="sm" w="sm" type="none"/>
            <a:tailEnd len="sm" w="sm" type="none"/>
          </a:ln>
        </p:spPr>
        <p:txBody>
          <a:bodyPr anchorCtr="0" anchor="ctr" bIns="182850" lIns="182850" spcFirstLastPara="1" rIns="182850" wrap="square" tIns="182850">
            <a:noAutofit/>
          </a:bodyPr>
          <a:lstStyle/>
          <a:p>
            <a:pPr indent="0" lvl="0" marL="0" marR="0" rtl="0" algn="ctr">
              <a:lnSpc>
                <a:spcPct val="100000"/>
              </a:lnSpc>
              <a:spcBef>
                <a:spcPts val="0"/>
              </a:spcBef>
              <a:spcAft>
                <a:spcPts val="0"/>
              </a:spcAft>
              <a:buClr>
                <a:srgbClr val="000000"/>
              </a:buClr>
              <a:buSzPts val="3200"/>
              <a:buFont typeface="Arial"/>
              <a:buNone/>
            </a:pPr>
            <a:r>
              <a:t/>
            </a:r>
            <a:endParaRPr b="0" i="0" sz="3200" u="none" cap="none" strike="noStrike">
              <a:solidFill>
                <a:srgbClr val="000000"/>
              </a:solidFill>
              <a:latin typeface="Arial"/>
              <a:ea typeface="Arial"/>
              <a:cs typeface="Arial"/>
              <a:sym typeface="Arial"/>
            </a:endParaRPr>
          </a:p>
        </p:txBody>
      </p:sp>
      <p:sp>
        <p:nvSpPr>
          <p:cNvPr id="1004" name="Google Shape;1004;p91"/>
          <p:cNvSpPr/>
          <p:nvPr/>
        </p:nvSpPr>
        <p:spPr>
          <a:xfrm>
            <a:off x="11311968" y="4445700"/>
            <a:ext cx="958200" cy="645000"/>
          </a:xfrm>
          <a:prstGeom prst="rect">
            <a:avLst/>
          </a:prstGeom>
          <a:solidFill>
            <a:srgbClr val="D9EAD3"/>
          </a:solidFill>
          <a:ln cap="flat" cmpd="sng" w="9525">
            <a:solidFill>
              <a:srgbClr val="414141"/>
            </a:solidFill>
            <a:prstDash val="solid"/>
            <a:round/>
            <a:headEnd len="sm" w="sm" type="none"/>
            <a:tailEnd len="sm" w="sm" type="none"/>
          </a:ln>
        </p:spPr>
        <p:txBody>
          <a:bodyPr anchorCtr="0" anchor="ctr" bIns="182850" lIns="182850" spcFirstLastPara="1" rIns="182850" wrap="square" tIns="182850">
            <a:noAutofit/>
          </a:bodyPr>
          <a:lstStyle/>
          <a:p>
            <a:pPr indent="0" lvl="0" marL="0" marR="0" rtl="0" algn="ctr">
              <a:lnSpc>
                <a:spcPct val="100000"/>
              </a:lnSpc>
              <a:spcBef>
                <a:spcPts val="0"/>
              </a:spcBef>
              <a:spcAft>
                <a:spcPts val="0"/>
              </a:spcAft>
              <a:buClr>
                <a:srgbClr val="000000"/>
              </a:buClr>
              <a:buSzPts val="3200"/>
              <a:buFont typeface="Arial"/>
              <a:buNone/>
            </a:pPr>
            <a:r>
              <a:t/>
            </a:r>
            <a:endParaRPr b="0" i="0" sz="3200" u="none" cap="none" strike="noStrike">
              <a:solidFill>
                <a:srgbClr val="000000"/>
              </a:solidFill>
              <a:latin typeface="Arial"/>
              <a:ea typeface="Arial"/>
              <a:cs typeface="Arial"/>
              <a:sym typeface="Arial"/>
            </a:endParaRPr>
          </a:p>
        </p:txBody>
      </p:sp>
      <p:sp>
        <p:nvSpPr>
          <p:cNvPr id="1005" name="Google Shape;1005;p91"/>
          <p:cNvSpPr/>
          <p:nvPr/>
        </p:nvSpPr>
        <p:spPr>
          <a:xfrm>
            <a:off x="11159568" y="4293300"/>
            <a:ext cx="958200" cy="645000"/>
          </a:xfrm>
          <a:prstGeom prst="rect">
            <a:avLst/>
          </a:prstGeom>
          <a:solidFill>
            <a:srgbClr val="D9EAD3"/>
          </a:solidFill>
          <a:ln cap="flat" cmpd="sng" w="9525">
            <a:solidFill>
              <a:srgbClr val="414141"/>
            </a:solidFill>
            <a:prstDash val="solid"/>
            <a:round/>
            <a:headEnd len="sm" w="sm" type="none"/>
            <a:tailEnd len="sm" w="sm" type="none"/>
          </a:ln>
        </p:spPr>
        <p:txBody>
          <a:bodyPr anchorCtr="0" anchor="ctr" bIns="182850" lIns="182850" spcFirstLastPara="1" rIns="182850" wrap="square" tIns="182850">
            <a:noAutofit/>
          </a:bodyPr>
          <a:lstStyle/>
          <a:p>
            <a:pPr indent="0" lvl="0" marL="0" marR="0" rtl="0" algn="ctr">
              <a:lnSpc>
                <a:spcPct val="100000"/>
              </a:lnSpc>
              <a:spcBef>
                <a:spcPts val="0"/>
              </a:spcBef>
              <a:spcAft>
                <a:spcPts val="0"/>
              </a:spcAft>
              <a:buClr>
                <a:srgbClr val="000000"/>
              </a:buClr>
              <a:buSzPts val="3200"/>
              <a:buFont typeface="Arial"/>
              <a:buNone/>
            </a:pPr>
            <a:r>
              <a:t/>
            </a:r>
            <a:endParaRPr b="0" i="0" sz="3200" u="none" cap="none" strike="noStrike">
              <a:solidFill>
                <a:srgbClr val="000000"/>
              </a:solidFill>
              <a:latin typeface="Arial"/>
              <a:ea typeface="Arial"/>
              <a:cs typeface="Arial"/>
              <a:sym typeface="Arial"/>
            </a:endParaRPr>
          </a:p>
        </p:txBody>
      </p:sp>
      <p:sp>
        <p:nvSpPr>
          <p:cNvPr id="1006" name="Google Shape;1006;p91"/>
          <p:cNvSpPr/>
          <p:nvPr/>
        </p:nvSpPr>
        <p:spPr>
          <a:xfrm>
            <a:off x="11007168" y="4140900"/>
            <a:ext cx="958200" cy="645000"/>
          </a:xfrm>
          <a:prstGeom prst="rect">
            <a:avLst/>
          </a:prstGeom>
          <a:solidFill>
            <a:srgbClr val="D9EAD3"/>
          </a:solidFill>
          <a:ln cap="flat" cmpd="sng" w="9525">
            <a:solidFill>
              <a:srgbClr val="414141"/>
            </a:solidFill>
            <a:prstDash val="solid"/>
            <a:round/>
            <a:headEnd len="sm" w="sm" type="none"/>
            <a:tailEnd len="sm" w="sm" type="none"/>
          </a:ln>
        </p:spPr>
        <p:txBody>
          <a:bodyPr anchorCtr="0" anchor="ctr" bIns="182850" lIns="182850" spcFirstLastPara="1" rIns="182850" wrap="square" tIns="182850">
            <a:noAutofit/>
          </a:bodyPr>
          <a:lstStyle/>
          <a:p>
            <a:pPr indent="0" lvl="0" marL="0" marR="0" rtl="0" algn="ctr">
              <a:lnSpc>
                <a:spcPct val="100000"/>
              </a:lnSpc>
              <a:spcBef>
                <a:spcPts val="0"/>
              </a:spcBef>
              <a:spcAft>
                <a:spcPts val="0"/>
              </a:spcAft>
              <a:buClr>
                <a:srgbClr val="000000"/>
              </a:buClr>
              <a:buSzPts val="3200"/>
              <a:buFont typeface="Arial"/>
              <a:buNone/>
            </a:pPr>
            <a:r>
              <a:t/>
            </a:r>
            <a:endParaRPr b="0" i="0" sz="3200" u="none" cap="none" strike="noStrike">
              <a:solidFill>
                <a:srgbClr val="000000"/>
              </a:solidFill>
              <a:latin typeface="Arial"/>
              <a:ea typeface="Arial"/>
              <a:cs typeface="Arial"/>
              <a:sym typeface="Arial"/>
            </a:endParaRPr>
          </a:p>
        </p:txBody>
      </p:sp>
      <p:sp>
        <p:nvSpPr>
          <p:cNvPr id="1007" name="Google Shape;1007;p91"/>
          <p:cNvSpPr/>
          <p:nvPr/>
        </p:nvSpPr>
        <p:spPr>
          <a:xfrm>
            <a:off x="13006307" y="4445700"/>
            <a:ext cx="958200" cy="645000"/>
          </a:xfrm>
          <a:prstGeom prst="rect">
            <a:avLst/>
          </a:prstGeom>
          <a:solidFill>
            <a:srgbClr val="FFF2CC"/>
          </a:solidFill>
          <a:ln cap="flat" cmpd="sng" w="9525">
            <a:solidFill>
              <a:srgbClr val="414141"/>
            </a:solidFill>
            <a:prstDash val="solid"/>
            <a:round/>
            <a:headEnd len="sm" w="sm" type="none"/>
            <a:tailEnd len="sm" w="sm" type="none"/>
          </a:ln>
        </p:spPr>
        <p:txBody>
          <a:bodyPr anchorCtr="0" anchor="ctr" bIns="182850" lIns="182850" spcFirstLastPara="1" rIns="182850" wrap="square" tIns="182850">
            <a:noAutofit/>
          </a:bodyPr>
          <a:lstStyle/>
          <a:p>
            <a:pPr indent="0" lvl="0" marL="0" marR="0" rtl="0" algn="ctr">
              <a:lnSpc>
                <a:spcPct val="100000"/>
              </a:lnSpc>
              <a:spcBef>
                <a:spcPts val="0"/>
              </a:spcBef>
              <a:spcAft>
                <a:spcPts val="0"/>
              </a:spcAft>
              <a:buClr>
                <a:srgbClr val="000000"/>
              </a:buClr>
              <a:buSzPts val="3200"/>
              <a:buFont typeface="Arial"/>
              <a:buNone/>
            </a:pPr>
            <a:r>
              <a:t/>
            </a:r>
            <a:endParaRPr b="0" i="0" sz="3200" u="none" cap="none" strike="noStrike">
              <a:solidFill>
                <a:srgbClr val="000000"/>
              </a:solidFill>
              <a:latin typeface="Arial"/>
              <a:ea typeface="Arial"/>
              <a:cs typeface="Arial"/>
              <a:sym typeface="Arial"/>
            </a:endParaRPr>
          </a:p>
        </p:txBody>
      </p:sp>
      <p:sp>
        <p:nvSpPr>
          <p:cNvPr id="1008" name="Google Shape;1008;p91"/>
          <p:cNvSpPr/>
          <p:nvPr/>
        </p:nvSpPr>
        <p:spPr>
          <a:xfrm>
            <a:off x="12853907" y="4293300"/>
            <a:ext cx="958200" cy="645000"/>
          </a:xfrm>
          <a:prstGeom prst="rect">
            <a:avLst/>
          </a:prstGeom>
          <a:solidFill>
            <a:srgbClr val="FFF2CC"/>
          </a:solidFill>
          <a:ln cap="flat" cmpd="sng" w="9525">
            <a:solidFill>
              <a:srgbClr val="414141"/>
            </a:solidFill>
            <a:prstDash val="solid"/>
            <a:round/>
            <a:headEnd len="sm" w="sm" type="none"/>
            <a:tailEnd len="sm" w="sm" type="none"/>
          </a:ln>
        </p:spPr>
        <p:txBody>
          <a:bodyPr anchorCtr="0" anchor="ctr" bIns="182850" lIns="182850" spcFirstLastPara="1" rIns="182850" wrap="square" tIns="182850">
            <a:noAutofit/>
          </a:bodyPr>
          <a:lstStyle/>
          <a:p>
            <a:pPr indent="0" lvl="0" marL="0" marR="0" rtl="0" algn="ctr">
              <a:lnSpc>
                <a:spcPct val="100000"/>
              </a:lnSpc>
              <a:spcBef>
                <a:spcPts val="0"/>
              </a:spcBef>
              <a:spcAft>
                <a:spcPts val="0"/>
              </a:spcAft>
              <a:buClr>
                <a:srgbClr val="000000"/>
              </a:buClr>
              <a:buSzPts val="3200"/>
              <a:buFont typeface="Arial"/>
              <a:buNone/>
            </a:pPr>
            <a:r>
              <a:t/>
            </a:r>
            <a:endParaRPr b="0" i="0" sz="3200" u="none" cap="none" strike="noStrike">
              <a:solidFill>
                <a:srgbClr val="000000"/>
              </a:solidFill>
              <a:latin typeface="Arial"/>
              <a:ea typeface="Arial"/>
              <a:cs typeface="Arial"/>
              <a:sym typeface="Arial"/>
            </a:endParaRPr>
          </a:p>
        </p:txBody>
      </p:sp>
      <p:sp>
        <p:nvSpPr>
          <p:cNvPr id="1009" name="Google Shape;1009;p91"/>
          <p:cNvSpPr/>
          <p:nvPr/>
        </p:nvSpPr>
        <p:spPr>
          <a:xfrm>
            <a:off x="12701507" y="4140900"/>
            <a:ext cx="958200" cy="645000"/>
          </a:xfrm>
          <a:prstGeom prst="rect">
            <a:avLst/>
          </a:prstGeom>
          <a:solidFill>
            <a:srgbClr val="FFF2CC"/>
          </a:solidFill>
          <a:ln cap="flat" cmpd="sng" w="9525">
            <a:solidFill>
              <a:srgbClr val="414141"/>
            </a:solidFill>
            <a:prstDash val="solid"/>
            <a:round/>
            <a:headEnd len="sm" w="sm" type="none"/>
            <a:tailEnd len="sm" w="sm" type="none"/>
          </a:ln>
        </p:spPr>
        <p:txBody>
          <a:bodyPr anchorCtr="0" anchor="ctr" bIns="182850" lIns="182850" spcFirstLastPara="1" rIns="182850" wrap="square" tIns="182850">
            <a:noAutofit/>
          </a:bodyPr>
          <a:lstStyle/>
          <a:p>
            <a:pPr indent="0" lvl="0" marL="0" marR="0" rtl="0" algn="ctr">
              <a:lnSpc>
                <a:spcPct val="100000"/>
              </a:lnSpc>
              <a:spcBef>
                <a:spcPts val="0"/>
              </a:spcBef>
              <a:spcAft>
                <a:spcPts val="0"/>
              </a:spcAft>
              <a:buClr>
                <a:srgbClr val="000000"/>
              </a:buClr>
              <a:buSzPts val="3200"/>
              <a:buFont typeface="Arial"/>
              <a:buNone/>
            </a:pPr>
            <a:r>
              <a:t/>
            </a:r>
            <a:endParaRPr b="0" i="0" sz="3200" u="none" cap="none" strike="noStrike">
              <a:solidFill>
                <a:srgbClr val="000000"/>
              </a:solidFill>
              <a:latin typeface="Arial"/>
              <a:ea typeface="Arial"/>
              <a:cs typeface="Arial"/>
              <a:sym typeface="Arial"/>
            </a:endParaRPr>
          </a:p>
        </p:txBody>
      </p:sp>
      <p:sp>
        <p:nvSpPr>
          <p:cNvPr id="1010" name="Google Shape;1010;p91"/>
          <p:cNvSpPr/>
          <p:nvPr/>
        </p:nvSpPr>
        <p:spPr>
          <a:xfrm>
            <a:off x="14431905" y="4140900"/>
            <a:ext cx="958200" cy="645000"/>
          </a:xfrm>
          <a:prstGeom prst="rect">
            <a:avLst/>
          </a:prstGeom>
          <a:solidFill>
            <a:srgbClr val="F4CCCC"/>
          </a:solidFill>
          <a:ln cap="flat" cmpd="sng" w="9525">
            <a:solidFill>
              <a:srgbClr val="414141"/>
            </a:solidFill>
            <a:prstDash val="solid"/>
            <a:round/>
            <a:headEnd len="sm" w="sm" type="none"/>
            <a:tailEnd len="sm" w="sm" type="none"/>
          </a:ln>
        </p:spPr>
        <p:txBody>
          <a:bodyPr anchorCtr="0" anchor="ctr" bIns="182850" lIns="182850" spcFirstLastPara="1" rIns="182850" wrap="square" tIns="182850">
            <a:noAutofit/>
          </a:bodyPr>
          <a:lstStyle/>
          <a:p>
            <a:pPr indent="0" lvl="0" marL="0" marR="0" rtl="0" algn="ctr">
              <a:lnSpc>
                <a:spcPct val="100000"/>
              </a:lnSpc>
              <a:spcBef>
                <a:spcPts val="0"/>
              </a:spcBef>
              <a:spcAft>
                <a:spcPts val="0"/>
              </a:spcAft>
              <a:buClr>
                <a:srgbClr val="000000"/>
              </a:buClr>
              <a:buSzPts val="3200"/>
              <a:buFont typeface="Arial"/>
              <a:buNone/>
            </a:pPr>
            <a:r>
              <a:t/>
            </a:r>
            <a:endParaRPr b="0" i="0" sz="3200" u="none" cap="none" strike="noStrike">
              <a:solidFill>
                <a:srgbClr val="000000"/>
              </a:solidFill>
              <a:latin typeface="Arial"/>
              <a:ea typeface="Arial"/>
              <a:cs typeface="Arial"/>
              <a:sym typeface="Arial"/>
            </a:endParaRPr>
          </a:p>
        </p:txBody>
      </p:sp>
      <p:sp>
        <p:nvSpPr>
          <p:cNvPr id="1011" name="Google Shape;1011;p91"/>
          <p:cNvSpPr/>
          <p:nvPr/>
        </p:nvSpPr>
        <p:spPr>
          <a:xfrm>
            <a:off x="12549106" y="3988500"/>
            <a:ext cx="958200" cy="645000"/>
          </a:xfrm>
          <a:prstGeom prst="rect">
            <a:avLst/>
          </a:prstGeom>
          <a:solidFill>
            <a:srgbClr val="FFF2CC"/>
          </a:solidFill>
          <a:ln cap="flat" cmpd="sng" w="9525">
            <a:solidFill>
              <a:srgbClr val="414141"/>
            </a:solidFill>
            <a:prstDash val="solid"/>
            <a:round/>
            <a:headEnd len="sm" w="sm" type="none"/>
            <a:tailEnd len="sm" w="sm" type="none"/>
          </a:ln>
        </p:spPr>
        <p:txBody>
          <a:bodyPr anchorCtr="0" anchor="ctr" bIns="182850" lIns="182850" spcFirstLastPara="1" rIns="182850" wrap="square" tIns="182850">
            <a:noAutofit/>
          </a:bodyPr>
          <a:lstStyle/>
          <a:p>
            <a:pPr indent="0" lvl="0" marL="0" marR="0" rtl="0" algn="ctr">
              <a:lnSpc>
                <a:spcPct val="100000"/>
              </a:lnSpc>
              <a:spcBef>
                <a:spcPts val="0"/>
              </a:spcBef>
              <a:spcAft>
                <a:spcPts val="0"/>
              </a:spcAft>
              <a:buClr>
                <a:srgbClr val="000000"/>
              </a:buClr>
              <a:buSzPts val="3200"/>
              <a:buFont typeface="Arial"/>
              <a:buNone/>
            </a:pPr>
            <a:r>
              <a:t/>
            </a:r>
            <a:endParaRPr b="0" i="0" sz="3200" u="none" cap="none" strike="noStrike">
              <a:solidFill>
                <a:srgbClr val="000000"/>
              </a:solidFill>
              <a:latin typeface="Arial"/>
              <a:ea typeface="Arial"/>
              <a:cs typeface="Arial"/>
              <a:sym typeface="Arial"/>
            </a:endParaRPr>
          </a:p>
        </p:txBody>
      </p:sp>
      <p:sp>
        <p:nvSpPr>
          <p:cNvPr id="1012" name="Google Shape;1012;p91"/>
          <p:cNvSpPr/>
          <p:nvPr/>
        </p:nvSpPr>
        <p:spPr>
          <a:xfrm>
            <a:off x="14279505" y="3988500"/>
            <a:ext cx="958200" cy="645000"/>
          </a:xfrm>
          <a:prstGeom prst="rect">
            <a:avLst/>
          </a:prstGeom>
          <a:solidFill>
            <a:srgbClr val="F4CCCC"/>
          </a:solidFill>
          <a:ln cap="flat" cmpd="sng" w="9525">
            <a:solidFill>
              <a:srgbClr val="414141"/>
            </a:solidFill>
            <a:prstDash val="solid"/>
            <a:round/>
            <a:headEnd len="sm" w="sm" type="none"/>
            <a:tailEnd len="sm" w="sm" type="none"/>
          </a:ln>
        </p:spPr>
        <p:txBody>
          <a:bodyPr anchorCtr="0" anchor="ctr" bIns="182850" lIns="182850" spcFirstLastPara="1" rIns="182850" wrap="square" tIns="182850">
            <a:noAutofit/>
          </a:bodyPr>
          <a:lstStyle/>
          <a:p>
            <a:pPr indent="0" lvl="0" marL="0" marR="0" rtl="0" algn="ctr">
              <a:lnSpc>
                <a:spcPct val="100000"/>
              </a:lnSpc>
              <a:spcBef>
                <a:spcPts val="0"/>
              </a:spcBef>
              <a:spcAft>
                <a:spcPts val="0"/>
              </a:spcAft>
              <a:buClr>
                <a:srgbClr val="000000"/>
              </a:buClr>
              <a:buSzPts val="3200"/>
              <a:buFont typeface="Arial"/>
              <a:buNone/>
            </a:pPr>
            <a:r>
              <a:t/>
            </a:r>
            <a:endParaRPr b="0" i="0" sz="3200" u="none" cap="none" strike="noStrike">
              <a:solidFill>
                <a:srgbClr val="000000"/>
              </a:solidFill>
              <a:latin typeface="Arial"/>
              <a:ea typeface="Arial"/>
              <a:cs typeface="Arial"/>
              <a:sym typeface="Arial"/>
            </a:endParaRPr>
          </a:p>
        </p:txBody>
      </p:sp>
      <p:sp>
        <p:nvSpPr>
          <p:cNvPr id="1013" name="Google Shape;1013;p91"/>
          <p:cNvSpPr/>
          <p:nvPr/>
        </p:nvSpPr>
        <p:spPr>
          <a:xfrm>
            <a:off x="10854768" y="3988500"/>
            <a:ext cx="958200" cy="645000"/>
          </a:xfrm>
          <a:prstGeom prst="rect">
            <a:avLst/>
          </a:prstGeom>
          <a:solidFill>
            <a:srgbClr val="D9EAD3"/>
          </a:solidFill>
          <a:ln cap="flat" cmpd="sng" w="9525">
            <a:solidFill>
              <a:srgbClr val="414141"/>
            </a:solidFill>
            <a:prstDash val="solid"/>
            <a:round/>
            <a:headEnd len="sm" w="sm" type="none"/>
            <a:tailEnd len="sm" w="sm" type="none"/>
          </a:ln>
        </p:spPr>
        <p:txBody>
          <a:bodyPr anchorCtr="0" anchor="ctr" bIns="182850" lIns="182850" spcFirstLastPara="1" rIns="182850" wrap="square" tIns="182850">
            <a:noAutofit/>
          </a:bodyPr>
          <a:lstStyle/>
          <a:p>
            <a:pPr indent="0" lvl="0" marL="0" marR="0" rtl="0" algn="ctr">
              <a:lnSpc>
                <a:spcPct val="100000"/>
              </a:lnSpc>
              <a:spcBef>
                <a:spcPts val="0"/>
              </a:spcBef>
              <a:spcAft>
                <a:spcPts val="0"/>
              </a:spcAft>
              <a:buClr>
                <a:srgbClr val="000000"/>
              </a:buClr>
              <a:buSzPts val="3200"/>
              <a:buFont typeface="Arial"/>
              <a:buNone/>
            </a:pPr>
            <a:r>
              <a:t/>
            </a:r>
            <a:endParaRPr b="0" i="0" sz="3200" u="none" cap="none" strike="noStrike">
              <a:solidFill>
                <a:srgbClr val="000000"/>
              </a:solidFill>
              <a:latin typeface="Arial"/>
              <a:ea typeface="Arial"/>
              <a:cs typeface="Arial"/>
              <a:sym typeface="Arial"/>
            </a:endParaRPr>
          </a:p>
        </p:txBody>
      </p:sp>
      <p:sp>
        <p:nvSpPr>
          <p:cNvPr id="1014" name="Google Shape;1014;p91"/>
          <p:cNvSpPr/>
          <p:nvPr/>
        </p:nvSpPr>
        <p:spPr>
          <a:xfrm>
            <a:off x="12396706" y="3836100"/>
            <a:ext cx="958200" cy="645000"/>
          </a:xfrm>
          <a:prstGeom prst="rect">
            <a:avLst/>
          </a:prstGeom>
          <a:solidFill>
            <a:srgbClr val="FFF2CC"/>
          </a:solidFill>
          <a:ln cap="flat" cmpd="sng" w="9525">
            <a:solidFill>
              <a:srgbClr val="414141"/>
            </a:solidFill>
            <a:prstDash val="solid"/>
            <a:round/>
            <a:headEnd len="sm" w="sm" type="none"/>
            <a:tailEnd len="sm" w="sm" type="none"/>
          </a:ln>
        </p:spPr>
        <p:txBody>
          <a:bodyPr anchorCtr="0" anchor="ctr" bIns="182850" lIns="182850" spcFirstLastPara="1" rIns="182850" wrap="square" tIns="182850">
            <a:noAutofit/>
          </a:bodyPr>
          <a:lstStyle/>
          <a:p>
            <a:pPr indent="0" lvl="0" marL="0" marR="0" rtl="0" algn="ctr">
              <a:lnSpc>
                <a:spcPct val="100000"/>
              </a:lnSpc>
              <a:spcBef>
                <a:spcPts val="0"/>
              </a:spcBef>
              <a:spcAft>
                <a:spcPts val="0"/>
              </a:spcAft>
              <a:buClr>
                <a:srgbClr val="000000"/>
              </a:buClr>
              <a:buSzPts val="3200"/>
              <a:buFont typeface="Arial"/>
              <a:buNone/>
            </a:pPr>
            <a:r>
              <a:rPr i="0" lang="en" sz="3200" u="none" cap="none" strike="noStrike">
                <a:solidFill>
                  <a:schemeClr val="lt1"/>
                </a:solidFill>
                <a:latin typeface="Roboto"/>
                <a:ea typeface="Roboto"/>
                <a:cs typeface="Roboto"/>
                <a:sym typeface="Roboto"/>
              </a:rPr>
              <a:t>P2</a:t>
            </a:r>
            <a:endParaRPr i="0" sz="3200" u="none" cap="none" strike="noStrike">
              <a:solidFill>
                <a:schemeClr val="lt1"/>
              </a:solidFill>
              <a:latin typeface="Roboto"/>
              <a:ea typeface="Roboto"/>
              <a:cs typeface="Roboto"/>
              <a:sym typeface="Roboto"/>
            </a:endParaRPr>
          </a:p>
        </p:txBody>
      </p:sp>
      <p:sp>
        <p:nvSpPr>
          <p:cNvPr id="1015" name="Google Shape;1015;p91"/>
          <p:cNvSpPr/>
          <p:nvPr/>
        </p:nvSpPr>
        <p:spPr>
          <a:xfrm>
            <a:off x="14127105" y="3836100"/>
            <a:ext cx="958200" cy="645000"/>
          </a:xfrm>
          <a:prstGeom prst="rect">
            <a:avLst/>
          </a:prstGeom>
          <a:solidFill>
            <a:srgbClr val="F4CCCC"/>
          </a:solidFill>
          <a:ln cap="flat" cmpd="sng" w="9525">
            <a:solidFill>
              <a:srgbClr val="414141"/>
            </a:solidFill>
            <a:prstDash val="solid"/>
            <a:round/>
            <a:headEnd len="sm" w="sm" type="none"/>
            <a:tailEnd len="sm" w="sm" type="none"/>
          </a:ln>
        </p:spPr>
        <p:txBody>
          <a:bodyPr anchorCtr="0" anchor="ctr" bIns="182850" lIns="182850" spcFirstLastPara="1" rIns="182850" wrap="square" tIns="182850">
            <a:noAutofit/>
          </a:bodyPr>
          <a:lstStyle/>
          <a:p>
            <a:pPr indent="0" lvl="0" marL="0" marR="0" rtl="0" algn="ctr">
              <a:lnSpc>
                <a:spcPct val="100000"/>
              </a:lnSpc>
              <a:spcBef>
                <a:spcPts val="0"/>
              </a:spcBef>
              <a:spcAft>
                <a:spcPts val="0"/>
              </a:spcAft>
              <a:buClr>
                <a:srgbClr val="000000"/>
              </a:buClr>
              <a:buSzPts val="3200"/>
              <a:buFont typeface="Arial"/>
              <a:buNone/>
            </a:pPr>
            <a:r>
              <a:rPr i="0" lang="en" sz="3200" u="none" cap="none" strike="noStrike">
                <a:solidFill>
                  <a:schemeClr val="lt1"/>
                </a:solidFill>
                <a:latin typeface="Roboto"/>
                <a:ea typeface="Roboto"/>
                <a:cs typeface="Roboto"/>
                <a:sym typeface="Roboto"/>
              </a:rPr>
              <a:t>P3</a:t>
            </a:r>
            <a:endParaRPr i="0" sz="3200" u="none" cap="none" strike="noStrike">
              <a:solidFill>
                <a:schemeClr val="lt1"/>
              </a:solidFill>
              <a:latin typeface="Roboto"/>
              <a:ea typeface="Roboto"/>
              <a:cs typeface="Roboto"/>
              <a:sym typeface="Roboto"/>
            </a:endParaRPr>
          </a:p>
        </p:txBody>
      </p:sp>
      <p:sp>
        <p:nvSpPr>
          <p:cNvPr id="1016" name="Google Shape;1016;p91"/>
          <p:cNvSpPr/>
          <p:nvPr/>
        </p:nvSpPr>
        <p:spPr>
          <a:xfrm>
            <a:off x="10702368" y="3836100"/>
            <a:ext cx="958200" cy="645000"/>
          </a:xfrm>
          <a:prstGeom prst="rect">
            <a:avLst/>
          </a:prstGeom>
          <a:solidFill>
            <a:srgbClr val="D9EAD3"/>
          </a:solidFill>
          <a:ln cap="flat" cmpd="sng" w="9525">
            <a:solidFill>
              <a:srgbClr val="414141"/>
            </a:solidFill>
            <a:prstDash val="solid"/>
            <a:round/>
            <a:headEnd len="sm" w="sm" type="none"/>
            <a:tailEnd len="sm" w="sm" type="none"/>
          </a:ln>
        </p:spPr>
        <p:txBody>
          <a:bodyPr anchorCtr="0" anchor="ctr" bIns="182850" lIns="182850" spcFirstLastPara="1" rIns="182850" wrap="square" tIns="182850">
            <a:noAutofit/>
          </a:bodyPr>
          <a:lstStyle/>
          <a:p>
            <a:pPr indent="0" lvl="0" marL="0" marR="0" rtl="0" algn="ctr">
              <a:lnSpc>
                <a:spcPct val="100000"/>
              </a:lnSpc>
              <a:spcBef>
                <a:spcPts val="0"/>
              </a:spcBef>
              <a:spcAft>
                <a:spcPts val="0"/>
              </a:spcAft>
              <a:buClr>
                <a:srgbClr val="000000"/>
              </a:buClr>
              <a:buSzPts val="3200"/>
              <a:buFont typeface="Arial"/>
              <a:buNone/>
            </a:pPr>
            <a:r>
              <a:rPr i="0" lang="en" sz="3200" u="none" cap="none" strike="noStrike">
                <a:solidFill>
                  <a:schemeClr val="lt1"/>
                </a:solidFill>
                <a:latin typeface="Roboto"/>
                <a:ea typeface="Roboto"/>
                <a:cs typeface="Roboto"/>
                <a:sym typeface="Roboto"/>
              </a:rPr>
              <a:t>P1</a:t>
            </a:r>
            <a:endParaRPr i="0" sz="3200" u="none" cap="none" strike="noStrike">
              <a:solidFill>
                <a:schemeClr val="lt1"/>
              </a:solidFill>
              <a:latin typeface="Roboto"/>
              <a:ea typeface="Roboto"/>
              <a:cs typeface="Roboto"/>
              <a:sym typeface="Roboto"/>
            </a:endParaRPr>
          </a:p>
        </p:txBody>
      </p:sp>
      <p:sp>
        <p:nvSpPr>
          <p:cNvPr id="1017" name="Google Shape;1017;p91"/>
          <p:cNvSpPr txBox="1"/>
          <p:nvPr/>
        </p:nvSpPr>
        <p:spPr>
          <a:xfrm>
            <a:off x="3183148" y="3264575"/>
            <a:ext cx="6757200" cy="1371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sz="2800">
                <a:solidFill>
                  <a:schemeClr val="lt1"/>
                </a:solidFill>
                <a:latin typeface="Roboto"/>
                <a:ea typeface="Roboto"/>
                <a:cs typeface="Roboto"/>
                <a:sym typeface="Roboto"/>
              </a:rPr>
              <a:t>B</a:t>
            </a:r>
            <a:r>
              <a:rPr lang="en" sz="2800">
                <a:solidFill>
                  <a:schemeClr val="lt1"/>
                </a:solidFill>
                <a:latin typeface="Roboto"/>
                <a:ea typeface="Roboto"/>
                <a:cs typeface="Roboto"/>
                <a:sym typeface="Roboto"/>
              </a:rPr>
              <a:t>uild your apps as</a:t>
            </a:r>
            <a:br>
              <a:rPr lang="en" sz="2800">
                <a:solidFill>
                  <a:schemeClr val="lt1"/>
                </a:solidFill>
                <a:latin typeface="Roboto"/>
                <a:ea typeface="Roboto"/>
                <a:cs typeface="Roboto"/>
                <a:sym typeface="Roboto"/>
              </a:rPr>
            </a:br>
            <a:r>
              <a:rPr lang="en" sz="2800">
                <a:solidFill>
                  <a:schemeClr val="lt1"/>
                </a:solidFill>
                <a:latin typeface="Roboto"/>
                <a:ea typeface="Roboto"/>
                <a:cs typeface="Roboto"/>
                <a:sym typeface="Roboto"/>
              </a:rPr>
              <a:t>decoupled microservices.</a:t>
            </a:r>
            <a:endParaRPr sz="2800">
              <a:solidFill>
                <a:schemeClr val="lt1"/>
              </a:solidFill>
              <a:latin typeface="Roboto"/>
              <a:ea typeface="Roboto"/>
              <a:cs typeface="Roboto"/>
              <a:sym typeface="Roboto"/>
            </a:endParaRPr>
          </a:p>
        </p:txBody>
      </p:sp>
      <p:sp>
        <p:nvSpPr>
          <p:cNvPr id="1018" name="Google Shape;1018;p91"/>
          <p:cNvSpPr txBox="1"/>
          <p:nvPr/>
        </p:nvSpPr>
        <p:spPr>
          <a:xfrm>
            <a:off x="3183150" y="5231725"/>
            <a:ext cx="5919300" cy="1371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sz="2800">
                <a:solidFill>
                  <a:schemeClr val="lt1"/>
                </a:solidFill>
                <a:latin typeface="Roboto"/>
                <a:ea typeface="Roboto"/>
                <a:cs typeface="Roboto"/>
                <a:sym typeface="Roboto"/>
              </a:rPr>
              <a:t>Y</a:t>
            </a:r>
            <a:r>
              <a:rPr lang="en" sz="2800">
                <a:solidFill>
                  <a:schemeClr val="lt1"/>
                </a:solidFill>
                <a:latin typeface="Roboto"/>
                <a:ea typeface="Roboto"/>
                <a:cs typeface="Roboto"/>
                <a:sym typeface="Roboto"/>
              </a:rPr>
              <a:t>ou may not be able to fine-tune the underlying architecture to save cost.</a:t>
            </a:r>
            <a:endParaRPr sz="2800">
              <a:solidFill>
                <a:schemeClr val="lt1"/>
              </a:solidFill>
              <a:latin typeface="Roboto"/>
              <a:ea typeface="Roboto"/>
              <a:cs typeface="Roboto"/>
              <a:sym typeface="Roboto"/>
            </a:endParaRPr>
          </a:p>
        </p:txBody>
      </p:sp>
      <p:sp>
        <p:nvSpPr>
          <p:cNvPr id="1019" name="Google Shape;1019;p91"/>
          <p:cNvSpPr/>
          <p:nvPr/>
        </p:nvSpPr>
        <p:spPr>
          <a:xfrm>
            <a:off x="1828800" y="5391778"/>
            <a:ext cx="1051500" cy="1051500"/>
          </a:xfrm>
          <a:prstGeom prst="ellipse">
            <a:avLst/>
          </a:prstGeom>
          <a:solidFill>
            <a:schemeClr val="accent4"/>
          </a:solidFill>
          <a:ln>
            <a:noFill/>
          </a:ln>
          <a:effectLst>
            <a:outerShdw rotWithShape="0" algn="bl" dir="2760000" dist="190500">
              <a:srgbClr val="666666">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lang="en" sz="4800">
                <a:solidFill>
                  <a:srgbClr val="FFFFFF"/>
                </a:solidFill>
                <a:latin typeface="Google Sans"/>
                <a:ea typeface="Google Sans"/>
                <a:cs typeface="Google Sans"/>
                <a:sym typeface="Google Sans"/>
              </a:rPr>
              <a:t>X</a:t>
            </a:r>
            <a:endParaRPr sz="4800">
              <a:solidFill>
                <a:srgbClr val="FFFFFF"/>
              </a:solidFill>
              <a:latin typeface="Google Sans"/>
              <a:ea typeface="Google Sans"/>
              <a:cs typeface="Google Sans"/>
              <a:sym typeface="Google Sans"/>
            </a:endParaRPr>
          </a:p>
        </p:txBody>
      </p:sp>
      <p:sp>
        <p:nvSpPr>
          <p:cNvPr id="1020" name="Google Shape;1020;p91"/>
          <p:cNvSpPr/>
          <p:nvPr/>
        </p:nvSpPr>
        <p:spPr>
          <a:xfrm>
            <a:off x="10466516" y="7783398"/>
            <a:ext cx="551700" cy="942900"/>
          </a:xfrm>
          <a:prstGeom prst="cube">
            <a:avLst>
              <a:gd fmla="val 33345" name="adj"/>
            </a:avLst>
          </a:prstGeom>
          <a:solidFill>
            <a:schemeClr val="accent3"/>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1" name="Google Shape;1021;p91"/>
          <p:cNvSpPr/>
          <p:nvPr/>
        </p:nvSpPr>
        <p:spPr>
          <a:xfrm>
            <a:off x="10706016" y="8486848"/>
            <a:ext cx="657525" cy="385250"/>
          </a:xfrm>
          <a:prstGeom prst="flowChartMagneticDisk">
            <a:avLst/>
          </a:prstGeom>
          <a:solidFill>
            <a:schemeClr val="accent3"/>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rgbClr val="FFFFFF"/>
              </a:solidFill>
              <a:latin typeface="Arial"/>
              <a:ea typeface="Arial"/>
              <a:cs typeface="Arial"/>
              <a:sym typeface="Arial"/>
            </a:endParaRPr>
          </a:p>
        </p:txBody>
      </p:sp>
      <p:grpSp>
        <p:nvGrpSpPr>
          <p:cNvPr id="1022" name="Google Shape;1022;p91"/>
          <p:cNvGrpSpPr/>
          <p:nvPr/>
        </p:nvGrpSpPr>
        <p:grpSpPr>
          <a:xfrm>
            <a:off x="11590466" y="7783398"/>
            <a:ext cx="897025" cy="1088700"/>
            <a:chOff x="11936250" y="7925400"/>
            <a:chExt cx="897025" cy="1088700"/>
          </a:xfrm>
        </p:grpSpPr>
        <p:sp>
          <p:nvSpPr>
            <p:cNvPr id="1023" name="Google Shape;1023;p91"/>
            <p:cNvSpPr/>
            <p:nvPr/>
          </p:nvSpPr>
          <p:spPr>
            <a:xfrm>
              <a:off x="11936250" y="7925400"/>
              <a:ext cx="551700" cy="942900"/>
            </a:xfrm>
            <a:prstGeom prst="cube">
              <a:avLst>
                <a:gd fmla="val 33345" name="adj"/>
              </a:avLst>
            </a:prstGeom>
            <a:solidFill>
              <a:schemeClr val="accent4"/>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4" name="Google Shape;1024;p91"/>
            <p:cNvSpPr/>
            <p:nvPr/>
          </p:nvSpPr>
          <p:spPr>
            <a:xfrm>
              <a:off x="12175750" y="8628850"/>
              <a:ext cx="657525" cy="385250"/>
            </a:xfrm>
            <a:prstGeom prst="flowChartMagneticDisk">
              <a:avLst/>
            </a:prstGeom>
            <a:solidFill>
              <a:schemeClr val="accent4"/>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rgbClr val="FFFFFF"/>
                </a:solidFill>
                <a:latin typeface="Arial"/>
                <a:ea typeface="Arial"/>
                <a:cs typeface="Arial"/>
                <a:sym typeface="Arial"/>
              </a:endParaRPr>
            </a:p>
          </p:txBody>
        </p:sp>
      </p:grpSp>
      <p:grpSp>
        <p:nvGrpSpPr>
          <p:cNvPr id="1025" name="Google Shape;1025;p91"/>
          <p:cNvGrpSpPr/>
          <p:nvPr/>
        </p:nvGrpSpPr>
        <p:grpSpPr>
          <a:xfrm>
            <a:off x="12714416" y="7783398"/>
            <a:ext cx="897025" cy="1088700"/>
            <a:chOff x="13003050" y="7925400"/>
            <a:chExt cx="897025" cy="1088700"/>
          </a:xfrm>
        </p:grpSpPr>
        <p:sp>
          <p:nvSpPr>
            <p:cNvPr id="1026" name="Google Shape;1026;p91"/>
            <p:cNvSpPr/>
            <p:nvPr/>
          </p:nvSpPr>
          <p:spPr>
            <a:xfrm>
              <a:off x="13003050" y="7925400"/>
              <a:ext cx="551700" cy="942900"/>
            </a:xfrm>
            <a:prstGeom prst="cube">
              <a:avLst>
                <a:gd fmla="val 33345" name="adj"/>
              </a:avLst>
            </a:prstGeom>
            <a:solidFill>
              <a:schemeClr val="accent5"/>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7" name="Google Shape;1027;p91"/>
            <p:cNvSpPr/>
            <p:nvPr/>
          </p:nvSpPr>
          <p:spPr>
            <a:xfrm>
              <a:off x="13242550" y="8628850"/>
              <a:ext cx="657525" cy="385250"/>
            </a:xfrm>
            <a:prstGeom prst="flowChartMagneticDisk">
              <a:avLst/>
            </a:prstGeom>
            <a:solidFill>
              <a:schemeClr val="accent5"/>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rgbClr val="FFFFFF"/>
                </a:solidFill>
                <a:latin typeface="Arial"/>
                <a:ea typeface="Arial"/>
                <a:cs typeface="Arial"/>
                <a:sym typeface="Arial"/>
              </a:endParaRPr>
            </a:p>
          </p:txBody>
        </p:sp>
      </p:grpSp>
      <p:grpSp>
        <p:nvGrpSpPr>
          <p:cNvPr id="1028" name="Google Shape;1028;p91"/>
          <p:cNvGrpSpPr/>
          <p:nvPr/>
        </p:nvGrpSpPr>
        <p:grpSpPr>
          <a:xfrm>
            <a:off x="13838366" y="7783398"/>
            <a:ext cx="897025" cy="1088700"/>
            <a:chOff x="14069850" y="7925400"/>
            <a:chExt cx="897025" cy="1088700"/>
          </a:xfrm>
        </p:grpSpPr>
        <p:sp>
          <p:nvSpPr>
            <p:cNvPr id="1029" name="Google Shape;1029;p91"/>
            <p:cNvSpPr/>
            <p:nvPr/>
          </p:nvSpPr>
          <p:spPr>
            <a:xfrm>
              <a:off x="14069850" y="7925400"/>
              <a:ext cx="551700" cy="942900"/>
            </a:xfrm>
            <a:prstGeom prst="cube">
              <a:avLst>
                <a:gd fmla="val 33345" name="adj"/>
              </a:avLst>
            </a:prstGeom>
            <a:solidFill>
              <a:schemeClr val="accent6"/>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0" name="Google Shape;1030;p91"/>
            <p:cNvSpPr/>
            <p:nvPr/>
          </p:nvSpPr>
          <p:spPr>
            <a:xfrm>
              <a:off x="14309350" y="8628850"/>
              <a:ext cx="657525" cy="385250"/>
            </a:xfrm>
            <a:prstGeom prst="flowChartMagneticDisk">
              <a:avLst/>
            </a:prstGeom>
            <a:solidFill>
              <a:schemeClr val="accent6"/>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rgbClr val="FFFFFF"/>
                </a:solidFill>
                <a:latin typeface="Arial"/>
                <a:ea typeface="Arial"/>
                <a:cs typeface="Arial"/>
                <a:sym typeface="Arial"/>
              </a:endParaRPr>
            </a:p>
          </p:txBody>
        </p:sp>
      </p:grpSp>
      <p:grpSp>
        <p:nvGrpSpPr>
          <p:cNvPr id="1031" name="Google Shape;1031;p91"/>
          <p:cNvGrpSpPr/>
          <p:nvPr/>
        </p:nvGrpSpPr>
        <p:grpSpPr>
          <a:xfrm>
            <a:off x="14962316" y="7783398"/>
            <a:ext cx="897025" cy="1088700"/>
            <a:chOff x="15365250" y="7925400"/>
            <a:chExt cx="897025" cy="1088700"/>
          </a:xfrm>
        </p:grpSpPr>
        <p:sp>
          <p:nvSpPr>
            <p:cNvPr id="1032" name="Google Shape;1032;p91"/>
            <p:cNvSpPr/>
            <p:nvPr/>
          </p:nvSpPr>
          <p:spPr>
            <a:xfrm>
              <a:off x="15365250" y="7925400"/>
              <a:ext cx="551700" cy="942900"/>
            </a:xfrm>
            <a:prstGeom prst="cube">
              <a:avLst>
                <a:gd fmla="val 33345" name="adj"/>
              </a:avLst>
            </a:prstGeom>
            <a:solidFill>
              <a:schemeClr val="accent2"/>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3" name="Google Shape;1033;p91"/>
            <p:cNvSpPr/>
            <p:nvPr/>
          </p:nvSpPr>
          <p:spPr>
            <a:xfrm>
              <a:off x="15604750" y="8628850"/>
              <a:ext cx="657525" cy="385250"/>
            </a:xfrm>
            <a:prstGeom prst="flowChartMagneticDisk">
              <a:avLst/>
            </a:prstGeom>
            <a:solidFill>
              <a:schemeClr val="accent2"/>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rgbClr val="FFFFFF"/>
                </a:solidFill>
                <a:latin typeface="Arial"/>
                <a:ea typeface="Arial"/>
                <a:cs typeface="Arial"/>
                <a:sym typeface="Arial"/>
              </a:endParaRPr>
            </a:p>
          </p:txBody>
        </p:sp>
      </p:grpSp>
      <p:sp>
        <p:nvSpPr>
          <p:cNvPr id="1034" name="Google Shape;1034;p91"/>
          <p:cNvSpPr txBox="1"/>
          <p:nvPr>
            <p:ph type="title"/>
          </p:nvPr>
        </p:nvSpPr>
        <p:spPr>
          <a:xfrm>
            <a:off x="1672475" y="1154875"/>
            <a:ext cx="147753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platform scales to meet demand</a:t>
            </a:r>
            <a:endParaRPr/>
          </a:p>
        </p:txBody>
      </p:sp>
      <p:pic>
        <p:nvPicPr>
          <p:cNvPr id="1035" name="Google Shape;1035;p91"/>
          <p:cNvPicPr preferRelativeResize="0"/>
          <p:nvPr/>
        </p:nvPicPr>
        <p:blipFill>
          <a:blip r:embed="rId3">
            <a:alphaModFix/>
          </a:blip>
          <a:stretch>
            <a:fillRect/>
          </a:stretch>
        </p:blipFill>
        <p:spPr>
          <a:xfrm>
            <a:off x="1828802" y="3430329"/>
            <a:ext cx="1051560" cy="1051560"/>
          </a:xfrm>
          <a:prstGeom prst="rect">
            <a:avLst/>
          </a:prstGeom>
          <a:noFill/>
          <a:ln>
            <a:noFill/>
          </a:ln>
          <a:effectLst>
            <a:outerShdw rotWithShape="0" algn="bl" dir="2640000" dist="190500">
              <a:srgbClr val="666666">
                <a:alpha val="50000"/>
              </a:srgbClr>
            </a:outerShdw>
          </a:effectLst>
        </p:spPr>
      </p:pic>
      <p:sp>
        <p:nvSpPr>
          <p:cNvPr id="1036" name="Google Shape;1036;p91"/>
          <p:cNvSpPr/>
          <p:nvPr/>
        </p:nvSpPr>
        <p:spPr>
          <a:xfrm>
            <a:off x="10286875" y="6395875"/>
            <a:ext cx="5679300" cy="1064100"/>
          </a:xfrm>
          <a:prstGeom prst="rect">
            <a:avLst/>
          </a:prstGeom>
          <a:noFill/>
          <a:ln cap="flat" cmpd="sng" w="28575">
            <a:solidFill>
              <a:srgbClr val="000000"/>
            </a:solidFill>
            <a:prstDash val="solid"/>
            <a:round/>
            <a:headEnd len="sm" w="sm" type="none"/>
            <a:tailEnd len="sm" w="sm" type="none"/>
          </a:ln>
        </p:spPr>
        <p:txBody>
          <a:bodyPr anchorCtr="0" anchor="ctr" bIns="182850" lIns="182850" spcFirstLastPara="1" rIns="182850" wrap="square" tIns="182850">
            <a:noAutofit/>
          </a:bodyPr>
          <a:lstStyle/>
          <a:p>
            <a:pPr indent="0" lvl="0" marL="0" marR="0" rtl="0" algn="ctr">
              <a:lnSpc>
                <a:spcPct val="100000"/>
              </a:lnSpc>
              <a:spcBef>
                <a:spcPts val="0"/>
              </a:spcBef>
              <a:spcAft>
                <a:spcPts val="0"/>
              </a:spcAft>
              <a:buClr>
                <a:srgbClr val="000000"/>
              </a:buClr>
              <a:buSzPts val="3000"/>
              <a:buFont typeface="Arial"/>
              <a:buNone/>
            </a:pPr>
            <a:r>
              <a:rPr b="1" i="0" lang="en" sz="3000" u="none" cap="none" strike="noStrike">
                <a:solidFill>
                  <a:schemeClr val="dk1"/>
                </a:solidFill>
                <a:latin typeface="Roboto"/>
                <a:ea typeface="Roboto"/>
                <a:cs typeface="Roboto"/>
                <a:sym typeface="Roboto"/>
              </a:rPr>
              <a:t>Services</a:t>
            </a:r>
            <a:endParaRPr b="1" i="0" sz="3000" u="none" cap="none" strike="noStrike">
              <a:solidFill>
                <a:schemeClr val="dk1"/>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2400"/>
              <a:buFont typeface="Arial"/>
              <a:buNone/>
            </a:pPr>
            <a:r>
              <a:rPr i="0" lang="en" sz="2400" u="none" cap="none" strike="noStrike">
                <a:solidFill>
                  <a:schemeClr val="lt1"/>
                </a:solidFill>
                <a:latin typeface="Roboto"/>
                <a:ea typeface="Roboto"/>
                <a:cs typeface="Roboto"/>
                <a:sym typeface="Roboto"/>
              </a:rPr>
              <a:t>Data | Cache | Storage | DB | Network</a:t>
            </a:r>
            <a:endParaRPr i="0" sz="2400" u="none" cap="none" strike="noStrike">
              <a:solidFill>
                <a:schemeClr val="lt1"/>
              </a:solidFill>
              <a:latin typeface="Roboto"/>
              <a:ea typeface="Roboto"/>
              <a:cs typeface="Roboto"/>
              <a:sym typeface="Roboto"/>
            </a:endParaRPr>
          </a:p>
        </p:txBody>
      </p:sp>
      <p:sp>
        <p:nvSpPr>
          <p:cNvPr id="1037" name="Google Shape;1037;p91"/>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4">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1" name="Shape 1041"/>
        <p:cNvGrpSpPr/>
        <p:nvPr/>
      </p:nvGrpSpPr>
      <p:grpSpPr>
        <a:xfrm>
          <a:off x="0" y="0"/>
          <a:ext cx="0" cy="0"/>
          <a:chOff x="0" y="0"/>
          <a:chExt cx="0" cy="0"/>
        </a:xfrm>
      </p:grpSpPr>
      <p:sp>
        <p:nvSpPr>
          <p:cNvPr id="1042" name="Google Shape;1042;p92"/>
          <p:cNvSpPr/>
          <p:nvPr/>
        </p:nvSpPr>
        <p:spPr>
          <a:xfrm>
            <a:off x="6569022" y="3740659"/>
            <a:ext cx="1198800" cy="645000"/>
          </a:xfrm>
          <a:prstGeom prst="rect">
            <a:avLst/>
          </a:prstGeom>
          <a:solidFill>
            <a:srgbClr val="FFF2CC"/>
          </a:solidFill>
          <a:ln cap="flat" cmpd="sng" w="9525">
            <a:solidFill>
              <a:srgbClr val="414141"/>
            </a:solidFill>
            <a:prstDash val="solid"/>
            <a:round/>
            <a:headEnd len="sm" w="sm" type="none"/>
            <a:tailEnd len="sm" w="sm" type="none"/>
          </a:ln>
        </p:spPr>
        <p:txBody>
          <a:bodyPr anchorCtr="0" anchor="ctr" bIns="182850" lIns="182850" spcFirstLastPara="1" rIns="182850" wrap="square" tIns="182850">
            <a:noAutofit/>
          </a:bodyPr>
          <a:lstStyle/>
          <a:p>
            <a:pPr indent="0" lvl="0" marL="0" marR="0" rtl="0" algn="ctr">
              <a:lnSpc>
                <a:spcPct val="100000"/>
              </a:lnSpc>
              <a:spcBef>
                <a:spcPts val="0"/>
              </a:spcBef>
              <a:spcAft>
                <a:spcPts val="0"/>
              </a:spcAft>
              <a:buClr>
                <a:srgbClr val="000000"/>
              </a:buClr>
              <a:buSzPts val="3200"/>
              <a:buFont typeface="Arial"/>
              <a:buNone/>
            </a:pPr>
            <a:r>
              <a:rPr i="0" lang="en" sz="3200" u="none" cap="none" strike="noStrike">
                <a:solidFill>
                  <a:schemeClr val="lt1"/>
                </a:solidFill>
                <a:latin typeface="Roboto"/>
                <a:ea typeface="Roboto"/>
                <a:cs typeface="Roboto"/>
                <a:sym typeface="Roboto"/>
              </a:rPr>
              <a:t>App</a:t>
            </a:r>
            <a:endParaRPr i="0" sz="3200" u="none" cap="none" strike="noStrike">
              <a:solidFill>
                <a:schemeClr val="lt1"/>
              </a:solidFill>
              <a:latin typeface="Roboto"/>
              <a:ea typeface="Roboto"/>
              <a:cs typeface="Roboto"/>
              <a:sym typeface="Roboto"/>
            </a:endParaRPr>
          </a:p>
        </p:txBody>
      </p:sp>
      <p:sp>
        <p:nvSpPr>
          <p:cNvPr id="1043" name="Google Shape;1043;p92"/>
          <p:cNvSpPr/>
          <p:nvPr/>
        </p:nvSpPr>
        <p:spPr>
          <a:xfrm>
            <a:off x="8264381" y="3755338"/>
            <a:ext cx="1198800" cy="645000"/>
          </a:xfrm>
          <a:prstGeom prst="rect">
            <a:avLst/>
          </a:prstGeom>
          <a:solidFill>
            <a:srgbClr val="F4CCCC"/>
          </a:solidFill>
          <a:ln cap="flat" cmpd="sng" w="9525">
            <a:solidFill>
              <a:srgbClr val="414141"/>
            </a:solidFill>
            <a:prstDash val="solid"/>
            <a:round/>
            <a:headEnd len="sm" w="sm" type="none"/>
            <a:tailEnd len="sm" w="sm" type="none"/>
          </a:ln>
        </p:spPr>
        <p:txBody>
          <a:bodyPr anchorCtr="0" anchor="ctr" bIns="182850" lIns="182850" spcFirstLastPara="1" rIns="182850" wrap="square" tIns="182850">
            <a:noAutofit/>
          </a:bodyPr>
          <a:lstStyle/>
          <a:p>
            <a:pPr indent="0" lvl="0" marL="0" marR="0" rtl="0" algn="ctr">
              <a:lnSpc>
                <a:spcPct val="100000"/>
              </a:lnSpc>
              <a:spcBef>
                <a:spcPts val="0"/>
              </a:spcBef>
              <a:spcAft>
                <a:spcPts val="0"/>
              </a:spcAft>
              <a:buClr>
                <a:srgbClr val="000000"/>
              </a:buClr>
              <a:buSzPts val="3200"/>
              <a:buFont typeface="Arial"/>
              <a:buNone/>
            </a:pPr>
            <a:r>
              <a:rPr i="0" lang="en" sz="3200" u="none" cap="none" strike="noStrike">
                <a:solidFill>
                  <a:schemeClr val="lt1"/>
                </a:solidFill>
                <a:latin typeface="Roboto"/>
                <a:ea typeface="Roboto"/>
                <a:cs typeface="Roboto"/>
                <a:sym typeface="Roboto"/>
              </a:rPr>
              <a:t>App</a:t>
            </a:r>
            <a:endParaRPr i="0" sz="3200" u="none" cap="none" strike="noStrike">
              <a:solidFill>
                <a:schemeClr val="lt1"/>
              </a:solidFill>
              <a:latin typeface="Roboto"/>
              <a:ea typeface="Roboto"/>
              <a:cs typeface="Roboto"/>
              <a:sym typeface="Roboto"/>
            </a:endParaRPr>
          </a:p>
        </p:txBody>
      </p:sp>
      <p:sp>
        <p:nvSpPr>
          <p:cNvPr id="1044" name="Google Shape;1044;p92"/>
          <p:cNvSpPr/>
          <p:nvPr/>
        </p:nvSpPr>
        <p:spPr>
          <a:xfrm>
            <a:off x="4846514" y="3755338"/>
            <a:ext cx="1198800" cy="645000"/>
          </a:xfrm>
          <a:prstGeom prst="rect">
            <a:avLst/>
          </a:prstGeom>
          <a:solidFill>
            <a:srgbClr val="D9EAD3"/>
          </a:solidFill>
          <a:ln cap="flat" cmpd="sng" w="9525">
            <a:solidFill>
              <a:srgbClr val="414141"/>
            </a:solidFill>
            <a:prstDash val="solid"/>
            <a:round/>
            <a:headEnd len="sm" w="sm" type="none"/>
            <a:tailEnd len="sm" w="sm" type="none"/>
          </a:ln>
        </p:spPr>
        <p:txBody>
          <a:bodyPr anchorCtr="0" anchor="ctr" bIns="182850" lIns="182850" spcFirstLastPara="1" rIns="182850" wrap="square" tIns="182850">
            <a:noAutofit/>
          </a:bodyPr>
          <a:lstStyle/>
          <a:p>
            <a:pPr indent="0" lvl="0" marL="0" marR="0" rtl="0" algn="ctr">
              <a:lnSpc>
                <a:spcPct val="100000"/>
              </a:lnSpc>
              <a:spcBef>
                <a:spcPts val="0"/>
              </a:spcBef>
              <a:spcAft>
                <a:spcPts val="0"/>
              </a:spcAft>
              <a:buClr>
                <a:srgbClr val="000000"/>
              </a:buClr>
              <a:buSzPts val="3200"/>
              <a:buFont typeface="Arial"/>
              <a:buNone/>
            </a:pPr>
            <a:r>
              <a:rPr i="0" lang="en" sz="3200" u="none" cap="none" strike="noStrike">
                <a:solidFill>
                  <a:schemeClr val="lt1"/>
                </a:solidFill>
                <a:latin typeface="Roboto"/>
                <a:ea typeface="Roboto"/>
                <a:cs typeface="Roboto"/>
                <a:sym typeface="Roboto"/>
              </a:rPr>
              <a:t>App</a:t>
            </a:r>
            <a:endParaRPr i="0" sz="3200" u="none" cap="none" strike="noStrike">
              <a:solidFill>
                <a:schemeClr val="lt1"/>
              </a:solidFill>
              <a:latin typeface="Roboto"/>
              <a:ea typeface="Roboto"/>
              <a:cs typeface="Roboto"/>
              <a:sym typeface="Roboto"/>
            </a:endParaRPr>
          </a:p>
        </p:txBody>
      </p:sp>
      <p:sp>
        <p:nvSpPr>
          <p:cNvPr id="1045" name="Google Shape;1045;p92"/>
          <p:cNvSpPr/>
          <p:nvPr/>
        </p:nvSpPr>
        <p:spPr>
          <a:xfrm>
            <a:off x="4719757" y="5390951"/>
            <a:ext cx="1476939" cy="316805"/>
          </a:xfrm>
          <a:custGeom>
            <a:rect b="b" l="l" r="r" t="t"/>
            <a:pathLst>
              <a:path extrusionOk="0" h="31736" w="53624">
                <a:moveTo>
                  <a:pt x="0" y="0"/>
                </a:moveTo>
                <a:lnTo>
                  <a:pt x="0" y="31736"/>
                </a:lnTo>
                <a:lnTo>
                  <a:pt x="53624" y="31736"/>
                </a:lnTo>
                <a:lnTo>
                  <a:pt x="53389" y="2189"/>
                </a:lnTo>
              </a:path>
            </a:pathLst>
          </a:custGeom>
          <a:noFill/>
          <a:ln cap="flat" cmpd="sng" w="38100">
            <a:solidFill>
              <a:schemeClr val="accent2"/>
            </a:solidFill>
            <a:prstDash val="solid"/>
            <a:round/>
            <a:headEnd len="sm" w="sm" type="none"/>
            <a:tailEnd len="sm" w="sm" type="none"/>
          </a:ln>
        </p:spPr>
      </p:sp>
      <p:sp>
        <p:nvSpPr>
          <p:cNvPr id="1046" name="Google Shape;1046;p92"/>
          <p:cNvSpPr/>
          <p:nvPr/>
        </p:nvSpPr>
        <p:spPr>
          <a:xfrm>
            <a:off x="6428844" y="5390951"/>
            <a:ext cx="1476939" cy="316805"/>
          </a:xfrm>
          <a:custGeom>
            <a:rect b="b" l="l" r="r" t="t"/>
            <a:pathLst>
              <a:path extrusionOk="0" h="31736" w="53624">
                <a:moveTo>
                  <a:pt x="0" y="0"/>
                </a:moveTo>
                <a:lnTo>
                  <a:pt x="0" y="31736"/>
                </a:lnTo>
                <a:lnTo>
                  <a:pt x="53624" y="31736"/>
                </a:lnTo>
                <a:lnTo>
                  <a:pt x="53624" y="3283"/>
                </a:lnTo>
              </a:path>
            </a:pathLst>
          </a:custGeom>
          <a:noFill/>
          <a:ln cap="flat" cmpd="sng" w="38100">
            <a:solidFill>
              <a:schemeClr val="accent2"/>
            </a:solidFill>
            <a:prstDash val="solid"/>
            <a:round/>
            <a:headEnd len="sm" w="sm" type="none"/>
            <a:tailEnd len="sm" w="sm" type="none"/>
          </a:ln>
        </p:spPr>
      </p:sp>
      <p:sp>
        <p:nvSpPr>
          <p:cNvPr id="1047" name="Google Shape;1047;p92"/>
          <p:cNvSpPr/>
          <p:nvPr/>
        </p:nvSpPr>
        <p:spPr>
          <a:xfrm>
            <a:off x="8140117" y="5390951"/>
            <a:ext cx="1476939" cy="316805"/>
          </a:xfrm>
          <a:custGeom>
            <a:rect b="b" l="l" r="r" t="t"/>
            <a:pathLst>
              <a:path extrusionOk="0" h="31736" w="53624">
                <a:moveTo>
                  <a:pt x="0" y="0"/>
                </a:moveTo>
                <a:lnTo>
                  <a:pt x="0" y="31736"/>
                </a:lnTo>
                <a:lnTo>
                  <a:pt x="53624" y="31736"/>
                </a:lnTo>
                <a:lnTo>
                  <a:pt x="53624" y="3283"/>
                </a:lnTo>
              </a:path>
            </a:pathLst>
          </a:custGeom>
          <a:noFill/>
          <a:ln cap="flat" cmpd="sng" w="38100">
            <a:solidFill>
              <a:schemeClr val="accent2"/>
            </a:solidFill>
            <a:prstDash val="solid"/>
            <a:round/>
            <a:headEnd len="sm" w="sm" type="none"/>
            <a:tailEnd len="sm" w="sm" type="none"/>
          </a:ln>
        </p:spPr>
      </p:sp>
      <p:sp>
        <p:nvSpPr>
          <p:cNvPr id="1048" name="Google Shape;1048;p92"/>
          <p:cNvSpPr txBox="1"/>
          <p:nvPr/>
        </p:nvSpPr>
        <p:spPr>
          <a:xfrm>
            <a:off x="10912468" y="3894079"/>
            <a:ext cx="2306700" cy="6450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i="0" lang="en" sz="3000" u="none" cap="none" strike="noStrike">
                <a:solidFill>
                  <a:schemeClr val="accent2"/>
                </a:solidFill>
                <a:latin typeface="Roboto"/>
                <a:ea typeface="Roboto"/>
                <a:cs typeface="Roboto"/>
                <a:sym typeface="Roboto"/>
              </a:rPr>
              <a:t>containers</a:t>
            </a:r>
            <a:endParaRPr i="0" sz="3000" u="none" cap="none" strike="noStrike">
              <a:solidFill>
                <a:schemeClr val="accent2"/>
              </a:solidFill>
              <a:latin typeface="Roboto"/>
              <a:ea typeface="Roboto"/>
              <a:cs typeface="Roboto"/>
              <a:sym typeface="Roboto"/>
            </a:endParaRPr>
          </a:p>
        </p:txBody>
      </p:sp>
      <p:sp>
        <p:nvSpPr>
          <p:cNvPr id="1049" name="Google Shape;1049;p92"/>
          <p:cNvSpPr/>
          <p:nvPr/>
        </p:nvSpPr>
        <p:spPr>
          <a:xfrm>
            <a:off x="6569022" y="4578859"/>
            <a:ext cx="1198800" cy="645000"/>
          </a:xfrm>
          <a:prstGeom prst="rect">
            <a:avLst/>
          </a:prstGeom>
          <a:solidFill>
            <a:srgbClr val="FFE599"/>
          </a:solidFill>
          <a:ln cap="flat" cmpd="sng" w="9525">
            <a:solidFill>
              <a:srgbClr val="414141"/>
            </a:solidFill>
            <a:prstDash val="solid"/>
            <a:round/>
            <a:headEnd len="sm" w="sm" type="none"/>
            <a:tailEnd len="sm" w="sm" type="none"/>
          </a:ln>
        </p:spPr>
        <p:txBody>
          <a:bodyPr anchorCtr="0" anchor="ctr" bIns="182850" lIns="182850" spcFirstLastPara="1" rIns="182850" wrap="square" tIns="182850">
            <a:noAutofit/>
          </a:bodyPr>
          <a:lstStyle/>
          <a:p>
            <a:pPr indent="0" lvl="0" marL="0" marR="0" rtl="0" algn="ctr">
              <a:lnSpc>
                <a:spcPct val="100000"/>
              </a:lnSpc>
              <a:spcBef>
                <a:spcPts val="0"/>
              </a:spcBef>
              <a:spcAft>
                <a:spcPts val="0"/>
              </a:spcAft>
              <a:buClr>
                <a:srgbClr val="000000"/>
              </a:buClr>
              <a:buSzPts val="3200"/>
              <a:buFont typeface="Arial"/>
              <a:buNone/>
            </a:pPr>
            <a:r>
              <a:rPr i="0" lang="en" sz="3200" u="none" cap="none" strike="noStrike">
                <a:solidFill>
                  <a:schemeClr val="lt1"/>
                </a:solidFill>
                <a:latin typeface="Roboto"/>
                <a:ea typeface="Roboto"/>
                <a:cs typeface="Roboto"/>
                <a:sym typeface="Roboto"/>
              </a:rPr>
              <a:t>Libs</a:t>
            </a:r>
            <a:endParaRPr i="0" sz="3200" u="none" cap="none" strike="noStrike">
              <a:solidFill>
                <a:schemeClr val="lt1"/>
              </a:solidFill>
              <a:latin typeface="Roboto"/>
              <a:ea typeface="Roboto"/>
              <a:cs typeface="Roboto"/>
              <a:sym typeface="Roboto"/>
            </a:endParaRPr>
          </a:p>
        </p:txBody>
      </p:sp>
      <p:sp>
        <p:nvSpPr>
          <p:cNvPr id="1050" name="Google Shape;1050;p92"/>
          <p:cNvSpPr/>
          <p:nvPr/>
        </p:nvSpPr>
        <p:spPr>
          <a:xfrm>
            <a:off x="8264381" y="4593538"/>
            <a:ext cx="1198800" cy="645000"/>
          </a:xfrm>
          <a:prstGeom prst="rect">
            <a:avLst/>
          </a:prstGeom>
          <a:solidFill>
            <a:srgbClr val="EA9999"/>
          </a:solidFill>
          <a:ln cap="flat" cmpd="sng" w="9525">
            <a:solidFill>
              <a:srgbClr val="414141"/>
            </a:solidFill>
            <a:prstDash val="solid"/>
            <a:round/>
            <a:headEnd len="sm" w="sm" type="none"/>
            <a:tailEnd len="sm" w="sm" type="none"/>
          </a:ln>
        </p:spPr>
        <p:txBody>
          <a:bodyPr anchorCtr="0" anchor="ctr" bIns="182850" lIns="182850" spcFirstLastPara="1" rIns="182850" wrap="square" tIns="182850">
            <a:noAutofit/>
          </a:bodyPr>
          <a:lstStyle/>
          <a:p>
            <a:pPr indent="0" lvl="0" marL="0" marR="0" rtl="0" algn="ctr">
              <a:lnSpc>
                <a:spcPct val="100000"/>
              </a:lnSpc>
              <a:spcBef>
                <a:spcPts val="0"/>
              </a:spcBef>
              <a:spcAft>
                <a:spcPts val="0"/>
              </a:spcAft>
              <a:buClr>
                <a:srgbClr val="000000"/>
              </a:buClr>
              <a:buSzPts val="3200"/>
              <a:buFont typeface="Arial"/>
              <a:buNone/>
            </a:pPr>
            <a:r>
              <a:rPr i="0" lang="en" sz="3200" u="none" cap="none" strike="noStrike">
                <a:solidFill>
                  <a:schemeClr val="lt1"/>
                </a:solidFill>
                <a:latin typeface="Roboto"/>
                <a:ea typeface="Roboto"/>
                <a:cs typeface="Roboto"/>
                <a:sym typeface="Roboto"/>
              </a:rPr>
              <a:t>Libs</a:t>
            </a:r>
            <a:endParaRPr i="0" sz="3200" u="none" cap="none" strike="noStrike">
              <a:solidFill>
                <a:schemeClr val="lt1"/>
              </a:solidFill>
              <a:latin typeface="Roboto"/>
              <a:ea typeface="Roboto"/>
              <a:cs typeface="Roboto"/>
              <a:sym typeface="Roboto"/>
            </a:endParaRPr>
          </a:p>
        </p:txBody>
      </p:sp>
      <p:sp>
        <p:nvSpPr>
          <p:cNvPr id="1051" name="Google Shape;1051;p92"/>
          <p:cNvSpPr/>
          <p:nvPr/>
        </p:nvSpPr>
        <p:spPr>
          <a:xfrm>
            <a:off x="4846514" y="4593538"/>
            <a:ext cx="1198800" cy="645000"/>
          </a:xfrm>
          <a:prstGeom prst="rect">
            <a:avLst/>
          </a:prstGeom>
          <a:solidFill>
            <a:srgbClr val="B6D7A8"/>
          </a:solidFill>
          <a:ln cap="flat" cmpd="sng" w="9525">
            <a:solidFill>
              <a:srgbClr val="414141"/>
            </a:solidFill>
            <a:prstDash val="solid"/>
            <a:round/>
            <a:headEnd len="sm" w="sm" type="none"/>
            <a:tailEnd len="sm" w="sm" type="none"/>
          </a:ln>
        </p:spPr>
        <p:txBody>
          <a:bodyPr anchorCtr="0" anchor="ctr" bIns="182850" lIns="182850" spcFirstLastPara="1" rIns="182850" wrap="square" tIns="182850">
            <a:noAutofit/>
          </a:bodyPr>
          <a:lstStyle/>
          <a:p>
            <a:pPr indent="0" lvl="0" marL="0" marR="0" rtl="0" algn="ctr">
              <a:lnSpc>
                <a:spcPct val="100000"/>
              </a:lnSpc>
              <a:spcBef>
                <a:spcPts val="0"/>
              </a:spcBef>
              <a:spcAft>
                <a:spcPts val="0"/>
              </a:spcAft>
              <a:buClr>
                <a:srgbClr val="000000"/>
              </a:buClr>
              <a:buSzPts val="3200"/>
              <a:buFont typeface="Arial"/>
              <a:buNone/>
            </a:pPr>
            <a:r>
              <a:rPr i="0" lang="en" sz="3200" u="none" cap="none" strike="noStrike">
                <a:solidFill>
                  <a:schemeClr val="lt1"/>
                </a:solidFill>
                <a:latin typeface="Roboto"/>
                <a:ea typeface="Roboto"/>
                <a:cs typeface="Roboto"/>
                <a:sym typeface="Roboto"/>
              </a:rPr>
              <a:t>Libs</a:t>
            </a:r>
            <a:endParaRPr i="0" sz="3200" u="none" cap="none" strike="noStrike">
              <a:solidFill>
                <a:schemeClr val="lt1"/>
              </a:solidFill>
              <a:latin typeface="Roboto"/>
              <a:ea typeface="Roboto"/>
              <a:cs typeface="Roboto"/>
              <a:sym typeface="Roboto"/>
            </a:endParaRPr>
          </a:p>
        </p:txBody>
      </p:sp>
      <p:sp>
        <p:nvSpPr>
          <p:cNvPr id="1052" name="Google Shape;1052;p92"/>
          <p:cNvSpPr/>
          <p:nvPr/>
        </p:nvSpPr>
        <p:spPr>
          <a:xfrm>
            <a:off x="5123955" y="6158475"/>
            <a:ext cx="4003500" cy="942900"/>
          </a:xfrm>
          <a:prstGeom prst="rect">
            <a:avLst/>
          </a:prstGeom>
          <a:solidFill>
            <a:schemeClr val="lt1"/>
          </a:solidFill>
          <a:ln>
            <a:noFill/>
          </a:ln>
        </p:spPr>
        <p:txBody>
          <a:bodyPr anchorCtr="0" anchor="ctr" bIns="182850" lIns="182850" spcFirstLastPara="1" rIns="182850" wrap="square" tIns="182850">
            <a:noAutofit/>
          </a:bodyPr>
          <a:lstStyle/>
          <a:p>
            <a:pPr indent="0" lvl="0" marL="0" marR="0" rtl="0" algn="ctr">
              <a:lnSpc>
                <a:spcPct val="100000"/>
              </a:lnSpc>
              <a:spcBef>
                <a:spcPts val="0"/>
              </a:spcBef>
              <a:spcAft>
                <a:spcPts val="0"/>
              </a:spcAft>
              <a:buClr>
                <a:srgbClr val="000000"/>
              </a:buClr>
              <a:buSzPts val="3600"/>
              <a:buFont typeface="Arial"/>
              <a:buNone/>
            </a:pPr>
            <a:r>
              <a:rPr i="0" lang="en" sz="3600" u="none" cap="none" strike="noStrike">
                <a:solidFill>
                  <a:srgbClr val="FFFFFF"/>
                </a:solidFill>
                <a:latin typeface="Roboto"/>
                <a:ea typeface="Roboto"/>
                <a:cs typeface="Roboto"/>
                <a:sym typeface="Roboto"/>
              </a:rPr>
              <a:t>OS / Hardware</a:t>
            </a:r>
            <a:endParaRPr i="0" sz="3600" u="none" cap="none" strike="noStrike">
              <a:solidFill>
                <a:srgbClr val="FFFFFF"/>
              </a:solidFill>
              <a:latin typeface="Roboto"/>
              <a:ea typeface="Roboto"/>
              <a:cs typeface="Roboto"/>
              <a:sym typeface="Roboto"/>
            </a:endParaRPr>
          </a:p>
        </p:txBody>
      </p:sp>
      <p:sp>
        <p:nvSpPr>
          <p:cNvPr id="1053" name="Google Shape;1053;p92"/>
          <p:cNvSpPr txBox="1"/>
          <p:nvPr/>
        </p:nvSpPr>
        <p:spPr>
          <a:xfrm>
            <a:off x="11078543" y="6834253"/>
            <a:ext cx="2489700" cy="1680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i="0" lang="en" sz="3000" u="none" cap="none" strike="noStrike">
                <a:solidFill>
                  <a:schemeClr val="accent2"/>
                </a:solidFill>
                <a:latin typeface="Roboto"/>
                <a:ea typeface="Roboto"/>
                <a:cs typeface="Roboto"/>
                <a:sym typeface="Roboto"/>
              </a:rPr>
              <a:t>implements container interfaces</a:t>
            </a:r>
            <a:endParaRPr i="0" sz="3000" u="none" cap="none" strike="noStrike">
              <a:solidFill>
                <a:schemeClr val="accent2"/>
              </a:solidFill>
              <a:latin typeface="Roboto"/>
              <a:ea typeface="Roboto"/>
              <a:cs typeface="Roboto"/>
              <a:sym typeface="Roboto"/>
            </a:endParaRPr>
          </a:p>
        </p:txBody>
      </p:sp>
      <p:cxnSp>
        <p:nvCxnSpPr>
          <p:cNvPr id="1054" name="Google Shape;1054;p92"/>
          <p:cNvCxnSpPr>
            <a:stCxn id="1048" idx="2"/>
          </p:cNvCxnSpPr>
          <p:nvPr/>
        </p:nvCxnSpPr>
        <p:spPr>
          <a:xfrm flipH="1">
            <a:off x="9904318" y="4539079"/>
            <a:ext cx="2161500" cy="885000"/>
          </a:xfrm>
          <a:prstGeom prst="straightConnector1">
            <a:avLst/>
          </a:prstGeom>
          <a:noFill/>
          <a:ln cap="flat" cmpd="sng" w="28575">
            <a:solidFill>
              <a:schemeClr val="accent2"/>
            </a:solidFill>
            <a:prstDash val="solid"/>
            <a:round/>
            <a:headEnd len="med" w="med" type="none"/>
            <a:tailEnd len="med" w="med" type="none"/>
          </a:ln>
        </p:spPr>
      </p:cxnSp>
      <p:cxnSp>
        <p:nvCxnSpPr>
          <p:cNvPr id="1055" name="Google Shape;1055;p92"/>
          <p:cNvCxnSpPr>
            <a:stCxn id="1053" idx="1"/>
          </p:cNvCxnSpPr>
          <p:nvPr/>
        </p:nvCxnSpPr>
        <p:spPr>
          <a:xfrm rot="10800000">
            <a:off x="9388943" y="6647503"/>
            <a:ext cx="1689600" cy="1027200"/>
          </a:xfrm>
          <a:prstGeom prst="straightConnector1">
            <a:avLst/>
          </a:prstGeom>
          <a:noFill/>
          <a:ln cap="flat" cmpd="sng" w="28575">
            <a:solidFill>
              <a:schemeClr val="accent2"/>
            </a:solidFill>
            <a:prstDash val="solid"/>
            <a:round/>
            <a:headEnd len="med" w="med" type="none"/>
            <a:tailEnd len="med" w="med" type="none"/>
          </a:ln>
        </p:spPr>
      </p:cxnSp>
      <p:sp>
        <p:nvSpPr>
          <p:cNvPr id="1056" name="Google Shape;1056;p92"/>
          <p:cNvSpPr txBox="1"/>
          <p:nvPr>
            <p:ph type="title"/>
          </p:nvPr>
        </p:nvSpPr>
        <p:spPr>
          <a:xfrm>
            <a:off x="1672475" y="1154875"/>
            <a:ext cx="147753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Leveraging containers offer the IaaS flexibility with PaaS scalability</a:t>
            </a:r>
            <a:endParaRPr/>
          </a:p>
        </p:txBody>
      </p:sp>
      <p:sp>
        <p:nvSpPr>
          <p:cNvPr id="1057" name="Google Shape;1057;p92"/>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3">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1" name="Shape 1061"/>
        <p:cNvGrpSpPr/>
        <p:nvPr/>
      </p:nvGrpSpPr>
      <p:grpSpPr>
        <a:xfrm>
          <a:off x="0" y="0"/>
          <a:ext cx="0" cy="0"/>
          <a:chOff x="0" y="0"/>
          <a:chExt cx="0" cy="0"/>
        </a:xfrm>
      </p:grpSpPr>
      <p:sp>
        <p:nvSpPr>
          <p:cNvPr id="1062" name="Google Shape;1062;p93"/>
          <p:cNvSpPr/>
          <p:nvPr/>
        </p:nvSpPr>
        <p:spPr>
          <a:xfrm>
            <a:off x="6866608" y="5025738"/>
            <a:ext cx="1198800" cy="645000"/>
          </a:xfrm>
          <a:prstGeom prst="rect">
            <a:avLst/>
          </a:prstGeom>
          <a:solidFill>
            <a:srgbClr val="D9EAD3"/>
          </a:solidFill>
          <a:ln cap="flat" cmpd="sng" w="9525">
            <a:solidFill>
              <a:srgbClr val="414141"/>
            </a:solidFill>
            <a:prstDash val="solid"/>
            <a:round/>
            <a:headEnd len="sm" w="sm" type="none"/>
            <a:tailEnd len="sm" w="sm" type="none"/>
          </a:ln>
        </p:spPr>
        <p:txBody>
          <a:bodyPr anchorCtr="0" anchor="ctr" bIns="182850" lIns="182850" spcFirstLastPara="1" rIns="182850" wrap="square" tIns="182850">
            <a:noAutofit/>
          </a:bodyPr>
          <a:lstStyle/>
          <a:p>
            <a:pPr indent="0" lvl="0" marL="0" marR="0" rtl="0" algn="ctr">
              <a:lnSpc>
                <a:spcPct val="100000"/>
              </a:lnSpc>
              <a:spcBef>
                <a:spcPts val="0"/>
              </a:spcBef>
              <a:spcAft>
                <a:spcPts val="0"/>
              </a:spcAft>
              <a:buClr>
                <a:srgbClr val="000000"/>
              </a:buClr>
              <a:buSzPts val="3200"/>
              <a:buFont typeface="Arial"/>
              <a:buNone/>
            </a:pPr>
            <a:r>
              <a:t/>
            </a:r>
            <a:endParaRPr b="0" i="0" sz="3200" u="none" cap="none" strike="noStrike">
              <a:solidFill>
                <a:srgbClr val="000000"/>
              </a:solidFill>
              <a:latin typeface="Arial"/>
              <a:ea typeface="Arial"/>
              <a:cs typeface="Arial"/>
              <a:sym typeface="Arial"/>
            </a:endParaRPr>
          </a:p>
        </p:txBody>
      </p:sp>
      <p:sp>
        <p:nvSpPr>
          <p:cNvPr id="1063" name="Google Shape;1063;p93"/>
          <p:cNvSpPr/>
          <p:nvPr/>
        </p:nvSpPr>
        <p:spPr>
          <a:xfrm>
            <a:off x="6714208" y="4873338"/>
            <a:ext cx="1198800" cy="645000"/>
          </a:xfrm>
          <a:prstGeom prst="rect">
            <a:avLst/>
          </a:prstGeom>
          <a:solidFill>
            <a:srgbClr val="D9EAD3"/>
          </a:solidFill>
          <a:ln cap="flat" cmpd="sng" w="9525">
            <a:solidFill>
              <a:srgbClr val="414141"/>
            </a:solidFill>
            <a:prstDash val="solid"/>
            <a:round/>
            <a:headEnd len="sm" w="sm" type="none"/>
            <a:tailEnd len="sm" w="sm" type="none"/>
          </a:ln>
        </p:spPr>
        <p:txBody>
          <a:bodyPr anchorCtr="0" anchor="ctr" bIns="182850" lIns="182850" spcFirstLastPara="1" rIns="182850" wrap="square" tIns="182850">
            <a:noAutofit/>
          </a:bodyPr>
          <a:lstStyle/>
          <a:p>
            <a:pPr indent="0" lvl="0" marL="0" marR="0" rtl="0" algn="ctr">
              <a:lnSpc>
                <a:spcPct val="100000"/>
              </a:lnSpc>
              <a:spcBef>
                <a:spcPts val="0"/>
              </a:spcBef>
              <a:spcAft>
                <a:spcPts val="0"/>
              </a:spcAft>
              <a:buClr>
                <a:srgbClr val="000000"/>
              </a:buClr>
              <a:buSzPts val="3200"/>
              <a:buFont typeface="Arial"/>
              <a:buNone/>
            </a:pPr>
            <a:r>
              <a:t/>
            </a:r>
            <a:endParaRPr b="0" i="0" sz="3200" u="none" cap="none" strike="noStrike">
              <a:solidFill>
                <a:srgbClr val="000000"/>
              </a:solidFill>
              <a:latin typeface="Arial"/>
              <a:ea typeface="Arial"/>
              <a:cs typeface="Arial"/>
              <a:sym typeface="Arial"/>
            </a:endParaRPr>
          </a:p>
        </p:txBody>
      </p:sp>
      <p:sp>
        <p:nvSpPr>
          <p:cNvPr id="1064" name="Google Shape;1064;p93"/>
          <p:cNvSpPr/>
          <p:nvPr/>
        </p:nvSpPr>
        <p:spPr>
          <a:xfrm>
            <a:off x="8741516" y="4096659"/>
            <a:ext cx="1198800" cy="645000"/>
          </a:xfrm>
          <a:prstGeom prst="rect">
            <a:avLst/>
          </a:prstGeom>
          <a:solidFill>
            <a:srgbClr val="FFF2CC"/>
          </a:solidFill>
          <a:ln cap="flat" cmpd="sng" w="9525">
            <a:solidFill>
              <a:srgbClr val="414141"/>
            </a:solidFill>
            <a:prstDash val="solid"/>
            <a:round/>
            <a:headEnd len="sm" w="sm" type="none"/>
            <a:tailEnd len="sm" w="sm" type="none"/>
          </a:ln>
        </p:spPr>
        <p:txBody>
          <a:bodyPr anchorCtr="0" anchor="ctr" bIns="182850" lIns="182850" spcFirstLastPara="1" rIns="182850" wrap="square" tIns="182850">
            <a:noAutofit/>
          </a:bodyPr>
          <a:lstStyle/>
          <a:p>
            <a:pPr indent="0" lvl="0" marL="0" marR="0" rtl="0" algn="ctr">
              <a:lnSpc>
                <a:spcPct val="100000"/>
              </a:lnSpc>
              <a:spcBef>
                <a:spcPts val="0"/>
              </a:spcBef>
              <a:spcAft>
                <a:spcPts val="0"/>
              </a:spcAft>
              <a:buClr>
                <a:srgbClr val="000000"/>
              </a:buClr>
              <a:buSzPts val="3200"/>
              <a:buFont typeface="Arial"/>
              <a:buNone/>
            </a:pPr>
            <a:r>
              <a:t/>
            </a:r>
            <a:endParaRPr b="0" i="0" sz="3200" u="none" cap="none" strike="noStrike">
              <a:solidFill>
                <a:srgbClr val="000000"/>
              </a:solidFill>
              <a:latin typeface="Arial"/>
              <a:ea typeface="Arial"/>
              <a:cs typeface="Arial"/>
              <a:sym typeface="Arial"/>
            </a:endParaRPr>
          </a:p>
        </p:txBody>
      </p:sp>
      <p:sp>
        <p:nvSpPr>
          <p:cNvPr id="1065" name="Google Shape;1065;p93"/>
          <p:cNvSpPr/>
          <p:nvPr/>
        </p:nvSpPr>
        <p:spPr>
          <a:xfrm>
            <a:off x="6561808" y="4720938"/>
            <a:ext cx="1198800" cy="645000"/>
          </a:xfrm>
          <a:prstGeom prst="rect">
            <a:avLst/>
          </a:prstGeom>
          <a:solidFill>
            <a:srgbClr val="D9EAD3"/>
          </a:solidFill>
          <a:ln cap="flat" cmpd="sng" w="9525">
            <a:solidFill>
              <a:srgbClr val="414141"/>
            </a:solidFill>
            <a:prstDash val="solid"/>
            <a:round/>
            <a:headEnd len="sm" w="sm" type="none"/>
            <a:tailEnd len="sm" w="sm" type="none"/>
          </a:ln>
        </p:spPr>
        <p:txBody>
          <a:bodyPr anchorCtr="0" anchor="ctr" bIns="182850" lIns="182850" spcFirstLastPara="1" rIns="182850" wrap="square" tIns="182850">
            <a:noAutofit/>
          </a:bodyPr>
          <a:lstStyle/>
          <a:p>
            <a:pPr indent="0" lvl="0" marL="0" marR="0" rtl="0" algn="ctr">
              <a:lnSpc>
                <a:spcPct val="100000"/>
              </a:lnSpc>
              <a:spcBef>
                <a:spcPts val="0"/>
              </a:spcBef>
              <a:spcAft>
                <a:spcPts val="0"/>
              </a:spcAft>
              <a:buClr>
                <a:srgbClr val="000000"/>
              </a:buClr>
              <a:buSzPts val="3200"/>
              <a:buFont typeface="Arial"/>
              <a:buNone/>
            </a:pPr>
            <a:r>
              <a:t/>
            </a:r>
            <a:endParaRPr b="0" i="0" sz="3200" u="none" cap="none" strike="noStrike">
              <a:solidFill>
                <a:srgbClr val="000000"/>
              </a:solidFill>
              <a:latin typeface="Arial"/>
              <a:ea typeface="Arial"/>
              <a:cs typeface="Arial"/>
              <a:sym typeface="Arial"/>
            </a:endParaRPr>
          </a:p>
        </p:txBody>
      </p:sp>
      <p:sp>
        <p:nvSpPr>
          <p:cNvPr id="1066" name="Google Shape;1066;p93"/>
          <p:cNvSpPr/>
          <p:nvPr/>
        </p:nvSpPr>
        <p:spPr>
          <a:xfrm>
            <a:off x="8589116" y="3944259"/>
            <a:ext cx="1198800" cy="645000"/>
          </a:xfrm>
          <a:prstGeom prst="rect">
            <a:avLst/>
          </a:prstGeom>
          <a:solidFill>
            <a:srgbClr val="FFF2CC"/>
          </a:solidFill>
          <a:ln cap="flat" cmpd="sng" w="9525">
            <a:solidFill>
              <a:srgbClr val="414141"/>
            </a:solidFill>
            <a:prstDash val="solid"/>
            <a:round/>
            <a:headEnd len="sm" w="sm" type="none"/>
            <a:tailEnd len="sm" w="sm" type="none"/>
          </a:ln>
        </p:spPr>
        <p:txBody>
          <a:bodyPr anchorCtr="0" anchor="ctr" bIns="182850" lIns="182850" spcFirstLastPara="1" rIns="182850" wrap="square" tIns="182850">
            <a:noAutofit/>
          </a:bodyPr>
          <a:lstStyle/>
          <a:p>
            <a:pPr indent="0" lvl="0" marL="0" marR="0" rtl="0" algn="ctr">
              <a:lnSpc>
                <a:spcPct val="100000"/>
              </a:lnSpc>
              <a:spcBef>
                <a:spcPts val="0"/>
              </a:spcBef>
              <a:spcAft>
                <a:spcPts val="0"/>
              </a:spcAft>
              <a:buClr>
                <a:srgbClr val="000000"/>
              </a:buClr>
              <a:buSzPts val="3200"/>
              <a:buFont typeface="Arial"/>
              <a:buNone/>
            </a:pPr>
            <a:r>
              <a:t/>
            </a:r>
            <a:endParaRPr b="0" i="0" sz="3200" u="none" cap="none" strike="noStrike">
              <a:solidFill>
                <a:srgbClr val="000000"/>
              </a:solidFill>
              <a:latin typeface="Arial"/>
              <a:ea typeface="Arial"/>
              <a:cs typeface="Arial"/>
              <a:sym typeface="Arial"/>
            </a:endParaRPr>
          </a:p>
        </p:txBody>
      </p:sp>
      <p:sp>
        <p:nvSpPr>
          <p:cNvPr id="1067" name="Google Shape;1067;p93"/>
          <p:cNvSpPr/>
          <p:nvPr/>
        </p:nvSpPr>
        <p:spPr>
          <a:xfrm>
            <a:off x="6409408" y="4568538"/>
            <a:ext cx="1198800" cy="645000"/>
          </a:xfrm>
          <a:prstGeom prst="rect">
            <a:avLst/>
          </a:prstGeom>
          <a:solidFill>
            <a:srgbClr val="D9EAD3"/>
          </a:solidFill>
          <a:ln cap="flat" cmpd="sng" w="9525">
            <a:solidFill>
              <a:srgbClr val="414141"/>
            </a:solidFill>
            <a:prstDash val="solid"/>
            <a:round/>
            <a:headEnd len="sm" w="sm" type="none"/>
            <a:tailEnd len="sm" w="sm" type="none"/>
          </a:ln>
        </p:spPr>
        <p:txBody>
          <a:bodyPr anchorCtr="0" anchor="ctr" bIns="182850" lIns="182850" spcFirstLastPara="1" rIns="182850" wrap="square" tIns="182850">
            <a:noAutofit/>
          </a:bodyPr>
          <a:lstStyle/>
          <a:p>
            <a:pPr indent="0" lvl="0" marL="0" marR="0" rtl="0" algn="ctr">
              <a:lnSpc>
                <a:spcPct val="100000"/>
              </a:lnSpc>
              <a:spcBef>
                <a:spcPts val="0"/>
              </a:spcBef>
              <a:spcAft>
                <a:spcPts val="0"/>
              </a:spcAft>
              <a:buClr>
                <a:srgbClr val="000000"/>
              </a:buClr>
              <a:buSzPts val="3200"/>
              <a:buFont typeface="Arial"/>
              <a:buNone/>
            </a:pPr>
            <a:r>
              <a:t/>
            </a:r>
            <a:endParaRPr b="0" i="0" sz="3200" u="none" cap="none" strike="noStrike">
              <a:solidFill>
                <a:srgbClr val="000000"/>
              </a:solidFill>
              <a:latin typeface="Arial"/>
              <a:ea typeface="Arial"/>
              <a:cs typeface="Arial"/>
              <a:sym typeface="Arial"/>
            </a:endParaRPr>
          </a:p>
        </p:txBody>
      </p:sp>
      <p:sp>
        <p:nvSpPr>
          <p:cNvPr id="1068" name="Google Shape;1068;p93"/>
          <p:cNvSpPr/>
          <p:nvPr/>
        </p:nvSpPr>
        <p:spPr>
          <a:xfrm>
            <a:off x="8436716" y="3791859"/>
            <a:ext cx="1198800" cy="645000"/>
          </a:xfrm>
          <a:prstGeom prst="rect">
            <a:avLst/>
          </a:prstGeom>
          <a:solidFill>
            <a:srgbClr val="FFF2CC"/>
          </a:solidFill>
          <a:ln cap="flat" cmpd="sng" w="9525">
            <a:solidFill>
              <a:srgbClr val="414141"/>
            </a:solidFill>
            <a:prstDash val="solid"/>
            <a:round/>
            <a:headEnd len="sm" w="sm" type="none"/>
            <a:tailEnd len="sm" w="sm" type="none"/>
          </a:ln>
        </p:spPr>
        <p:txBody>
          <a:bodyPr anchorCtr="0" anchor="ctr" bIns="182850" lIns="182850" spcFirstLastPara="1" rIns="182850" wrap="square" tIns="182850">
            <a:noAutofit/>
          </a:bodyPr>
          <a:lstStyle/>
          <a:p>
            <a:pPr indent="0" lvl="0" marL="0" marR="0" rtl="0" algn="ctr">
              <a:lnSpc>
                <a:spcPct val="100000"/>
              </a:lnSpc>
              <a:spcBef>
                <a:spcPts val="0"/>
              </a:spcBef>
              <a:spcAft>
                <a:spcPts val="0"/>
              </a:spcAft>
              <a:buClr>
                <a:srgbClr val="000000"/>
              </a:buClr>
              <a:buSzPts val="3200"/>
              <a:buFont typeface="Arial"/>
              <a:buNone/>
            </a:pPr>
            <a:r>
              <a:t/>
            </a:r>
            <a:endParaRPr b="0" i="0" sz="3200" u="none" cap="none" strike="noStrike">
              <a:solidFill>
                <a:srgbClr val="000000"/>
              </a:solidFill>
              <a:latin typeface="Arial"/>
              <a:ea typeface="Arial"/>
              <a:cs typeface="Arial"/>
              <a:sym typeface="Arial"/>
            </a:endParaRPr>
          </a:p>
        </p:txBody>
      </p:sp>
      <p:sp>
        <p:nvSpPr>
          <p:cNvPr id="1069" name="Google Shape;1069;p93"/>
          <p:cNvSpPr/>
          <p:nvPr/>
        </p:nvSpPr>
        <p:spPr>
          <a:xfrm>
            <a:off x="10589275" y="4416138"/>
            <a:ext cx="1198800" cy="645000"/>
          </a:xfrm>
          <a:prstGeom prst="rect">
            <a:avLst/>
          </a:prstGeom>
          <a:solidFill>
            <a:srgbClr val="F4CCCC"/>
          </a:solidFill>
          <a:ln cap="flat" cmpd="sng" w="9525">
            <a:solidFill>
              <a:srgbClr val="414141"/>
            </a:solidFill>
            <a:prstDash val="solid"/>
            <a:round/>
            <a:headEnd len="sm" w="sm" type="none"/>
            <a:tailEnd len="sm" w="sm" type="none"/>
          </a:ln>
        </p:spPr>
        <p:txBody>
          <a:bodyPr anchorCtr="0" anchor="ctr" bIns="182850" lIns="182850" spcFirstLastPara="1" rIns="182850" wrap="square" tIns="182850">
            <a:noAutofit/>
          </a:bodyPr>
          <a:lstStyle/>
          <a:p>
            <a:pPr indent="0" lvl="0" marL="0" marR="0" rtl="0" algn="ctr">
              <a:lnSpc>
                <a:spcPct val="100000"/>
              </a:lnSpc>
              <a:spcBef>
                <a:spcPts val="0"/>
              </a:spcBef>
              <a:spcAft>
                <a:spcPts val="0"/>
              </a:spcAft>
              <a:buClr>
                <a:srgbClr val="000000"/>
              </a:buClr>
              <a:buSzPts val="3200"/>
              <a:buFont typeface="Arial"/>
              <a:buNone/>
            </a:pPr>
            <a:r>
              <a:t/>
            </a:r>
            <a:endParaRPr b="0" i="0" sz="3200" u="none" cap="none" strike="noStrike">
              <a:solidFill>
                <a:srgbClr val="000000"/>
              </a:solidFill>
              <a:latin typeface="Arial"/>
              <a:ea typeface="Arial"/>
              <a:cs typeface="Arial"/>
              <a:sym typeface="Arial"/>
            </a:endParaRPr>
          </a:p>
        </p:txBody>
      </p:sp>
      <p:sp>
        <p:nvSpPr>
          <p:cNvPr id="1070" name="Google Shape;1070;p93"/>
          <p:cNvSpPr/>
          <p:nvPr/>
        </p:nvSpPr>
        <p:spPr>
          <a:xfrm>
            <a:off x="6257008" y="4416138"/>
            <a:ext cx="1198800" cy="645000"/>
          </a:xfrm>
          <a:prstGeom prst="rect">
            <a:avLst/>
          </a:prstGeom>
          <a:solidFill>
            <a:srgbClr val="D9EAD3"/>
          </a:solidFill>
          <a:ln cap="flat" cmpd="sng" w="9525">
            <a:solidFill>
              <a:srgbClr val="414141"/>
            </a:solidFill>
            <a:prstDash val="solid"/>
            <a:round/>
            <a:headEnd len="sm" w="sm" type="none"/>
            <a:tailEnd len="sm" w="sm" type="none"/>
          </a:ln>
        </p:spPr>
        <p:txBody>
          <a:bodyPr anchorCtr="0" anchor="ctr" bIns="182850" lIns="182850" spcFirstLastPara="1" rIns="182850" wrap="square" tIns="182850">
            <a:noAutofit/>
          </a:bodyPr>
          <a:lstStyle/>
          <a:p>
            <a:pPr indent="0" lvl="0" marL="0" marR="0" rtl="0" algn="ctr">
              <a:lnSpc>
                <a:spcPct val="100000"/>
              </a:lnSpc>
              <a:spcBef>
                <a:spcPts val="0"/>
              </a:spcBef>
              <a:spcAft>
                <a:spcPts val="0"/>
              </a:spcAft>
              <a:buClr>
                <a:srgbClr val="000000"/>
              </a:buClr>
              <a:buSzPts val="3200"/>
              <a:buFont typeface="Arial"/>
              <a:buNone/>
            </a:pPr>
            <a:r>
              <a:t/>
            </a:r>
            <a:endParaRPr b="0" i="0" sz="3200" u="none" cap="none" strike="noStrike">
              <a:solidFill>
                <a:srgbClr val="000000"/>
              </a:solidFill>
              <a:latin typeface="Arial"/>
              <a:ea typeface="Arial"/>
              <a:cs typeface="Arial"/>
              <a:sym typeface="Arial"/>
            </a:endParaRPr>
          </a:p>
        </p:txBody>
      </p:sp>
      <p:sp>
        <p:nvSpPr>
          <p:cNvPr id="1071" name="Google Shape;1071;p93"/>
          <p:cNvSpPr/>
          <p:nvPr/>
        </p:nvSpPr>
        <p:spPr>
          <a:xfrm>
            <a:off x="8284316" y="3639459"/>
            <a:ext cx="1198800" cy="645000"/>
          </a:xfrm>
          <a:prstGeom prst="rect">
            <a:avLst/>
          </a:prstGeom>
          <a:solidFill>
            <a:srgbClr val="FFF2CC"/>
          </a:solidFill>
          <a:ln cap="flat" cmpd="sng" w="9525">
            <a:solidFill>
              <a:srgbClr val="414141"/>
            </a:solidFill>
            <a:prstDash val="solid"/>
            <a:round/>
            <a:headEnd len="sm" w="sm" type="none"/>
            <a:tailEnd len="sm" w="sm" type="none"/>
          </a:ln>
        </p:spPr>
        <p:txBody>
          <a:bodyPr anchorCtr="0" anchor="ctr" bIns="182850" lIns="0" spcFirstLastPara="1" rIns="0" wrap="square" tIns="182850">
            <a:noAutofit/>
          </a:bodyPr>
          <a:lstStyle/>
          <a:p>
            <a:pPr indent="0" lvl="0" marL="0" marR="0" rtl="0" algn="ctr">
              <a:lnSpc>
                <a:spcPct val="100000"/>
              </a:lnSpc>
              <a:spcBef>
                <a:spcPts val="0"/>
              </a:spcBef>
              <a:spcAft>
                <a:spcPts val="0"/>
              </a:spcAft>
              <a:buClr>
                <a:srgbClr val="000000"/>
              </a:buClr>
              <a:buSzPts val="3200"/>
              <a:buFont typeface="Arial"/>
              <a:buNone/>
            </a:pPr>
            <a:r>
              <a:rPr i="0" lang="en" sz="3200" u="none" cap="none" strike="noStrike">
                <a:solidFill>
                  <a:schemeClr val="lt1"/>
                </a:solidFill>
                <a:latin typeface="Roboto"/>
                <a:ea typeface="Roboto"/>
                <a:cs typeface="Roboto"/>
                <a:sym typeface="Roboto"/>
              </a:rPr>
              <a:t>MS2</a:t>
            </a:r>
            <a:endParaRPr i="0" sz="3200" u="none" cap="none" strike="noStrike">
              <a:solidFill>
                <a:schemeClr val="lt1"/>
              </a:solidFill>
              <a:latin typeface="Roboto"/>
              <a:ea typeface="Roboto"/>
              <a:cs typeface="Roboto"/>
              <a:sym typeface="Roboto"/>
            </a:endParaRPr>
          </a:p>
        </p:txBody>
      </p:sp>
      <p:sp>
        <p:nvSpPr>
          <p:cNvPr id="1072" name="Google Shape;1072;p93"/>
          <p:cNvSpPr/>
          <p:nvPr/>
        </p:nvSpPr>
        <p:spPr>
          <a:xfrm>
            <a:off x="10436875" y="4263738"/>
            <a:ext cx="1198800" cy="645000"/>
          </a:xfrm>
          <a:prstGeom prst="rect">
            <a:avLst/>
          </a:prstGeom>
          <a:solidFill>
            <a:srgbClr val="F4CCCC"/>
          </a:solidFill>
          <a:ln cap="flat" cmpd="sng" w="9525">
            <a:solidFill>
              <a:srgbClr val="414141"/>
            </a:solidFill>
            <a:prstDash val="solid"/>
            <a:round/>
            <a:headEnd len="sm" w="sm" type="none"/>
            <a:tailEnd len="sm" w="sm" type="none"/>
          </a:ln>
        </p:spPr>
        <p:txBody>
          <a:bodyPr anchorCtr="0" anchor="ctr" bIns="182850" lIns="0" spcFirstLastPara="1" rIns="0" wrap="square" tIns="182850">
            <a:noAutofit/>
          </a:bodyPr>
          <a:lstStyle/>
          <a:p>
            <a:pPr indent="0" lvl="0" marL="0" marR="0" rtl="0" algn="ctr">
              <a:lnSpc>
                <a:spcPct val="100000"/>
              </a:lnSpc>
              <a:spcBef>
                <a:spcPts val="0"/>
              </a:spcBef>
              <a:spcAft>
                <a:spcPts val="0"/>
              </a:spcAft>
              <a:buClr>
                <a:srgbClr val="000000"/>
              </a:buClr>
              <a:buSzPts val="3200"/>
              <a:buFont typeface="Arial"/>
              <a:buNone/>
            </a:pPr>
            <a:r>
              <a:rPr i="0" lang="en" sz="3200" u="none" cap="none" strike="noStrike">
                <a:solidFill>
                  <a:schemeClr val="lt1"/>
                </a:solidFill>
                <a:latin typeface="Roboto"/>
                <a:ea typeface="Roboto"/>
                <a:cs typeface="Roboto"/>
                <a:sym typeface="Roboto"/>
              </a:rPr>
              <a:t>MS3</a:t>
            </a:r>
            <a:endParaRPr i="0" sz="3200" u="none" cap="none" strike="noStrike">
              <a:solidFill>
                <a:schemeClr val="lt1"/>
              </a:solidFill>
              <a:latin typeface="Roboto"/>
              <a:ea typeface="Roboto"/>
              <a:cs typeface="Roboto"/>
              <a:sym typeface="Roboto"/>
            </a:endParaRPr>
          </a:p>
        </p:txBody>
      </p:sp>
      <p:sp>
        <p:nvSpPr>
          <p:cNvPr id="1073" name="Google Shape;1073;p93"/>
          <p:cNvSpPr/>
          <p:nvPr/>
        </p:nvSpPr>
        <p:spPr>
          <a:xfrm>
            <a:off x="6104608" y="4263738"/>
            <a:ext cx="1198800" cy="645000"/>
          </a:xfrm>
          <a:prstGeom prst="rect">
            <a:avLst/>
          </a:prstGeom>
          <a:solidFill>
            <a:srgbClr val="D9EAD3"/>
          </a:solidFill>
          <a:ln cap="flat" cmpd="sng" w="9525">
            <a:solidFill>
              <a:srgbClr val="414141"/>
            </a:solidFill>
            <a:prstDash val="solid"/>
            <a:round/>
            <a:headEnd len="sm" w="sm" type="none"/>
            <a:tailEnd len="sm" w="sm" type="none"/>
          </a:ln>
        </p:spPr>
        <p:txBody>
          <a:bodyPr anchorCtr="0" anchor="ctr" bIns="182850" lIns="0" spcFirstLastPara="1" rIns="0" wrap="square" tIns="182850">
            <a:noAutofit/>
          </a:bodyPr>
          <a:lstStyle/>
          <a:p>
            <a:pPr indent="0" lvl="0" marL="0" marR="0" rtl="0" algn="ctr">
              <a:lnSpc>
                <a:spcPct val="100000"/>
              </a:lnSpc>
              <a:spcBef>
                <a:spcPts val="0"/>
              </a:spcBef>
              <a:spcAft>
                <a:spcPts val="0"/>
              </a:spcAft>
              <a:buClr>
                <a:srgbClr val="000000"/>
              </a:buClr>
              <a:buSzPts val="3200"/>
              <a:buFont typeface="Arial"/>
              <a:buNone/>
            </a:pPr>
            <a:r>
              <a:rPr i="0" lang="en" sz="3200" u="none" cap="none" strike="noStrike">
                <a:solidFill>
                  <a:schemeClr val="lt1"/>
                </a:solidFill>
                <a:latin typeface="Roboto"/>
                <a:ea typeface="Roboto"/>
                <a:cs typeface="Roboto"/>
                <a:sym typeface="Roboto"/>
              </a:rPr>
              <a:t>MS1</a:t>
            </a:r>
            <a:endParaRPr i="0" sz="3200" u="none" cap="none" strike="noStrike">
              <a:solidFill>
                <a:schemeClr val="lt1"/>
              </a:solidFill>
              <a:latin typeface="Roboto"/>
              <a:ea typeface="Roboto"/>
              <a:cs typeface="Roboto"/>
              <a:sym typeface="Roboto"/>
            </a:endParaRPr>
          </a:p>
        </p:txBody>
      </p:sp>
      <p:sp>
        <p:nvSpPr>
          <p:cNvPr id="1074" name="Google Shape;1074;p93"/>
          <p:cNvSpPr/>
          <p:nvPr/>
        </p:nvSpPr>
        <p:spPr>
          <a:xfrm>
            <a:off x="6288100" y="6432175"/>
            <a:ext cx="5895300" cy="21489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5" name="Google Shape;1075;p93"/>
          <p:cNvSpPr/>
          <p:nvPr/>
        </p:nvSpPr>
        <p:spPr>
          <a:xfrm>
            <a:off x="6805175" y="6805025"/>
            <a:ext cx="1479000" cy="645000"/>
          </a:xfrm>
          <a:prstGeom prst="rect">
            <a:avLst/>
          </a:prstGeom>
          <a:solidFill>
            <a:schemeClr val="accent1"/>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i="0" lang="en" sz="3000" u="none" cap="none" strike="noStrike">
                <a:solidFill>
                  <a:schemeClr val="lt1"/>
                </a:solidFill>
                <a:latin typeface="Roboto"/>
                <a:ea typeface="Roboto"/>
                <a:cs typeface="Roboto"/>
                <a:sym typeface="Roboto"/>
              </a:rPr>
              <a:t>Host1</a:t>
            </a:r>
            <a:endParaRPr i="0" sz="3000" u="none" cap="none" strike="noStrike">
              <a:solidFill>
                <a:schemeClr val="lt1"/>
              </a:solidFill>
              <a:latin typeface="Roboto"/>
              <a:ea typeface="Roboto"/>
              <a:cs typeface="Roboto"/>
              <a:sym typeface="Roboto"/>
            </a:endParaRPr>
          </a:p>
        </p:txBody>
      </p:sp>
      <p:sp>
        <p:nvSpPr>
          <p:cNvPr id="1076" name="Google Shape;1076;p93"/>
          <p:cNvSpPr/>
          <p:nvPr/>
        </p:nvSpPr>
        <p:spPr>
          <a:xfrm>
            <a:off x="6805175" y="7567025"/>
            <a:ext cx="1479000" cy="645000"/>
          </a:xfrm>
          <a:prstGeom prst="rect">
            <a:avLst/>
          </a:prstGeom>
          <a:solidFill>
            <a:schemeClr val="accent1"/>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i="0" lang="en" sz="3000" u="none" cap="none" strike="noStrike">
                <a:solidFill>
                  <a:schemeClr val="lt1"/>
                </a:solidFill>
                <a:latin typeface="Roboto"/>
                <a:ea typeface="Roboto"/>
                <a:cs typeface="Roboto"/>
                <a:sym typeface="Roboto"/>
              </a:rPr>
              <a:t>Host4</a:t>
            </a:r>
            <a:endParaRPr i="0" sz="3000" u="none" cap="none" strike="noStrike">
              <a:solidFill>
                <a:schemeClr val="lt1"/>
              </a:solidFill>
              <a:latin typeface="Roboto"/>
              <a:ea typeface="Roboto"/>
              <a:cs typeface="Roboto"/>
              <a:sym typeface="Roboto"/>
            </a:endParaRPr>
          </a:p>
        </p:txBody>
      </p:sp>
      <p:sp>
        <p:nvSpPr>
          <p:cNvPr id="1077" name="Google Shape;1077;p93"/>
          <p:cNvSpPr/>
          <p:nvPr/>
        </p:nvSpPr>
        <p:spPr>
          <a:xfrm>
            <a:off x="8481575" y="6805025"/>
            <a:ext cx="1479000" cy="645000"/>
          </a:xfrm>
          <a:prstGeom prst="rect">
            <a:avLst/>
          </a:prstGeom>
          <a:solidFill>
            <a:schemeClr val="accent1"/>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i="0" lang="en" sz="3000" u="none" cap="none" strike="noStrike">
                <a:solidFill>
                  <a:schemeClr val="lt1"/>
                </a:solidFill>
                <a:latin typeface="Roboto"/>
                <a:ea typeface="Roboto"/>
                <a:cs typeface="Roboto"/>
                <a:sym typeface="Roboto"/>
              </a:rPr>
              <a:t>Host2</a:t>
            </a:r>
            <a:endParaRPr i="0" sz="3000" u="none" cap="none" strike="noStrike">
              <a:solidFill>
                <a:schemeClr val="lt1"/>
              </a:solidFill>
              <a:latin typeface="Roboto"/>
              <a:ea typeface="Roboto"/>
              <a:cs typeface="Roboto"/>
              <a:sym typeface="Roboto"/>
            </a:endParaRPr>
          </a:p>
        </p:txBody>
      </p:sp>
      <p:sp>
        <p:nvSpPr>
          <p:cNvPr id="1078" name="Google Shape;1078;p93"/>
          <p:cNvSpPr/>
          <p:nvPr/>
        </p:nvSpPr>
        <p:spPr>
          <a:xfrm>
            <a:off x="8481575" y="7567025"/>
            <a:ext cx="1479000" cy="645000"/>
          </a:xfrm>
          <a:prstGeom prst="rect">
            <a:avLst/>
          </a:prstGeom>
          <a:solidFill>
            <a:schemeClr val="accent1"/>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i="0" lang="en" sz="3000" u="none" cap="none" strike="noStrike">
                <a:solidFill>
                  <a:schemeClr val="lt1"/>
                </a:solidFill>
                <a:latin typeface="Roboto"/>
                <a:ea typeface="Roboto"/>
                <a:cs typeface="Roboto"/>
                <a:sym typeface="Roboto"/>
              </a:rPr>
              <a:t>Host5</a:t>
            </a:r>
            <a:endParaRPr i="0" sz="3000" u="none" cap="none" strike="noStrike">
              <a:solidFill>
                <a:schemeClr val="lt1"/>
              </a:solidFill>
              <a:latin typeface="Roboto"/>
              <a:ea typeface="Roboto"/>
              <a:cs typeface="Roboto"/>
              <a:sym typeface="Roboto"/>
            </a:endParaRPr>
          </a:p>
        </p:txBody>
      </p:sp>
      <p:sp>
        <p:nvSpPr>
          <p:cNvPr id="1079" name="Google Shape;1079;p93"/>
          <p:cNvSpPr/>
          <p:nvPr/>
        </p:nvSpPr>
        <p:spPr>
          <a:xfrm>
            <a:off x="10157975" y="6805025"/>
            <a:ext cx="1479000" cy="645000"/>
          </a:xfrm>
          <a:prstGeom prst="rect">
            <a:avLst/>
          </a:prstGeom>
          <a:solidFill>
            <a:schemeClr val="accent1"/>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i="0" lang="en" sz="3000" u="none" cap="none" strike="noStrike">
                <a:solidFill>
                  <a:schemeClr val="lt1"/>
                </a:solidFill>
                <a:latin typeface="Roboto"/>
                <a:ea typeface="Roboto"/>
                <a:cs typeface="Roboto"/>
                <a:sym typeface="Roboto"/>
              </a:rPr>
              <a:t>Host3</a:t>
            </a:r>
            <a:endParaRPr i="0" sz="3000" u="none" cap="none" strike="noStrike">
              <a:solidFill>
                <a:schemeClr val="lt1"/>
              </a:solidFill>
              <a:latin typeface="Roboto"/>
              <a:ea typeface="Roboto"/>
              <a:cs typeface="Roboto"/>
              <a:sym typeface="Roboto"/>
            </a:endParaRPr>
          </a:p>
        </p:txBody>
      </p:sp>
      <p:sp>
        <p:nvSpPr>
          <p:cNvPr id="1080" name="Google Shape;1080;p93"/>
          <p:cNvSpPr/>
          <p:nvPr/>
        </p:nvSpPr>
        <p:spPr>
          <a:xfrm>
            <a:off x="10157975" y="7567025"/>
            <a:ext cx="1479000" cy="645000"/>
          </a:xfrm>
          <a:prstGeom prst="rect">
            <a:avLst/>
          </a:prstGeom>
          <a:solidFill>
            <a:schemeClr val="accent1"/>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i="0" lang="en" sz="3000" u="none" cap="none" strike="noStrike">
                <a:solidFill>
                  <a:schemeClr val="lt1"/>
                </a:solidFill>
                <a:latin typeface="Roboto"/>
                <a:ea typeface="Roboto"/>
                <a:cs typeface="Roboto"/>
                <a:sym typeface="Roboto"/>
              </a:rPr>
              <a:t>Host6</a:t>
            </a:r>
            <a:endParaRPr i="0" sz="3000" u="none" cap="none" strike="noStrike">
              <a:solidFill>
                <a:schemeClr val="lt1"/>
              </a:solidFill>
              <a:latin typeface="Roboto"/>
              <a:ea typeface="Roboto"/>
              <a:cs typeface="Roboto"/>
              <a:sym typeface="Roboto"/>
            </a:endParaRPr>
          </a:p>
        </p:txBody>
      </p:sp>
      <p:cxnSp>
        <p:nvCxnSpPr>
          <p:cNvPr id="1081" name="Google Shape;1081;p93"/>
          <p:cNvCxnSpPr/>
          <p:nvPr/>
        </p:nvCxnSpPr>
        <p:spPr>
          <a:xfrm>
            <a:off x="7618408" y="5823138"/>
            <a:ext cx="267300" cy="360600"/>
          </a:xfrm>
          <a:prstGeom prst="straightConnector1">
            <a:avLst/>
          </a:prstGeom>
          <a:noFill/>
          <a:ln cap="flat" cmpd="sng" w="28575">
            <a:solidFill>
              <a:schemeClr val="lt2"/>
            </a:solidFill>
            <a:prstDash val="solid"/>
            <a:round/>
            <a:headEnd len="sm" w="sm" type="none"/>
            <a:tailEnd len="med" w="med" type="triangle"/>
          </a:ln>
        </p:spPr>
      </p:cxnSp>
      <p:cxnSp>
        <p:nvCxnSpPr>
          <p:cNvPr id="1082" name="Google Shape;1082;p93"/>
          <p:cNvCxnSpPr/>
          <p:nvPr/>
        </p:nvCxnSpPr>
        <p:spPr>
          <a:xfrm flipH="1">
            <a:off x="10628850" y="5306225"/>
            <a:ext cx="553200" cy="877500"/>
          </a:xfrm>
          <a:prstGeom prst="straightConnector1">
            <a:avLst/>
          </a:prstGeom>
          <a:noFill/>
          <a:ln cap="flat" cmpd="sng" w="28575">
            <a:solidFill>
              <a:schemeClr val="dk2"/>
            </a:solidFill>
            <a:prstDash val="solid"/>
            <a:round/>
            <a:headEnd len="sm" w="sm" type="none"/>
            <a:tailEnd len="med" w="med" type="triangle"/>
          </a:ln>
        </p:spPr>
      </p:cxnSp>
      <p:cxnSp>
        <p:nvCxnSpPr>
          <p:cNvPr id="1083" name="Google Shape;1083;p93"/>
          <p:cNvCxnSpPr/>
          <p:nvPr/>
        </p:nvCxnSpPr>
        <p:spPr>
          <a:xfrm>
            <a:off x="9299138" y="5071963"/>
            <a:ext cx="25800" cy="957000"/>
          </a:xfrm>
          <a:prstGeom prst="straightConnector1">
            <a:avLst/>
          </a:prstGeom>
          <a:noFill/>
          <a:ln cap="flat" cmpd="sng" w="28575">
            <a:solidFill>
              <a:schemeClr val="dk2"/>
            </a:solidFill>
            <a:prstDash val="solid"/>
            <a:round/>
            <a:headEnd len="sm" w="sm" type="none"/>
            <a:tailEnd len="med" w="med" type="triangle"/>
          </a:ln>
        </p:spPr>
      </p:cxnSp>
      <p:sp>
        <p:nvSpPr>
          <p:cNvPr id="1084" name="Google Shape;1084;p93"/>
          <p:cNvSpPr txBox="1"/>
          <p:nvPr>
            <p:ph type="title"/>
          </p:nvPr>
        </p:nvSpPr>
        <p:spPr>
          <a:xfrm>
            <a:off x="1672475" y="1154875"/>
            <a:ext cx="147753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Using a common host configuration, you can deploy hundreds of containers on a group of servers</a:t>
            </a:r>
            <a:endParaRPr/>
          </a:p>
        </p:txBody>
      </p:sp>
      <p:sp>
        <p:nvSpPr>
          <p:cNvPr id="1085" name="Google Shape;1085;p93"/>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3">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9" name="Shape 1089"/>
        <p:cNvGrpSpPr/>
        <p:nvPr/>
      </p:nvGrpSpPr>
      <p:grpSpPr>
        <a:xfrm>
          <a:off x="0" y="0"/>
          <a:ext cx="0" cy="0"/>
          <a:chOff x="0" y="0"/>
          <a:chExt cx="0" cy="0"/>
        </a:xfrm>
      </p:grpSpPr>
      <p:sp>
        <p:nvSpPr>
          <p:cNvPr id="1090" name="Google Shape;1090;p94"/>
          <p:cNvSpPr/>
          <p:nvPr/>
        </p:nvSpPr>
        <p:spPr>
          <a:xfrm>
            <a:off x="10448408" y="4639663"/>
            <a:ext cx="1198800" cy="645000"/>
          </a:xfrm>
          <a:prstGeom prst="rect">
            <a:avLst/>
          </a:prstGeom>
          <a:solidFill>
            <a:srgbClr val="D9EAD3"/>
          </a:solidFill>
          <a:ln cap="flat" cmpd="sng" w="9525">
            <a:solidFill>
              <a:srgbClr val="414141"/>
            </a:solidFill>
            <a:prstDash val="solid"/>
            <a:round/>
            <a:headEnd len="sm" w="sm" type="none"/>
            <a:tailEnd len="sm" w="sm" type="none"/>
          </a:ln>
        </p:spPr>
        <p:txBody>
          <a:bodyPr anchorCtr="0" anchor="ctr" bIns="182850" lIns="182850" spcFirstLastPara="1" rIns="182850" wrap="square" tIns="182850">
            <a:noAutofit/>
          </a:bodyPr>
          <a:lstStyle/>
          <a:p>
            <a:pPr indent="0" lvl="0" marL="0" marR="0" rtl="0" algn="ctr">
              <a:lnSpc>
                <a:spcPct val="100000"/>
              </a:lnSpc>
              <a:spcBef>
                <a:spcPts val="0"/>
              </a:spcBef>
              <a:spcAft>
                <a:spcPts val="0"/>
              </a:spcAft>
              <a:buClr>
                <a:srgbClr val="000000"/>
              </a:buClr>
              <a:buSzPts val="3200"/>
              <a:buFont typeface="Arial"/>
              <a:buNone/>
            </a:pPr>
            <a:r>
              <a:t/>
            </a:r>
            <a:endParaRPr b="0" i="0" sz="3200" u="none" cap="none" strike="noStrike">
              <a:solidFill>
                <a:srgbClr val="000000"/>
              </a:solidFill>
              <a:latin typeface="Arial"/>
              <a:ea typeface="Arial"/>
              <a:cs typeface="Arial"/>
              <a:sym typeface="Arial"/>
            </a:endParaRPr>
          </a:p>
        </p:txBody>
      </p:sp>
      <p:sp>
        <p:nvSpPr>
          <p:cNvPr id="1091" name="Google Shape;1091;p94"/>
          <p:cNvSpPr/>
          <p:nvPr/>
        </p:nvSpPr>
        <p:spPr>
          <a:xfrm>
            <a:off x="10296008" y="4487263"/>
            <a:ext cx="1198800" cy="645000"/>
          </a:xfrm>
          <a:prstGeom prst="rect">
            <a:avLst/>
          </a:prstGeom>
          <a:solidFill>
            <a:srgbClr val="D9EAD3"/>
          </a:solidFill>
          <a:ln cap="flat" cmpd="sng" w="9525">
            <a:solidFill>
              <a:srgbClr val="414141"/>
            </a:solidFill>
            <a:prstDash val="solid"/>
            <a:round/>
            <a:headEnd len="sm" w="sm" type="none"/>
            <a:tailEnd len="sm" w="sm" type="none"/>
          </a:ln>
        </p:spPr>
        <p:txBody>
          <a:bodyPr anchorCtr="0" anchor="ctr" bIns="182850" lIns="182850" spcFirstLastPara="1" rIns="182850" wrap="square" tIns="182850">
            <a:noAutofit/>
          </a:bodyPr>
          <a:lstStyle/>
          <a:p>
            <a:pPr indent="0" lvl="0" marL="0" marR="0" rtl="0" algn="ctr">
              <a:lnSpc>
                <a:spcPct val="100000"/>
              </a:lnSpc>
              <a:spcBef>
                <a:spcPts val="0"/>
              </a:spcBef>
              <a:spcAft>
                <a:spcPts val="0"/>
              </a:spcAft>
              <a:buClr>
                <a:srgbClr val="000000"/>
              </a:buClr>
              <a:buSzPts val="3200"/>
              <a:buFont typeface="Arial"/>
              <a:buNone/>
            </a:pPr>
            <a:r>
              <a:t/>
            </a:r>
            <a:endParaRPr b="0" i="0" sz="3200" u="none" cap="none" strike="noStrike">
              <a:solidFill>
                <a:srgbClr val="000000"/>
              </a:solidFill>
              <a:latin typeface="Arial"/>
              <a:ea typeface="Arial"/>
              <a:cs typeface="Arial"/>
              <a:sym typeface="Arial"/>
            </a:endParaRPr>
          </a:p>
        </p:txBody>
      </p:sp>
      <p:sp>
        <p:nvSpPr>
          <p:cNvPr id="1092" name="Google Shape;1092;p94"/>
          <p:cNvSpPr/>
          <p:nvPr/>
        </p:nvSpPr>
        <p:spPr>
          <a:xfrm>
            <a:off x="12323316" y="3710584"/>
            <a:ext cx="1198800" cy="645000"/>
          </a:xfrm>
          <a:prstGeom prst="rect">
            <a:avLst/>
          </a:prstGeom>
          <a:solidFill>
            <a:srgbClr val="FFF2CC"/>
          </a:solidFill>
          <a:ln cap="flat" cmpd="sng" w="9525">
            <a:solidFill>
              <a:srgbClr val="414141"/>
            </a:solidFill>
            <a:prstDash val="solid"/>
            <a:round/>
            <a:headEnd len="sm" w="sm" type="none"/>
            <a:tailEnd len="sm" w="sm" type="none"/>
          </a:ln>
        </p:spPr>
        <p:txBody>
          <a:bodyPr anchorCtr="0" anchor="ctr" bIns="182850" lIns="182850" spcFirstLastPara="1" rIns="182850" wrap="square" tIns="182850">
            <a:noAutofit/>
          </a:bodyPr>
          <a:lstStyle/>
          <a:p>
            <a:pPr indent="0" lvl="0" marL="0" marR="0" rtl="0" algn="ctr">
              <a:lnSpc>
                <a:spcPct val="100000"/>
              </a:lnSpc>
              <a:spcBef>
                <a:spcPts val="0"/>
              </a:spcBef>
              <a:spcAft>
                <a:spcPts val="0"/>
              </a:spcAft>
              <a:buClr>
                <a:srgbClr val="000000"/>
              </a:buClr>
              <a:buSzPts val="3200"/>
              <a:buFont typeface="Arial"/>
              <a:buNone/>
            </a:pPr>
            <a:r>
              <a:t/>
            </a:r>
            <a:endParaRPr b="0" i="0" sz="3200" u="none" cap="none" strike="noStrike">
              <a:solidFill>
                <a:srgbClr val="000000"/>
              </a:solidFill>
              <a:latin typeface="Arial"/>
              <a:ea typeface="Arial"/>
              <a:cs typeface="Arial"/>
              <a:sym typeface="Arial"/>
            </a:endParaRPr>
          </a:p>
        </p:txBody>
      </p:sp>
      <p:sp>
        <p:nvSpPr>
          <p:cNvPr id="1093" name="Google Shape;1093;p94"/>
          <p:cNvSpPr/>
          <p:nvPr/>
        </p:nvSpPr>
        <p:spPr>
          <a:xfrm>
            <a:off x="10143608" y="4334863"/>
            <a:ext cx="1198800" cy="645000"/>
          </a:xfrm>
          <a:prstGeom prst="rect">
            <a:avLst/>
          </a:prstGeom>
          <a:solidFill>
            <a:srgbClr val="D9EAD3"/>
          </a:solidFill>
          <a:ln cap="flat" cmpd="sng" w="9525">
            <a:solidFill>
              <a:srgbClr val="414141"/>
            </a:solidFill>
            <a:prstDash val="solid"/>
            <a:round/>
            <a:headEnd len="sm" w="sm" type="none"/>
            <a:tailEnd len="sm" w="sm" type="none"/>
          </a:ln>
        </p:spPr>
        <p:txBody>
          <a:bodyPr anchorCtr="0" anchor="ctr" bIns="182850" lIns="182850" spcFirstLastPara="1" rIns="182850" wrap="square" tIns="182850">
            <a:noAutofit/>
          </a:bodyPr>
          <a:lstStyle/>
          <a:p>
            <a:pPr indent="0" lvl="0" marL="0" marR="0" rtl="0" algn="ctr">
              <a:lnSpc>
                <a:spcPct val="100000"/>
              </a:lnSpc>
              <a:spcBef>
                <a:spcPts val="0"/>
              </a:spcBef>
              <a:spcAft>
                <a:spcPts val="0"/>
              </a:spcAft>
              <a:buClr>
                <a:srgbClr val="000000"/>
              </a:buClr>
              <a:buSzPts val="3200"/>
              <a:buFont typeface="Arial"/>
              <a:buNone/>
            </a:pPr>
            <a:r>
              <a:t/>
            </a:r>
            <a:endParaRPr b="0" i="0" sz="3200" u="none" cap="none" strike="noStrike">
              <a:solidFill>
                <a:srgbClr val="000000"/>
              </a:solidFill>
              <a:latin typeface="Arial"/>
              <a:ea typeface="Arial"/>
              <a:cs typeface="Arial"/>
              <a:sym typeface="Arial"/>
            </a:endParaRPr>
          </a:p>
        </p:txBody>
      </p:sp>
      <p:sp>
        <p:nvSpPr>
          <p:cNvPr id="1094" name="Google Shape;1094;p94"/>
          <p:cNvSpPr/>
          <p:nvPr/>
        </p:nvSpPr>
        <p:spPr>
          <a:xfrm>
            <a:off x="12170916" y="3558184"/>
            <a:ext cx="1198800" cy="645000"/>
          </a:xfrm>
          <a:prstGeom prst="rect">
            <a:avLst/>
          </a:prstGeom>
          <a:solidFill>
            <a:srgbClr val="FFF2CC"/>
          </a:solidFill>
          <a:ln cap="flat" cmpd="sng" w="9525">
            <a:solidFill>
              <a:srgbClr val="414141"/>
            </a:solidFill>
            <a:prstDash val="solid"/>
            <a:round/>
            <a:headEnd len="sm" w="sm" type="none"/>
            <a:tailEnd len="sm" w="sm" type="none"/>
          </a:ln>
        </p:spPr>
        <p:txBody>
          <a:bodyPr anchorCtr="0" anchor="ctr" bIns="182850" lIns="182850" spcFirstLastPara="1" rIns="182850" wrap="square" tIns="182850">
            <a:noAutofit/>
          </a:bodyPr>
          <a:lstStyle/>
          <a:p>
            <a:pPr indent="0" lvl="0" marL="0" marR="0" rtl="0" algn="ctr">
              <a:lnSpc>
                <a:spcPct val="100000"/>
              </a:lnSpc>
              <a:spcBef>
                <a:spcPts val="0"/>
              </a:spcBef>
              <a:spcAft>
                <a:spcPts val="0"/>
              </a:spcAft>
              <a:buClr>
                <a:srgbClr val="000000"/>
              </a:buClr>
              <a:buSzPts val="3200"/>
              <a:buFont typeface="Arial"/>
              <a:buNone/>
            </a:pPr>
            <a:r>
              <a:t/>
            </a:r>
            <a:endParaRPr b="0" i="0" sz="3200" u="none" cap="none" strike="noStrike">
              <a:solidFill>
                <a:srgbClr val="000000"/>
              </a:solidFill>
              <a:latin typeface="Arial"/>
              <a:ea typeface="Arial"/>
              <a:cs typeface="Arial"/>
              <a:sym typeface="Arial"/>
            </a:endParaRPr>
          </a:p>
        </p:txBody>
      </p:sp>
      <p:sp>
        <p:nvSpPr>
          <p:cNvPr id="1095" name="Google Shape;1095;p94"/>
          <p:cNvSpPr/>
          <p:nvPr/>
        </p:nvSpPr>
        <p:spPr>
          <a:xfrm>
            <a:off x="9991208" y="4182463"/>
            <a:ext cx="1198800" cy="645000"/>
          </a:xfrm>
          <a:prstGeom prst="rect">
            <a:avLst/>
          </a:prstGeom>
          <a:solidFill>
            <a:srgbClr val="D9EAD3"/>
          </a:solidFill>
          <a:ln cap="flat" cmpd="sng" w="9525">
            <a:solidFill>
              <a:srgbClr val="414141"/>
            </a:solidFill>
            <a:prstDash val="solid"/>
            <a:round/>
            <a:headEnd len="sm" w="sm" type="none"/>
            <a:tailEnd len="sm" w="sm" type="none"/>
          </a:ln>
        </p:spPr>
        <p:txBody>
          <a:bodyPr anchorCtr="0" anchor="ctr" bIns="182850" lIns="182850" spcFirstLastPara="1" rIns="182850" wrap="square" tIns="182850">
            <a:noAutofit/>
          </a:bodyPr>
          <a:lstStyle/>
          <a:p>
            <a:pPr indent="0" lvl="0" marL="0" marR="0" rtl="0" algn="ctr">
              <a:lnSpc>
                <a:spcPct val="100000"/>
              </a:lnSpc>
              <a:spcBef>
                <a:spcPts val="0"/>
              </a:spcBef>
              <a:spcAft>
                <a:spcPts val="0"/>
              </a:spcAft>
              <a:buClr>
                <a:srgbClr val="000000"/>
              </a:buClr>
              <a:buSzPts val="3200"/>
              <a:buFont typeface="Arial"/>
              <a:buNone/>
            </a:pPr>
            <a:r>
              <a:t/>
            </a:r>
            <a:endParaRPr b="0" i="0" sz="3200" u="none" cap="none" strike="noStrike">
              <a:solidFill>
                <a:srgbClr val="000000"/>
              </a:solidFill>
              <a:latin typeface="Arial"/>
              <a:ea typeface="Arial"/>
              <a:cs typeface="Arial"/>
              <a:sym typeface="Arial"/>
            </a:endParaRPr>
          </a:p>
        </p:txBody>
      </p:sp>
      <p:sp>
        <p:nvSpPr>
          <p:cNvPr id="1096" name="Google Shape;1096;p94"/>
          <p:cNvSpPr/>
          <p:nvPr/>
        </p:nvSpPr>
        <p:spPr>
          <a:xfrm>
            <a:off x="12018516" y="3405784"/>
            <a:ext cx="1198800" cy="645000"/>
          </a:xfrm>
          <a:prstGeom prst="rect">
            <a:avLst/>
          </a:prstGeom>
          <a:solidFill>
            <a:srgbClr val="FFF2CC"/>
          </a:solidFill>
          <a:ln cap="flat" cmpd="sng" w="9525">
            <a:solidFill>
              <a:srgbClr val="414141"/>
            </a:solidFill>
            <a:prstDash val="solid"/>
            <a:round/>
            <a:headEnd len="sm" w="sm" type="none"/>
            <a:tailEnd len="sm" w="sm" type="none"/>
          </a:ln>
        </p:spPr>
        <p:txBody>
          <a:bodyPr anchorCtr="0" anchor="ctr" bIns="182850" lIns="182850" spcFirstLastPara="1" rIns="182850" wrap="square" tIns="182850">
            <a:noAutofit/>
          </a:bodyPr>
          <a:lstStyle/>
          <a:p>
            <a:pPr indent="0" lvl="0" marL="0" marR="0" rtl="0" algn="ctr">
              <a:lnSpc>
                <a:spcPct val="100000"/>
              </a:lnSpc>
              <a:spcBef>
                <a:spcPts val="0"/>
              </a:spcBef>
              <a:spcAft>
                <a:spcPts val="0"/>
              </a:spcAft>
              <a:buClr>
                <a:srgbClr val="000000"/>
              </a:buClr>
              <a:buSzPts val="3200"/>
              <a:buFont typeface="Arial"/>
              <a:buNone/>
            </a:pPr>
            <a:r>
              <a:t/>
            </a:r>
            <a:endParaRPr b="0" i="0" sz="3200" u="none" cap="none" strike="noStrike">
              <a:solidFill>
                <a:srgbClr val="000000"/>
              </a:solidFill>
              <a:latin typeface="Arial"/>
              <a:ea typeface="Arial"/>
              <a:cs typeface="Arial"/>
              <a:sym typeface="Arial"/>
            </a:endParaRPr>
          </a:p>
        </p:txBody>
      </p:sp>
      <p:sp>
        <p:nvSpPr>
          <p:cNvPr id="1097" name="Google Shape;1097;p94"/>
          <p:cNvSpPr/>
          <p:nvPr/>
        </p:nvSpPr>
        <p:spPr>
          <a:xfrm>
            <a:off x="14171075" y="4030063"/>
            <a:ext cx="1198800" cy="645000"/>
          </a:xfrm>
          <a:prstGeom prst="rect">
            <a:avLst/>
          </a:prstGeom>
          <a:solidFill>
            <a:srgbClr val="F4CCCC"/>
          </a:solidFill>
          <a:ln cap="flat" cmpd="sng" w="9525">
            <a:solidFill>
              <a:srgbClr val="414141"/>
            </a:solidFill>
            <a:prstDash val="solid"/>
            <a:round/>
            <a:headEnd len="sm" w="sm" type="none"/>
            <a:tailEnd len="sm" w="sm" type="none"/>
          </a:ln>
        </p:spPr>
        <p:txBody>
          <a:bodyPr anchorCtr="0" anchor="ctr" bIns="182850" lIns="182850" spcFirstLastPara="1" rIns="182850" wrap="square" tIns="182850">
            <a:noAutofit/>
          </a:bodyPr>
          <a:lstStyle/>
          <a:p>
            <a:pPr indent="0" lvl="0" marL="0" marR="0" rtl="0" algn="ctr">
              <a:lnSpc>
                <a:spcPct val="100000"/>
              </a:lnSpc>
              <a:spcBef>
                <a:spcPts val="0"/>
              </a:spcBef>
              <a:spcAft>
                <a:spcPts val="0"/>
              </a:spcAft>
              <a:buClr>
                <a:srgbClr val="000000"/>
              </a:buClr>
              <a:buSzPts val="3200"/>
              <a:buFont typeface="Arial"/>
              <a:buNone/>
            </a:pPr>
            <a:r>
              <a:t/>
            </a:r>
            <a:endParaRPr b="0" i="0" sz="3200" u="none" cap="none" strike="noStrike">
              <a:solidFill>
                <a:srgbClr val="000000"/>
              </a:solidFill>
              <a:latin typeface="Arial"/>
              <a:ea typeface="Arial"/>
              <a:cs typeface="Arial"/>
              <a:sym typeface="Arial"/>
            </a:endParaRPr>
          </a:p>
        </p:txBody>
      </p:sp>
      <p:sp>
        <p:nvSpPr>
          <p:cNvPr id="1098" name="Google Shape;1098;p94"/>
          <p:cNvSpPr/>
          <p:nvPr/>
        </p:nvSpPr>
        <p:spPr>
          <a:xfrm>
            <a:off x="9838808" y="4030063"/>
            <a:ext cx="1198800" cy="645000"/>
          </a:xfrm>
          <a:prstGeom prst="rect">
            <a:avLst/>
          </a:prstGeom>
          <a:solidFill>
            <a:srgbClr val="D9EAD3"/>
          </a:solidFill>
          <a:ln cap="flat" cmpd="sng" w="9525">
            <a:solidFill>
              <a:srgbClr val="414141"/>
            </a:solidFill>
            <a:prstDash val="solid"/>
            <a:round/>
            <a:headEnd len="sm" w="sm" type="none"/>
            <a:tailEnd len="sm" w="sm" type="none"/>
          </a:ln>
        </p:spPr>
        <p:txBody>
          <a:bodyPr anchorCtr="0" anchor="ctr" bIns="182850" lIns="182850" spcFirstLastPara="1" rIns="182850" wrap="square" tIns="182850">
            <a:noAutofit/>
          </a:bodyPr>
          <a:lstStyle/>
          <a:p>
            <a:pPr indent="0" lvl="0" marL="0" marR="0" rtl="0" algn="ctr">
              <a:lnSpc>
                <a:spcPct val="100000"/>
              </a:lnSpc>
              <a:spcBef>
                <a:spcPts val="0"/>
              </a:spcBef>
              <a:spcAft>
                <a:spcPts val="0"/>
              </a:spcAft>
              <a:buClr>
                <a:srgbClr val="000000"/>
              </a:buClr>
              <a:buSzPts val="3200"/>
              <a:buFont typeface="Arial"/>
              <a:buNone/>
            </a:pPr>
            <a:r>
              <a:t/>
            </a:r>
            <a:endParaRPr b="0" i="0" sz="3200" u="none" cap="none" strike="noStrike">
              <a:solidFill>
                <a:srgbClr val="000000"/>
              </a:solidFill>
              <a:latin typeface="Arial"/>
              <a:ea typeface="Arial"/>
              <a:cs typeface="Arial"/>
              <a:sym typeface="Arial"/>
            </a:endParaRPr>
          </a:p>
        </p:txBody>
      </p:sp>
      <p:sp>
        <p:nvSpPr>
          <p:cNvPr id="1099" name="Google Shape;1099;p94"/>
          <p:cNvSpPr/>
          <p:nvPr/>
        </p:nvSpPr>
        <p:spPr>
          <a:xfrm>
            <a:off x="11866116" y="3253384"/>
            <a:ext cx="1198800" cy="645000"/>
          </a:xfrm>
          <a:prstGeom prst="rect">
            <a:avLst/>
          </a:prstGeom>
          <a:solidFill>
            <a:srgbClr val="FFF2CC"/>
          </a:solidFill>
          <a:ln cap="flat" cmpd="sng" w="9525">
            <a:solidFill>
              <a:srgbClr val="414141"/>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3200"/>
              <a:buFont typeface="Arial"/>
              <a:buNone/>
            </a:pPr>
            <a:r>
              <a:rPr i="0" lang="en" sz="3200" u="none" cap="none" strike="noStrike">
                <a:solidFill>
                  <a:schemeClr val="lt1"/>
                </a:solidFill>
                <a:latin typeface="Roboto"/>
                <a:ea typeface="Roboto"/>
                <a:cs typeface="Roboto"/>
                <a:sym typeface="Roboto"/>
              </a:rPr>
              <a:t>MS2</a:t>
            </a:r>
            <a:endParaRPr i="0" sz="3200" u="none" cap="none" strike="noStrike">
              <a:solidFill>
                <a:schemeClr val="lt1"/>
              </a:solidFill>
              <a:latin typeface="Roboto"/>
              <a:ea typeface="Roboto"/>
              <a:cs typeface="Roboto"/>
              <a:sym typeface="Roboto"/>
            </a:endParaRPr>
          </a:p>
        </p:txBody>
      </p:sp>
      <p:sp>
        <p:nvSpPr>
          <p:cNvPr id="1100" name="Google Shape;1100;p94"/>
          <p:cNvSpPr/>
          <p:nvPr/>
        </p:nvSpPr>
        <p:spPr>
          <a:xfrm>
            <a:off x="14018675" y="3877663"/>
            <a:ext cx="1198800" cy="645000"/>
          </a:xfrm>
          <a:prstGeom prst="rect">
            <a:avLst/>
          </a:prstGeom>
          <a:solidFill>
            <a:srgbClr val="F4CCCC"/>
          </a:solidFill>
          <a:ln cap="flat" cmpd="sng" w="9525">
            <a:solidFill>
              <a:srgbClr val="414141"/>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3200"/>
              <a:buFont typeface="Arial"/>
              <a:buNone/>
            </a:pPr>
            <a:r>
              <a:rPr i="0" lang="en" sz="3200" u="none" cap="none" strike="noStrike">
                <a:solidFill>
                  <a:schemeClr val="lt1"/>
                </a:solidFill>
                <a:latin typeface="Roboto"/>
                <a:ea typeface="Roboto"/>
                <a:cs typeface="Roboto"/>
                <a:sym typeface="Roboto"/>
              </a:rPr>
              <a:t>MS3</a:t>
            </a:r>
            <a:endParaRPr i="0" sz="3200" u="none" cap="none" strike="noStrike">
              <a:solidFill>
                <a:schemeClr val="lt1"/>
              </a:solidFill>
              <a:latin typeface="Roboto"/>
              <a:ea typeface="Roboto"/>
              <a:cs typeface="Roboto"/>
              <a:sym typeface="Roboto"/>
            </a:endParaRPr>
          </a:p>
        </p:txBody>
      </p:sp>
      <p:sp>
        <p:nvSpPr>
          <p:cNvPr id="1101" name="Google Shape;1101;p94"/>
          <p:cNvSpPr/>
          <p:nvPr/>
        </p:nvSpPr>
        <p:spPr>
          <a:xfrm>
            <a:off x="9686408" y="3877663"/>
            <a:ext cx="1198800" cy="645000"/>
          </a:xfrm>
          <a:prstGeom prst="rect">
            <a:avLst/>
          </a:prstGeom>
          <a:solidFill>
            <a:srgbClr val="D9EAD3"/>
          </a:solidFill>
          <a:ln cap="flat" cmpd="sng" w="9525">
            <a:solidFill>
              <a:srgbClr val="414141"/>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3200"/>
              <a:buFont typeface="Arial"/>
              <a:buNone/>
            </a:pPr>
            <a:r>
              <a:rPr i="0" lang="en" sz="3200" u="none" cap="none" strike="noStrike">
                <a:solidFill>
                  <a:schemeClr val="lt1"/>
                </a:solidFill>
                <a:latin typeface="Roboto"/>
                <a:ea typeface="Roboto"/>
                <a:cs typeface="Roboto"/>
                <a:sym typeface="Roboto"/>
              </a:rPr>
              <a:t>MS1</a:t>
            </a:r>
            <a:endParaRPr i="0" sz="3200" u="none" cap="none" strike="noStrike">
              <a:solidFill>
                <a:schemeClr val="lt1"/>
              </a:solidFill>
              <a:latin typeface="Roboto"/>
              <a:ea typeface="Roboto"/>
              <a:cs typeface="Roboto"/>
              <a:sym typeface="Roboto"/>
            </a:endParaRPr>
          </a:p>
        </p:txBody>
      </p:sp>
      <p:cxnSp>
        <p:nvCxnSpPr>
          <p:cNvPr id="1102" name="Google Shape;1102;p94"/>
          <p:cNvCxnSpPr/>
          <p:nvPr/>
        </p:nvCxnSpPr>
        <p:spPr>
          <a:xfrm>
            <a:off x="11200208" y="5437063"/>
            <a:ext cx="267300" cy="360600"/>
          </a:xfrm>
          <a:prstGeom prst="straightConnector1">
            <a:avLst/>
          </a:prstGeom>
          <a:noFill/>
          <a:ln cap="flat" cmpd="sng" w="28575">
            <a:solidFill>
              <a:srgbClr val="666666"/>
            </a:solidFill>
            <a:prstDash val="solid"/>
            <a:round/>
            <a:headEnd len="sm" w="sm" type="none"/>
            <a:tailEnd len="med" w="med" type="triangle"/>
          </a:ln>
        </p:spPr>
      </p:cxnSp>
      <p:cxnSp>
        <p:nvCxnSpPr>
          <p:cNvPr id="1103" name="Google Shape;1103;p94"/>
          <p:cNvCxnSpPr/>
          <p:nvPr/>
        </p:nvCxnSpPr>
        <p:spPr>
          <a:xfrm flipH="1">
            <a:off x="14210650" y="4920150"/>
            <a:ext cx="553200" cy="877500"/>
          </a:xfrm>
          <a:prstGeom prst="straightConnector1">
            <a:avLst/>
          </a:prstGeom>
          <a:noFill/>
          <a:ln cap="flat" cmpd="sng" w="28575">
            <a:solidFill>
              <a:srgbClr val="666666"/>
            </a:solidFill>
            <a:prstDash val="solid"/>
            <a:round/>
            <a:headEnd len="sm" w="sm" type="none"/>
            <a:tailEnd len="med" w="med" type="triangle"/>
          </a:ln>
        </p:spPr>
      </p:cxnSp>
      <p:cxnSp>
        <p:nvCxnSpPr>
          <p:cNvPr id="1104" name="Google Shape;1104;p94"/>
          <p:cNvCxnSpPr/>
          <p:nvPr/>
        </p:nvCxnSpPr>
        <p:spPr>
          <a:xfrm>
            <a:off x="12880938" y="4685888"/>
            <a:ext cx="25800" cy="957000"/>
          </a:xfrm>
          <a:prstGeom prst="straightConnector1">
            <a:avLst/>
          </a:prstGeom>
          <a:noFill/>
          <a:ln cap="flat" cmpd="sng" w="28575">
            <a:solidFill>
              <a:srgbClr val="666666"/>
            </a:solidFill>
            <a:prstDash val="solid"/>
            <a:round/>
            <a:headEnd len="sm" w="sm" type="none"/>
            <a:tailEnd len="med" w="med" type="triangle"/>
          </a:ln>
        </p:spPr>
      </p:cxnSp>
      <p:sp>
        <p:nvSpPr>
          <p:cNvPr id="1105" name="Google Shape;1105;p94"/>
          <p:cNvSpPr txBox="1"/>
          <p:nvPr/>
        </p:nvSpPr>
        <p:spPr>
          <a:xfrm>
            <a:off x="1902250" y="4979875"/>
            <a:ext cx="6363600" cy="14376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None/>
            </a:pPr>
            <a:r>
              <a:rPr lang="en" sz="3600">
                <a:solidFill>
                  <a:schemeClr val="accent2"/>
                </a:solidFill>
                <a:latin typeface="Roboto"/>
                <a:ea typeface="Roboto"/>
                <a:cs typeface="Roboto"/>
                <a:sym typeface="Roboto"/>
              </a:rPr>
              <a:t>A</a:t>
            </a:r>
            <a:r>
              <a:rPr lang="en" sz="3600">
                <a:solidFill>
                  <a:schemeClr val="accent2"/>
                </a:solidFill>
                <a:latin typeface="Roboto"/>
                <a:ea typeface="Roboto"/>
                <a:cs typeface="Roboto"/>
                <a:sym typeface="Roboto"/>
              </a:rPr>
              <a:t>n open-source container management platform</a:t>
            </a:r>
            <a:endParaRPr sz="3600">
              <a:solidFill>
                <a:schemeClr val="accent2"/>
              </a:solidFill>
              <a:latin typeface="Roboto"/>
              <a:ea typeface="Roboto"/>
              <a:cs typeface="Roboto"/>
              <a:sym typeface="Roboto"/>
            </a:endParaRPr>
          </a:p>
        </p:txBody>
      </p:sp>
      <p:pic>
        <p:nvPicPr>
          <p:cNvPr id="1106" name="Google Shape;1106;p94"/>
          <p:cNvPicPr preferRelativeResize="0"/>
          <p:nvPr/>
        </p:nvPicPr>
        <p:blipFill>
          <a:blip r:embed="rId3">
            <a:alphaModFix/>
          </a:blip>
          <a:stretch>
            <a:fillRect/>
          </a:stretch>
        </p:blipFill>
        <p:spPr>
          <a:xfrm>
            <a:off x="11674650" y="5797650"/>
            <a:ext cx="2438400" cy="2362200"/>
          </a:xfrm>
          <a:prstGeom prst="rect">
            <a:avLst/>
          </a:prstGeom>
          <a:noFill/>
          <a:ln>
            <a:noFill/>
          </a:ln>
        </p:spPr>
      </p:pic>
      <p:pic>
        <p:nvPicPr>
          <p:cNvPr id="1107" name="Google Shape;1107;p94"/>
          <p:cNvPicPr preferRelativeResize="0"/>
          <p:nvPr/>
        </p:nvPicPr>
        <p:blipFill>
          <a:blip r:embed="rId4">
            <a:alphaModFix/>
          </a:blip>
          <a:stretch>
            <a:fillRect/>
          </a:stretch>
        </p:blipFill>
        <p:spPr>
          <a:xfrm>
            <a:off x="11590463" y="8319500"/>
            <a:ext cx="2648788" cy="439633"/>
          </a:xfrm>
          <a:prstGeom prst="rect">
            <a:avLst/>
          </a:prstGeom>
          <a:noFill/>
          <a:ln>
            <a:noFill/>
          </a:ln>
        </p:spPr>
      </p:pic>
      <p:sp>
        <p:nvSpPr>
          <p:cNvPr id="1108" name="Google Shape;1108;p94"/>
          <p:cNvSpPr txBox="1"/>
          <p:nvPr>
            <p:ph type="title"/>
          </p:nvPr>
        </p:nvSpPr>
        <p:spPr>
          <a:xfrm>
            <a:off x="1672475" y="1154875"/>
            <a:ext cx="147753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Kubernetes makes it easy to orchestrate many containers on many hosts</a:t>
            </a:r>
            <a:endParaRPr/>
          </a:p>
        </p:txBody>
      </p:sp>
      <p:sp>
        <p:nvSpPr>
          <p:cNvPr id="1109" name="Google Shape;1109;p94"/>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5">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3" name="Shape 1113"/>
        <p:cNvGrpSpPr/>
        <p:nvPr/>
      </p:nvGrpSpPr>
      <p:grpSpPr>
        <a:xfrm>
          <a:off x="0" y="0"/>
          <a:ext cx="0" cy="0"/>
          <a:chOff x="0" y="0"/>
          <a:chExt cx="0" cy="0"/>
        </a:xfrm>
      </p:grpSpPr>
      <p:pic>
        <p:nvPicPr>
          <p:cNvPr id="1114" name="Google Shape;1114;p95"/>
          <p:cNvPicPr preferRelativeResize="0"/>
          <p:nvPr/>
        </p:nvPicPr>
        <p:blipFill rotWithShape="1">
          <a:blip r:embed="rId3">
            <a:alphaModFix/>
          </a:blip>
          <a:srcRect b="0" l="21450" r="21773" t="0"/>
          <a:stretch/>
        </p:blipFill>
        <p:spPr>
          <a:xfrm>
            <a:off x="1828800" y="2872225"/>
            <a:ext cx="4356079" cy="5761741"/>
          </a:xfrm>
          <a:prstGeom prst="rect">
            <a:avLst/>
          </a:prstGeom>
          <a:noFill/>
          <a:ln>
            <a:noFill/>
          </a:ln>
        </p:spPr>
      </p:pic>
      <p:pic>
        <p:nvPicPr>
          <p:cNvPr id="1115" name="Google Shape;1115;p95"/>
          <p:cNvPicPr preferRelativeResize="0"/>
          <p:nvPr/>
        </p:nvPicPr>
        <p:blipFill rotWithShape="1">
          <a:blip r:embed="rId4">
            <a:alphaModFix/>
          </a:blip>
          <a:srcRect b="0" l="20488" r="20688" t="0"/>
          <a:stretch/>
        </p:blipFill>
        <p:spPr>
          <a:xfrm>
            <a:off x="7543450" y="2901650"/>
            <a:ext cx="4238701" cy="6004950"/>
          </a:xfrm>
          <a:prstGeom prst="rect">
            <a:avLst/>
          </a:prstGeom>
          <a:noFill/>
          <a:ln>
            <a:noFill/>
          </a:ln>
        </p:spPr>
      </p:pic>
      <p:pic>
        <p:nvPicPr>
          <p:cNvPr id="1116" name="Google Shape;1116;p95"/>
          <p:cNvPicPr preferRelativeResize="0"/>
          <p:nvPr/>
        </p:nvPicPr>
        <p:blipFill rotWithShape="1">
          <a:blip r:embed="rId5">
            <a:alphaModFix/>
          </a:blip>
          <a:srcRect b="0" l="25836" r="30186" t="0"/>
          <a:stretch/>
        </p:blipFill>
        <p:spPr>
          <a:xfrm>
            <a:off x="13134675" y="3094575"/>
            <a:ext cx="3184150" cy="6026700"/>
          </a:xfrm>
          <a:prstGeom prst="rect">
            <a:avLst/>
          </a:prstGeom>
          <a:noFill/>
          <a:ln>
            <a:noFill/>
          </a:ln>
        </p:spPr>
      </p:pic>
      <p:sp>
        <p:nvSpPr>
          <p:cNvPr id="1117" name="Google Shape;1117;p95"/>
          <p:cNvSpPr txBox="1"/>
          <p:nvPr>
            <p:ph type="title"/>
          </p:nvPr>
        </p:nvSpPr>
        <p:spPr>
          <a:xfrm>
            <a:off x="1672475" y="1154875"/>
            <a:ext cx="147753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relationship between containers, Docker,</a:t>
            </a:r>
            <a:endParaRPr/>
          </a:p>
          <a:p>
            <a:pPr indent="0" lvl="0" marL="0" rtl="0" algn="l">
              <a:spcBef>
                <a:spcPts val="0"/>
              </a:spcBef>
              <a:spcAft>
                <a:spcPts val="0"/>
              </a:spcAft>
              <a:buNone/>
            </a:pPr>
            <a:r>
              <a:rPr lang="en"/>
              <a:t>and Kubernetes</a:t>
            </a:r>
            <a:endParaRPr/>
          </a:p>
        </p:txBody>
      </p:sp>
      <p:sp>
        <p:nvSpPr>
          <p:cNvPr id="1118" name="Google Shape;1118;p95"/>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6">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2" name="Shape 1122"/>
        <p:cNvGrpSpPr/>
        <p:nvPr/>
      </p:nvGrpSpPr>
      <p:grpSpPr>
        <a:xfrm>
          <a:off x="0" y="0"/>
          <a:ext cx="0" cy="0"/>
          <a:chOff x="0" y="0"/>
          <a:chExt cx="0" cy="0"/>
        </a:xfrm>
      </p:grpSpPr>
      <p:pic>
        <p:nvPicPr>
          <p:cNvPr id="1123" name="Google Shape;1123;p96"/>
          <p:cNvPicPr preferRelativeResize="0"/>
          <p:nvPr/>
        </p:nvPicPr>
        <p:blipFill>
          <a:blip r:embed="rId3">
            <a:alphaModFix/>
          </a:blip>
          <a:stretch>
            <a:fillRect/>
          </a:stretch>
        </p:blipFill>
        <p:spPr>
          <a:xfrm>
            <a:off x="4041648" y="3338750"/>
            <a:ext cx="10204704" cy="5726576"/>
          </a:xfrm>
          <a:prstGeom prst="rect">
            <a:avLst/>
          </a:prstGeom>
          <a:noFill/>
          <a:ln>
            <a:noFill/>
          </a:ln>
        </p:spPr>
      </p:pic>
      <p:sp>
        <p:nvSpPr>
          <p:cNvPr id="1124" name="Google Shape;1124;p96"/>
          <p:cNvSpPr txBox="1"/>
          <p:nvPr>
            <p:ph type="title"/>
          </p:nvPr>
        </p:nvSpPr>
        <p:spPr>
          <a:xfrm>
            <a:off x="1672475" y="1154875"/>
            <a:ext cx="147753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GKE is a managed environment for deploying containerized apps</a:t>
            </a:r>
            <a:endParaRPr/>
          </a:p>
        </p:txBody>
      </p:sp>
      <p:sp>
        <p:nvSpPr>
          <p:cNvPr id="1125" name="Google Shape;1125;p96"/>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4">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9" name="Shape 1129"/>
        <p:cNvGrpSpPr/>
        <p:nvPr/>
      </p:nvGrpSpPr>
      <p:grpSpPr>
        <a:xfrm>
          <a:off x="0" y="0"/>
          <a:ext cx="0" cy="0"/>
          <a:chOff x="0" y="0"/>
          <a:chExt cx="0" cy="0"/>
        </a:xfrm>
      </p:grpSpPr>
      <p:sp>
        <p:nvSpPr>
          <p:cNvPr id="1130" name="Google Shape;1130;p97"/>
          <p:cNvSpPr txBox="1"/>
          <p:nvPr>
            <p:ph idx="1" type="body"/>
          </p:nvPr>
        </p:nvSpPr>
        <p:spPr>
          <a:xfrm>
            <a:off x="1701275" y="2432125"/>
            <a:ext cx="7319700" cy="677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Event Driven Programs with Cloud Functions</a:t>
            </a:r>
            <a:endParaRPr/>
          </a:p>
          <a:p>
            <a:pPr indent="0" lvl="0" marL="0" rtl="0" algn="l">
              <a:spcBef>
                <a:spcPts val="2900"/>
              </a:spcBef>
              <a:spcAft>
                <a:spcPts val="0"/>
              </a:spcAft>
              <a:buNone/>
            </a:pPr>
            <a:r>
              <a:rPr lang="en"/>
              <a:t>Lab: Cloud Functions: Qwik Start - Command Line</a:t>
            </a:r>
            <a:endParaRPr/>
          </a:p>
          <a:p>
            <a:pPr indent="0" lvl="0" marL="0" rtl="0" algn="l">
              <a:spcBef>
                <a:spcPts val="2900"/>
              </a:spcBef>
              <a:spcAft>
                <a:spcPts val="0"/>
              </a:spcAft>
              <a:buNone/>
            </a:pPr>
            <a:r>
              <a:rPr lang="en"/>
              <a:t>Containerizing and Orchestrating Apps with GKE</a:t>
            </a:r>
            <a:endParaRPr/>
          </a:p>
          <a:p>
            <a:pPr indent="0" lvl="0" marL="0" rtl="0" algn="l">
              <a:spcBef>
                <a:spcPts val="2900"/>
              </a:spcBef>
              <a:spcAft>
                <a:spcPts val="2900"/>
              </a:spcAft>
              <a:buNone/>
            </a:pPr>
            <a:r>
              <a:rPr lang="en">
                <a:solidFill>
                  <a:schemeClr val="accent2"/>
                </a:solidFill>
              </a:rPr>
              <a:t>Lab: Kubernetes Engine: Qwik Start</a:t>
            </a:r>
            <a:endParaRPr>
              <a:solidFill>
                <a:schemeClr val="accent2"/>
              </a:solidFill>
            </a:endParaRPr>
          </a:p>
        </p:txBody>
      </p:sp>
      <p:sp>
        <p:nvSpPr>
          <p:cNvPr id="1131" name="Google Shape;1131;p97"/>
          <p:cNvSpPr txBox="1"/>
          <p:nvPr>
            <p:ph type="title"/>
          </p:nvPr>
        </p:nvSpPr>
        <p:spPr>
          <a:xfrm>
            <a:off x="1672475" y="1154875"/>
            <a:ext cx="74865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Agenda</a:t>
            </a:r>
            <a:endParaRPr/>
          </a:p>
        </p:txBody>
      </p:sp>
      <p:sp>
        <p:nvSpPr>
          <p:cNvPr id="1132" name="Google Shape;1132;p97"/>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3">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6" name="Shape 1136"/>
        <p:cNvGrpSpPr/>
        <p:nvPr/>
      </p:nvGrpSpPr>
      <p:grpSpPr>
        <a:xfrm>
          <a:off x="0" y="0"/>
          <a:ext cx="0" cy="0"/>
          <a:chOff x="0" y="0"/>
          <a:chExt cx="0" cy="0"/>
        </a:xfrm>
      </p:grpSpPr>
      <p:sp>
        <p:nvSpPr>
          <p:cNvPr id="1137" name="Google Shape;1137;p98"/>
          <p:cNvSpPr txBox="1"/>
          <p:nvPr>
            <p:ph idx="1" type="subTitle"/>
          </p:nvPr>
        </p:nvSpPr>
        <p:spPr>
          <a:xfrm>
            <a:off x="1724150" y="5169125"/>
            <a:ext cx="7428900" cy="9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Kubernetes Engine:</a:t>
            </a:r>
            <a:endParaRPr/>
          </a:p>
          <a:p>
            <a:pPr indent="0" lvl="0" marL="0" rtl="0" algn="l">
              <a:spcBef>
                <a:spcPts val="0"/>
              </a:spcBef>
              <a:spcAft>
                <a:spcPts val="0"/>
              </a:spcAft>
              <a:buNone/>
            </a:pPr>
            <a:r>
              <a:rPr lang="en"/>
              <a:t>Qwik Start</a:t>
            </a:r>
            <a:endParaRPr/>
          </a:p>
        </p:txBody>
      </p:sp>
      <p:sp>
        <p:nvSpPr>
          <p:cNvPr id="1138" name="Google Shape;1138;p98"/>
          <p:cNvSpPr txBox="1"/>
          <p:nvPr>
            <p:ph type="title"/>
          </p:nvPr>
        </p:nvSpPr>
        <p:spPr>
          <a:xfrm>
            <a:off x="1672475" y="4148475"/>
            <a:ext cx="74865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Lab Intro</a:t>
            </a:r>
            <a:endParaRPr/>
          </a:p>
        </p:txBody>
      </p:sp>
      <p:sp>
        <p:nvSpPr>
          <p:cNvPr id="1139" name="Google Shape;1139;p98"/>
          <p:cNvSpPr txBox="1"/>
          <p:nvPr/>
        </p:nvSpPr>
        <p:spPr>
          <a:xfrm>
            <a:off x="1724150" y="6523925"/>
            <a:ext cx="6653400" cy="1897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2500">
                <a:solidFill>
                  <a:schemeClr val="lt1"/>
                </a:solidFill>
                <a:latin typeface="Roboto"/>
                <a:ea typeface="Roboto"/>
                <a:cs typeface="Roboto"/>
                <a:sym typeface="Roboto"/>
              </a:rPr>
              <a:t>Get hands on practice with container creation and application deployment with GKE.</a:t>
            </a:r>
            <a:endParaRPr sz="2500">
              <a:solidFill>
                <a:schemeClr val="lt1"/>
              </a:solidFill>
              <a:latin typeface="Roboto"/>
              <a:ea typeface="Roboto"/>
              <a:cs typeface="Roboto"/>
              <a:sym typeface="Roboto"/>
            </a:endParaRPr>
          </a:p>
          <a:p>
            <a:pPr indent="0" lvl="0" marL="0" rtl="0" algn="l">
              <a:lnSpc>
                <a:spcPct val="115000"/>
              </a:lnSpc>
              <a:spcBef>
                <a:spcPts val="0"/>
              </a:spcBef>
              <a:spcAft>
                <a:spcPts val="0"/>
              </a:spcAft>
              <a:buNone/>
            </a:pPr>
            <a:r>
              <a:t/>
            </a:r>
            <a:endParaRPr sz="2500">
              <a:solidFill>
                <a:schemeClr val="lt1"/>
              </a:solidFill>
              <a:latin typeface="Roboto"/>
              <a:ea typeface="Roboto"/>
              <a:cs typeface="Roboto"/>
              <a:sym typeface="Roboto"/>
            </a:endParaRPr>
          </a:p>
          <a:p>
            <a:pPr indent="0" lvl="0" marL="0" rtl="0" algn="l">
              <a:lnSpc>
                <a:spcPct val="115000"/>
              </a:lnSpc>
              <a:spcBef>
                <a:spcPts val="0"/>
              </a:spcBef>
              <a:spcAft>
                <a:spcPts val="0"/>
              </a:spcAft>
              <a:buNone/>
            </a:pPr>
            <a:r>
              <a:rPr lang="en" sz="2500">
                <a:solidFill>
                  <a:schemeClr val="lt1"/>
                </a:solidFill>
                <a:latin typeface="Roboto"/>
                <a:ea typeface="Roboto"/>
                <a:cs typeface="Roboto"/>
                <a:sym typeface="Roboto"/>
              </a:rPr>
              <a:t>The lab can be found</a:t>
            </a:r>
            <a:r>
              <a:rPr lang="en" sz="2500">
                <a:solidFill>
                  <a:schemeClr val="dk1"/>
                </a:solidFill>
                <a:latin typeface="Roboto"/>
                <a:ea typeface="Roboto"/>
                <a:cs typeface="Roboto"/>
                <a:sym typeface="Roboto"/>
              </a:rPr>
              <a:t> </a:t>
            </a:r>
            <a:r>
              <a:rPr lang="en" sz="2500">
                <a:solidFill>
                  <a:schemeClr val="hlink"/>
                </a:solidFill>
                <a:uFill>
                  <a:noFill/>
                </a:uFill>
                <a:latin typeface="Roboto"/>
                <a:ea typeface="Roboto"/>
                <a:cs typeface="Roboto"/>
                <a:sym typeface="Roboto"/>
                <a:hlinkClick r:id="rId3"/>
              </a:rPr>
              <a:t>here</a:t>
            </a:r>
            <a:r>
              <a:rPr lang="en" sz="2500">
                <a:solidFill>
                  <a:schemeClr val="dk1"/>
                </a:solidFill>
                <a:uFill>
                  <a:noFill/>
                </a:uFill>
                <a:latin typeface="Roboto"/>
                <a:ea typeface="Roboto"/>
                <a:cs typeface="Roboto"/>
                <a:sym typeface="Roboto"/>
                <a:hlinkClick r:id="rId4">
                  <a:extLst>
                    <a:ext uri="{A12FA001-AC4F-418D-AE19-62706E023703}">
                      <ahyp:hlinkClr val="tx"/>
                    </a:ext>
                  </a:extLst>
                </a:hlinkClick>
              </a:rPr>
              <a:t>.</a:t>
            </a:r>
            <a:endParaRPr sz="2500">
              <a:solidFill>
                <a:srgbClr val="3C4043"/>
              </a:solidFill>
              <a:latin typeface="Roboto"/>
              <a:ea typeface="Roboto"/>
              <a:cs typeface="Roboto"/>
              <a:sym typeface="Roboto"/>
            </a:endParaRPr>
          </a:p>
        </p:txBody>
      </p:sp>
      <p:sp>
        <p:nvSpPr>
          <p:cNvPr id="1140" name="Google Shape;1140;p98"/>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a:t>
            </a:r>
            <a:r>
              <a:rPr lang="en" sz="1600">
                <a:solidFill>
                  <a:srgbClr val="FFFFFF"/>
                </a:solidFill>
                <a:latin typeface="Google Sans"/>
                <a:ea typeface="Google Sans"/>
                <a:cs typeface="Google Sans"/>
                <a:sym typeface="Google Sans"/>
              </a:rPr>
              <a:t>in accordance with the terms of use set forth on the program </a:t>
            </a:r>
            <a:r>
              <a:rPr lang="en" sz="1600" u="sng">
                <a:solidFill>
                  <a:srgbClr val="FFFFFF"/>
                </a:solidFill>
                <a:latin typeface="Google Sans"/>
                <a:ea typeface="Google Sans"/>
                <a:cs typeface="Google Sans"/>
                <a:sym typeface="Google Sans"/>
                <a:hlinkClick r:id="rId5">
                  <a:extLst>
                    <a:ext uri="{A12FA001-AC4F-418D-AE19-62706E023703}">
                      <ahyp:hlinkClr val="tx"/>
                    </a:ext>
                  </a:extLst>
                </a:hlinkClick>
              </a:rPr>
              <a:t>Website</a:t>
            </a:r>
            <a:r>
              <a:rPr lang="en" sz="1600">
                <a:solidFill>
                  <a:srgbClr val="FFFFFF"/>
                </a:solidFill>
                <a:latin typeface="Google Sans"/>
                <a:ea typeface="Google Sans"/>
                <a:cs typeface="Google Sans"/>
                <a:sym typeface="Google Sans"/>
              </a:rPr>
              <a:t>.</a:t>
            </a:r>
            <a:endParaRPr sz="1600">
              <a:solidFill>
                <a:srgbClr val="FFFFFF"/>
              </a:solidFill>
              <a:latin typeface="Google Sans"/>
              <a:ea typeface="Google Sans"/>
              <a:cs typeface="Google Sans"/>
              <a:sym typeface="Google Sans"/>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4" name="Shape 1144"/>
        <p:cNvGrpSpPr/>
        <p:nvPr/>
      </p:nvGrpSpPr>
      <p:grpSpPr>
        <a:xfrm>
          <a:off x="0" y="0"/>
          <a:ext cx="0" cy="0"/>
          <a:chOff x="0" y="0"/>
          <a:chExt cx="0" cy="0"/>
        </a:xfrm>
      </p:grpSpPr>
      <p:sp>
        <p:nvSpPr>
          <p:cNvPr id="1145" name="Google Shape;1145;p99"/>
          <p:cNvSpPr txBox="1"/>
          <p:nvPr>
            <p:ph type="title"/>
          </p:nvPr>
        </p:nvSpPr>
        <p:spPr>
          <a:xfrm>
            <a:off x="1672475" y="1154875"/>
            <a:ext cx="147753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Lab objectives</a:t>
            </a:r>
            <a:endParaRPr/>
          </a:p>
        </p:txBody>
      </p:sp>
      <p:sp>
        <p:nvSpPr>
          <p:cNvPr id="1146" name="Google Shape;1146;p99"/>
          <p:cNvSpPr txBox="1"/>
          <p:nvPr>
            <p:ph idx="1" type="body"/>
          </p:nvPr>
        </p:nvSpPr>
        <p:spPr>
          <a:xfrm>
            <a:off x="1742475" y="2432125"/>
            <a:ext cx="7251900" cy="676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000"/>
              <a:t>Set a default compute zone.</a:t>
            </a:r>
            <a:endParaRPr sz="3000"/>
          </a:p>
          <a:p>
            <a:pPr indent="0" lvl="0" marL="0" rtl="0" algn="l">
              <a:spcBef>
                <a:spcPts val="2900"/>
              </a:spcBef>
              <a:spcAft>
                <a:spcPts val="0"/>
              </a:spcAft>
              <a:buNone/>
            </a:pPr>
            <a:r>
              <a:rPr lang="en" sz="3000"/>
              <a:t>Create a GKE cluster.</a:t>
            </a:r>
            <a:endParaRPr sz="3000"/>
          </a:p>
          <a:p>
            <a:pPr indent="0" lvl="0" marL="0" rtl="0" algn="l">
              <a:spcBef>
                <a:spcPts val="2900"/>
              </a:spcBef>
              <a:spcAft>
                <a:spcPts val="0"/>
              </a:spcAft>
              <a:buNone/>
            </a:pPr>
            <a:r>
              <a:rPr lang="en" sz="3000"/>
              <a:t>Get authentication credentials for</a:t>
            </a:r>
            <a:br>
              <a:rPr lang="en" sz="3000"/>
            </a:br>
            <a:r>
              <a:rPr lang="en" sz="3000"/>
              <a:t>the cluster.</a:t>
            </a:r>
            <a:endParaRPr sz="3000"/>
          </a:p>
          <a:p>
            <a:pPr indent="0" lvl="0" marL="0" rtl="0" algn="l">
              <a:spcBef>
                <a:spcPts val="2900"/>
              </a:spcBef>
              <a:spcAft>
                <a:spcPts val="2900"/>
              </a:spcAft>
              <a:buNone/>
            </a:pPr>
            <a:r>
              <a:rPr lang="en" sz="3000"/>
              <a:t>Deploy an application to the cluster.</a:t>
            </a:r>
            <a:endParaRPr sz="3000"/>
          </a:p>
        </p:txBody>
      </p:sp>
      <p:sp>
        <p:nvSpPr>
          <p:cNvPr id="1147" name="Google Shape;1147;p99"/>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3">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pic>
        <p:nvPicPr>
          <p:cNvPr id="1148" name="Google Shape;1148;p99"/>
          <p:cNvPicPr preferRelativeResize="0"/>
          <p:nvPr/>
        </p:nvPicPr>
        <p:blipFill rotWithShape="1">
          <a:blip r:embed="rId4">
            <a:alphaModFix/>
          </a:blip>
          <a:srcRect b="0" l="0" r="0" t="0"/>
          <a:stretch/>
        </p:blipFill>
        <p:spPr>
          <a:xfrm>
            <a:off x="9451750" y="1854313"/>
            <a:ext cx="6996024" cy="6996024"/>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2" name="Shape 1152"/>
        <p:cNvGrpSpPr/>
        <p:nvPr/>
      </p:nvGrpSpPr>
      <p:grpSpPr>
        <a:xfrm>
          <a:off x="0" y="0"/>
          <a:ext cx="0" cy="0"/>
          <a:chOff x="0" y="0"/>
          <a:chExt cx="0" cy="0"/>
        </a:xfrm>
      </p:grpSpPr>
      <p:sp>
        <p:nvSpPr>
          <p:cNvPr id="1153" name="Google Shape;1153;p100"/>
          <p:cNvSpPr txBox="1"/>
          <p:nvPr>
            <p:ph idx="1" type="body"/>
          </p:nvPr>
        </p:nvSpPr>
        <p:spPr>
          <a:xfrm>
            <a:off x="1701275" y="2432125"/>
            <a:ext cx="7319700" cy="677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2"/>
                </a:solidFill>
              </a:rPr>
              <a:t>Lab: Set Up Network and HTTP Load Balancers</a:t>
            </a:r>
            <a:endParaRPr>
              <a:solidFill>
                <a:schemeClr val="accent2"/>
              </a:solidFill>
            </a:endParaRPr>
          </a:p>
          <a:p>
            <a:pPr indent="0" lvl="0" marL="0" rtl="0" algn="l">
              <a:spcBef>
                <a:spcPts val="2900"/>
              </a:spcBef>
              <a:spcAft>
                <a:spcPts val="0"/>
              </a:spcAft>
              <a:buNone/>
            </a:pPr>
            <a:r>
              <a:rPr lang="en"/>
              <a:t>Quiz</a:t>
            </a:r>
            <a:endParaRPr/>
          </a:p>
          <a:p>
            <a:pPr indent="0" lvl="0" marL="0" rtl="0" algn="l">
              <a:spcBef>
                <a:spcPts val="2900"/>
              </a:spcBef>
              <a:spcAft>
                <a:spcPts val="2900"/>
              </a:spcAft>
              <a:buNone/>
            </a:pPr>
            <a:r>
              <a:rPr lang="en"/>
              <a:t>Summary</a:t>
            </a:r>
            <a:endParaRPr/>
          </a:p>
        </p:txBody>
      </p:sp>
      <p:sp>
        <p:nvSpPr>
          <p:cNvPr id="1154" name="Google Shape;1154;p100"/>
          <p:cNvSpPr txBox="1"/>
          <p:nvPr>
            <p:ph type="title"/>
          </p:nvPr>
        </p:nvSpPr>
        <p:spPr>
          <a:xfrm>
            <a:off x="1672475" y="1154875"/>
            <a:ext cx="74865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Agenda</a:t>
            </a:r>
            <a:endParaRPr/>
          </a:p>
        </p:txBody>
      </p:sp>
      <p:sp>
        <p:nvSpPr>
          <p:cNvPr id="1155" name="Google Shape;1155;p100"/>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3">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9" name="Shape 1159"/>
        <p:cNvGrpSpPr/>
        <p:nvPr/>
      </p:nvGrpSpPr>
      <p:grpSpPr>
        <a:xfrm>
          <a:off x="0" y="0"/>
          <a:ext cx="0" cy="0"/>
          <a:chOff x="0" y="0"/>
          <a:chExt cx="0" cy="0"/>
        </a:xfrm>
      </p:grpSpPr>
      <p:sp>
        <p:nvSpPr>
          <p:cNvPr id="1160" name="Google Shape;1160;p101"/>
          <p:cNvSpPr txBox="1"/>
          <p:nvPr>
            <p:ph idx="1" type="subTitle"/>
          </p:nvPr>
        </p:nvSpPr>
        <p:spPr>
          <a:xfrm>
            <a:off x="1724150" y="5169125"/>
            <a:ext cx="7428900" cy="9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Set Up Network and HTTP</a:t>
            </a:r>
            <a:br>
              <a:rPr lang="en"/>
            </a:br>
            <a:r>
              <a:rPr lang="en"/>
              <a:t>Load Balancers</a:t>
            </a:r>
            <a:endParaRPr/>
          </a:p>
        </p:txBody>
      </p:sp>
      <p:sp>
        <p:nvSpPr>
          <p:cNvPr id="1161" name="Google Shape;1161;p101"/>
          <p:cNvSpPr txBox="1"/>
          <p:nvPr>
            <p:ph type="title"/>
          </p:nvPr>
        </p:nvSpPr>
        <p:spPr>
          <a:xfrm>
            <a:off x="1672475" y="4148475"/>
            <a:ext cx="74865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Lab Intro</a:t>
            </a:r>
            <a:endParaRPr/>
          </a:p>
        </p:txBody>
      </p:sp>
      <p:sp>
        <p:nvSpPr>
          <p:cNvPr id="1162" name="Google Shape;1162;p101"/>
          <p:cNvSpPr txBox="1"/>
          <p:nvPr/>
        </p:nvSpPr>
        <p:spPr>
          <a:xfrm>
            <a:off x="1724150" y="6523925"/>
            <a:ext cx="7213500" cy="2658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2500">
                <a:solidFill>
                  <a:schemeClr val="lt1"/>
                </a:solidFill>
                <a:latin typeface="Roboto"/>
                <a:ea typeface="Roboto"/>
                <a:cs typeface="Roboto"/>
                <a:sym typeface="Roboto"/>
              </a:rPr>
              <a:t>Learn the differences between a network load balancer and a HTTP load balancer, and how to set them up for your applications running on Compute Engine virtual machines.</a:t>
            </a:r>
            <a:endParaRPr sz="2500">
              <a:solidFill>
                <a:schemeClr val="lt1"/>
              </a:solidFill>
              <a:latin typeface="Roboto"/>
              <a:ea typeface="Roboto"/>
              <a:cs typeface="Roboto"/>
              <a:sym typeface="Roboto"/>
            </a:endParaRPr>
          </a:p>
          <a:p>
            <a:pPr indent="0" lvl="0" marL="0" rtl="0" algn="l">
              <a:lnSpc>
                <a:spcPct val="115000"/>
              </a:lnSpc>
              <a:spcBef>
                <a:spcPts val="0"/>
              </a:spcBef>
              <a:spcAft>
                <a:spcPts val="0"/>
              </a:spcAft>
              <a:buNone/>
            </a:pPr>
            <a:r>
              <a:t/>
            </a:r>
            <a:endParaRPr sz="1800">
              <a:solidFill>
                <a:schemeClr val="lt1"/>
              </a:solidFill>
              <a:latin typeface="Roboto"/>
              <a:ea typeface="Roboto"/>
              <a:cs typeface="Roboto"/>
              <a:sym typeface="Roboto"/>
            </a:endParaRPr>
          </a:p>
          <a:p>
            <a:pPr indent="0" lvl="0" marL="0" rtl="0" algn="l">
              <a:lnSpc>
                <a:spcPct val="115000"/>
              </a:lnSpc>
              <a:spcBef>
                <a:spcPts val="0"/>
              </a:spcBef>
              <a:spcAft>
                <a:spcPts val="0"/>
              </a:spcAft>
              <a:buNone/>
            </a:pPr>
            <a:r>
              <a:rPr lang="en" sz="2500">
                <a:solidFill>
                  <a:schemeClr val="lt1"/>
                </a:solidFill>
                <a:latin typeface="Roboto"/>
                <a:ea typeface="Roboto"/>
                <a:cs typeface="Roboto"/>
                <a:sym typeface="Roboto"/>
              </a:rPr>
              <a:t>The lab can be found </a:t>
            </a:r>
            <a:r>
              <a:rPr lang="en" sz="2500">
                <a:solidFill>
                  <a:schemeClr val="hlink"/>
                </a:solidFill>
                <a:uFill>
                  <a:noFill/>
                </a:uFill>
                <a:latin typeface="Roboto"/>
                <a:ea typeface="Roboto"/>
                <a:cs typeface="Roboto"/>
                <a:sym typeface="Roboto"/>
                <a:hlinkClick r:id="rId3"/>
              </a:rPr>
              <a:t>here</a:t>
            </a:r>
            <a:r>
              <a:rPr lang="en" sz="2500">
                <a:solidFill>
                  <a:schemeClr val="dk1"/>
                </a:solidFill>
                <a:uFill>
                  <a:noFill/>
                </a:uFill>
                <a:latin typeface="Roboto"/>
                <a:ea typeface="Roboto"/>
                <a:cs typeface="Roboto"/>
                <a:sym typeface="Roboto"/>
                <a:hlinkClick r:id="rId4">
                  <a:extLst>
                    <a:ext uri="{A12FA001-AC4F-418D-AE19-62706E023703}">
                      <ahyp:hlinkClr val="tx"/>
                    </a:ext>
                  </a:extLst>
                </a:hlinkClick>
              </a:rPr>
              <a:t>.</a:t>
            </a:r>
            <a:endParaRPr sz="2500">
              <a:solidFill>
                <a:srgbClr val="3C4043"/>
              </a:solidFill>
              <a:latin typeface="Roboto"/>
              <a:ea typeface="Roboto"/>
              <a:cs typeface="Roboto"/>
              <a:sym typeface="Roboto"/>
            </a:endParaRPr>
          </a:p>
        </p:txBody>
      </p:sp>
      <p:sp>
        <p:nvSpPr>
          <p:cNvPr id="1163" name="Google Shape;1163;p101"/>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a:t>
            </a:r>
            <a:r>
              <a:rPr lang="en" sz="1600">
                <a:solidFill>
                  <a:srgbClr val="FFFFFF"/>
                </a:solidFill>
                <a:latin typeface="Google Sans"/>
                <a:ea typeface="Google Sans"/>
                <a:cs typeface="Google Sans"/>
                <a:sym typeface="Google Sans"/>
              </a:rPr>
              <a:t>in accordance with the terms of use set forth on the program </a:t>
            </a:r>
            <a:r>
              <a:rPr lang="en" sz="1600" u="sng">
                <a:solidFill>
                  <a:srgbClr val="FFFFFF"/>
                </a:solidFill>
                <a:latin typeface="Google Sans"/>
                <a:ea typeface="Google Sans"/>
                <a:cs typeface="Google Sans"/>
                <a:sym typeface="Google Sans"/>
                <a:hlinkClick r:id="rId5">
                  <a:extLst>
                    <a:ext uri="{A12FA001-AC4F-418D-AE19-62706E023703}">
                      <ahyp:hlinkClr val="tx"/>
                    </a:ext>
                  </a:extLst>
                </a:hlinkClick>
              </a:rPr>
              <a:t>Website</a:t>
            </a:r>
            <a:r>
              <a:rPr lang="en" sz="1600">
                <a:solidFill>
                  <a:srgbClr val="FFFFFF"/>
                </a:solidFill>
                <a:latin typeface="Google Sans"/>
                <a:ea typeface="Google Sans"/>
                <a:cs typeface="Google Sans"/>
                <a:sym typeface="Google Sans"/>
              </a:rPr>
              <a:t>.</a:t>
            </a:r>
            <a:endParaRPr sz="1600">
              <a:solidFill>
                <a:srgbClr val="FFFFFF"/>
              </a:solidFill>
              <a:latin typeface="Google Sans"/>
              <a:ea typeface="Google Sans"/>
              <a:cs typeface="Google Sans"/>
              <a:sym typeface="Google Sans"/>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7" name="Shape 1167"/>
        <p:cNvGrpSpPr/>
        <p:nvPr/>
      </p:nvGrpSpPr>
      <p:grpSpPr>
        <a:xfrm>
          <a:off x="0" y="0"/>
          <a:ext cx="0" cy="0"/>
          <a:chOff x="0" y="0"/>
          <a:chExt cx="0" cy="0"/>
        </a:xfrm>
      </p:grpSpPr>
      <p:sp>
        <p:nvSpPr>
          <p:cNvPr id="1168" name="Google Shape;1168;p102"/>
          <p:cNvSpPr txBox="1"/>
          <p:nvPr>
            <p:ph type="title"/>
          </p:nvPr>
        </p:nvSpPr>
        <p:spPr>
          <a:xfrm>
            <a:off x="1672475" y="1154875"/>
            <a:ext cx="147753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Lab objectives</a:t>
            </a:r>
            <a:endParaRPr/>
          </a:p>
        </p:txBody>
      </p:sp>
      <p:sp>
        <p:nvSpPr>
          <p:cNvPr id="1169" name="Google Shape;1169;p102"/>
          <p:cNvSpPr txBox="1"/>
          <p:nvPr>
            <p:ph idx="1" type="body"/>
          </p:nvPr>
        </p:nvSpPr>
        <p:spPr>
          <a:xfrm>
            <a:off x="1742475" y="2432125"/>
            <a:ext cx="7251900" cy="676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000"/>
              <a:t>Set up a network load balancer.</a:t>
            </a:r>
            <a:endParaRPr sz="3000"/>
          </a:p>
          <a:p>
            <a:pPr indent="0" lvl="0" marL="0" rtl="0" algn="l">
              <a:spcBef>
                <a:spcPts val="2900"/>
              </a:spcBef>
              <a:spcAft>
                <a:spcPts val="0"/>
              </a:spcAft>
              <a:buNone/>
            </a:pPr>
            <a:r>
              <a:rPr lang="en" sz="3000"/>
              <a:t>Set up a HTTP(S) load balancer.</a:t>
            </a:r>
            <a:endParaRPr sz="3000"/>
          </a:p>
          <a:p>
            <a:pPr indent="0" lvl="0" marL="0" rtl="0" algn="l">
              <a:spcBef>
                <a:spcPts val="2900"/>
              </a:spcBef>
              <a:spcAft>
                <a:spcPts val="2900"/>
              </a:spcAft>
              <a:buNone/>
            </a:pPr>
            <a:r>
              <a:rPr lang="en" sz="3000"/>
              <a:t>Differentiate between network load balancers and HTTP load balancers.</a:t>
            </a:r>
            <a:endParaRPr sz="3000"/>
          </a:p>
        </p:txBody>
      </p:sp>
      <p:sp>
        <p:nvSpPr>
          <p:cNvPr id="1170" name="Google Shape;1170;p102"/>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3">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pic>
        <p:nvPicPr>
          <p:cNvPr id="1171" name="Google Shape;1171;p102"/>
          <p:cNvPicPr preferRelativeResize="0"/>
          <p:nvPr/>
        </p:nvPicPr>
        <p:blipFill rotWithShape="1">
          <a:blip r:embed="rId4">
            <a:alphaModFix/>
          </a:blip>
          <a:srcRect b="0" l="0" r="0" t="0"/>
          <a:stretch/>
        </p:blipFill>
        <p:spPr>
          <a:xfrm>
            <a:off x="9451750" y="1854313"/>
            <a:ext cx="6996024" cy="6996024"/>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5" name="Shape 1175"/>
        <p:cNvGrpSpPr/>
        <p:nvPr/>
      </p:nvGrpSpPr>
      <p:grpSpPr>
        <a:xfrm>
          <a:off x="0" y="0"/>
          <a:ext cx="0" cy="0"/>
          <a:chOff x="0" y="0"/>
          <a:chExt cx="0" cy="0"/>
        </a:xfrm>
      </p:grpSpPr>
      <p:sp>
        <p:nvSpPr>
          <p:cNvPr id="1176" name="Google Shape;1176;p103"/>
          <p:cNvSpPr txBox="1"/>
          <p:nvPr>
            <p:ph idx="1" type="body"/>
          </p:nvPr>
        </p:nvSpPr>
        <p:spPr>
          <a:xfrm>
            <a:off x="1701275" y="2432125"/>
            <a:ext cx="7319700" cy="677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Lab: Set Up Network and HTTP Load Balancers</a:t>
            </a:r>
            <a:endParaRPr/>
          </a:p>
          <a:p>
            <a:pPr indent="0" lvl="0" marL="0" rtl="0" algn="l">
              <a:spcBef>
                <a:spcPts val="2900"/>
              </a:spcBef>
              <a:spcAft>
                <a:spcPts val="0"/>
              </a:spcAft>
              <a:buNone/>
            </a:pPr>
            <a:r>
              <a:rPr lang="en">
                <a:solidFill>
                  <a:schemeClr val="accent2"/>
                </a:solidFill>
              </a:rPr>
              <a:t>Quiz</a:t>
            </a:r>
            <a:endParaRPr>
              <a:solidFill>
                <a:schemeClr val="accent2"/>
              </a:solidFill>
            </a:endParaRPr>
          </a:p>
          <a:p>
            <a:pPr indent="0" lvl="0" marL="0" rtl="0" algn="l">
              <a:spcBef>
                <a:spcPts val="2900"/>
              </a:spcBef>
              <a:spcAft>
                <a:spcPts val="2900"/>
              </a:spcAft>
              <a:buNone/>
            </a:pPr>
            <a:r>
              <a:rPr lang="en"/>
              <a:t>Summary</a:t>
            </a:r>
            <a:endParaRPr/>
          </a:p>
        </p:txBody>
      </p:sp>
      <p:sp>
        <p:nvSpPr>
          <p:cNvPr id="1177" name="Google Shape;1177;p103"/>
          <p:cNvSpPr txBox="1"/>
          <p:nvPr>
            <p:ph type="title"/>
          </p:nvPr>
        </p:nvSpPr>
        <p:spPr>
          <a:xfrm>
            <a:off x="1672475" y="1154875"/>
            <a:ext cx="74865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Agenda</a:t>
            </a:r>
            <a:endParaRPr/>
          </a:p>
        </p:txBody>
      </p:sp>
      <p:sp>
        <p:nvSpPr>
          <p:cNvPr id="1178" name="Google Shape;1178;p103"/>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3">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2" name="Shape 1182"/>
        <p:cNvGrpSpPr/>
        <p:nvPr/>
      </p:nvGrpSpPr>
      <p:grpSpPr>
        <a:xfrm>
          <a:off x="0" y="0"/>
          <a:ext cx="0" cy="0"/>
          <a:chOff x="0" y="0"/>
          <a:chExt cx="0" cy="0"/>
        </a:xfrm>
      </p:grpSpPr>
      <p:sp>
        <p:nvSpPr>
          <p:cNvPr id="1183" name="Google Shape;1183;p104"/>
          <p:cNvSpPr txBox="1"/>
          <p:nvPr/>
        </p:nvSpPr>
        <p:spPr>
          <a:xfrm>
            <a:off x="1672450" y="1154875"/>
            <a:ext cx="14775300" cy="114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4800">
                <a:solidFill>
                  <a:srgbClr val="202124"/>
                </a:solidFill>
                <a:latin typeface="Google Sans"/>
                <a:ea typeface="Google Sans"/>
                <a:cs typeface="Google Sans"/>
                <a:sym typeface="Google Sans"/>
              </a:rPr>
              <a:t>Scenario #1</a:t>
            </a:r>
            <a:endParaRPr sz="4800">
              <a:solidFill>
                <a:srgbClr val="202124"/>
              </a:solidFill>
              <a:latin typeface="Google Sans"/>
              <a:ea typeface="Google Sans"/>
              <a:cs typeface="Google Sans"/>
              <a:sym typeface="Google Sans"/>
            </a:endParaRPr>
          </a:p>
        </p:txBody>
      </p:sp>
      <p:sp>
        <p:nvSpPr>
          <p:cNvPr id="1184" name="Google Shape;1184;p104"/>
          <p:cNvSpPr txBox="1"/>
          <p:nvPr/>
        </p:nvSpPr>
        <p:spPr>
          <a:xfrm>
            <a:off x="1708601" y="2027325"/>
            <a:ext cx="14693100" cy="911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3200">
                <a:solidFill>
                  <a:srgbClr val="1A73E8"/>
                </a:solidFill>
                <a:latin typeface="Google Sans Medium"/>
                <a:ea typeface="Google Sans Medium"/>
                <a:cs typeface="Google Sans Medium"/>
                <a:sym typeface="Google Sans Medium"/>
              </a:rPr>
              <a:t>Question</a:t>
            </a:r>
            <a:endParaRPr sz="3200">
              <a:solidFill>
                <a:srgbClr val="1A73E8"/>
              </a:solidFill>
              <a:latin typeface="Google Sans Medium"/>
              <a:ea typeface="Google Sans Medium"/>
              <a:cs typeface="Google Sans Medium"/>
              <a:sym typeface="Google Sans Medium"/>
            </a:endParaRPr>
          </a:p>
        </p:txBody>
      </p:sp>
      <p:graphicFrame>
        <p:nvGraphicFramePr>
          <p:cNvPr id="1185" name="Google Shape;1185;p104"/>
          <p:cNvGraphicFramePr/>
          <p:nvPr/>
        </p:nvGraphicFramePr>
        <p:xfrm>
          <a:off x="1794527" y="3017520"/>
          <a:ext cx="3000000" cy="3000000"/>
        </p:xfrm>
        <a:graphic>
          <a:graphicData uri="http://schemas.openxmlformats.org/drawingml/2006/table">
            <a:tbl>
              <a:tblPr>
                <a:noFill/>
                <a:tableStyleId>{ECBF6DF6-CC13-45ED-A288-C546B2E0E967}</a:tableStyleId>
              </a:tblPr>
              <a:tblGrid>
                <a:gridCol w="14653225"/>
              </a:tblGrid>
              <a:tr h="1063175">
                <a:tc>
                  <a:txBody>
                    <a:bodyPr/>
                    <a:lstStyle/>
                    <a:p>
                      <a:pPr indent="0" lvl="0" marL="0" marR="0" rtl="0" algn="l">
                        <a:lnSpc>
                          <a:spcPct val="115000"/>
                        </a:lnSpc>
                        <a:spcBef>
                          <a:spcPts val="0"/>
                        </a:spcBef>
                        <a:spcAft>
                          <a:spcPts val="1000"/>
                        </a:spcAft>
                        <a:buNone/>
                      </a:pPr>
                      <a:r>
                        <a:rPr lang="en" sz="2800">
                          <a:solidFill>
                            <a:schemeClr val="lt1"/>
                          </a:solidFill>
                          <a:latin typeface="Roboto"/>
                          <a:ea typeface="Roboto"/>
                          <a:cs typeface="Roboto"/>
                          <a:sym typeface="Roboto"/>
                        </a:rPr>
                        <a:t>Which of the following would be considered IaaS?</a:t>
                      </a:r>
                      <a:endParaRPr sz="2800">
                        <a:solidFill>
                          <a:schemeClr val="lt1"/>
                        </a:solidFill>
                        <a:latin typeface="Roboto"/>
                        <a:ea typeface="Roboto"/>
                        <a:cs typeface="Roboto"/>
                        <a:sym typeface="Roboto"/>
                      </a:endParaRPr>
                    </a:p>
                  </a:txBody>
                  <a:tcPr marT="182875" marB="182875" marR="0" marL="0">
                    <a:lnL cap="flat" cmpd="sng" w="9525">
                      <a:solidFill>
                        <a:srgbClr val="FFFFFF">
                          <a:alpha val="0"/>
                        </a:srgbClr>
                      </a:solidFill>
                      <a:prstDash val="solid"/>
                      <a:round/>
                      <a:headEnd len="sm" w="sm" type="none"/>
                      <a:tailEnd len="sm" w="sm" type="none"/>
                    </a:lnL>
                    <a:lnR cap="flat" cmpd="sng" w="9525">
                      <a:solidFill>
                        <a:srgbClr val="FFFFFF">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9525">
                      <a:solidFill>
                        <a:srgbClr val="FFFFFF">
                          <a:alpha val="0"/>
                        </a:srgbClr>
                      </a:solidFill>
                      <a:prstDash val="solid"/>
                      <a:round/>
                      <a:headEnd len="sm" w="sm" type="none"/>
                      <a:tailEnd len="sm" w="sm" type="none"/>
                    </a:lnB>
                  </a:tcPr>
                </a:tc>
              </a:tr>
              <a:tr h="475700">
                <a:tc>
                  <a:txBody>
                    <a:bodyPr/>
                    <a:lstStyle/>
                    <a:p>
                      <a:pPr indent="-406400" lvl="0" marL="685800" marR="0" rtl="0" algn="l">
                        <a:lnSpc>
                          <a:spcPct val="100000"/>
                        </a:lnSpc>
                        <a:spcBef>
                          <a:spcPts val="0"/>
                        </a:spcBef>
                        <a:spcAft>
                          <a:spcPts val="0"/>
                        </a:spcAft>
                        <a:buClr>
                          <a:schemeClr val="lt1"/>
                        </a:buClr>
                        <a:buSzPts val="2800"/>
                        <a:buFont typeface="Google Sans Medium"/>
                        <a:buAutoNum type="alphaUcPeriod"/>
                      </a:pPr>
                      <a:r>
                        <a:rPr lang="en" sz="2800">
                          <a:solidFill>
                            <a:schemeClr val="lt1"/>
                          </a:solidFill>
                          <a:latin typeface="Roboto"/>
                          <a:ea typeface="Roboto"/>
                          <a:cs typeface="Roboto"/>
                          <a:sym typeface="Roboto"/>
                        </a:rPr>
                        <a:t>Compute Engine</a:t>
                      </a:r>
                      <a:endParaRPr sz="2800">
                        <a:solidFill>
                          <a:schemeClr val="lt1"/>
                        </a:solidFill>
                        <a:latin typeface="Roboto"/>
                        <a:ea typeface="Roboto"/>
                        <a:cs typeface="Roboto"/>
                        <a:sym typeface="Roboto"/>
                      </a:endParaRPr>
                    </a:p>
                  </a:txBody>
                  <a:tcPr marT="182875" marB="182875" marR="182875" marL="0" anchor="ctr">
                    <a:lnL cap="flat" cmpd="sng" w="9525">
                      <a:solidFill>
                        <a:srgbClr val="FFFFFF">
                          <a:alpha val="0"/>
                        </a:srgbClr>
                      </a:solidFill>
                      <a:prstDash val="solid"/>
                      <a:round/>
                      <a:headEnd len="sm" w="sm" type="none"/>
                      <a:tailEnd len="sm" w="sm" type="none"/>
                    </a:lnL>
                    <a:lnR cap="flat" cmpd="sng" w="9525">
                      <a:solidFill>
                        <a:srgbClr val="FFFFFF">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9525">
                      <a:solidFill>
                        <a:srgbClr val="FFFFFF">
                          <a:alpha val="0"/>
                        </a:srgbClr>
                      </a:solidFill>
                      <a:prstDash val="solid"/>
                      <a:round/>
                      <a:headEnd len="sm" w="sm" type="none"/>
                      <a:tailEnd len="sm" w="sm" type="none"/>
                    </a:lnB>
                  </a:tcPr>
                </a:tc>
              </a:tr>
              <a:tr h="500825">
                <a:tc>
                  <a:txBody>
                    <a:bodyPr/>
                    <a:lstStyle/>
                    <a:p>
                      <a:pPr indent="-406400" lvl="0" marL="685800" rtl="0" algn="l">
                        <a:spcBef>
                          <a:spcPts val="0"/>
                        </a:spcBef>
                        <a:spcAft>
                          <a:spcPts val="0"/>
                        </a:spcAft>
                        <a:buClr>
                          <a:schemeClr val="lt1"/>
                        </a:buClr>
                        <a:buSzPts val="2800"/>
                        <a:buFont typeface="Google Sans Medium"/>
                        <a:buAutoNum type="alphaUcPeriod" startAt="2"/>
                      </a:pPr>
                      <a:r>
                        <a:rPr lang="en" sz="2800">
                          <a:solidFill>
                            <a:schemeClr val="lt1"/>
                          </a:solidFill>
                          <a:latin typeface="Roboto"/>
                          <a:ea typeface="Roboto"/>
                          <a:cs typeface="Roboto"/>
                          <a:sym typeface="Roboto"/>
                        </a:rPr>
                        <a:t>Google Kubernetes Engine</a:t>
                      </a:r>
                      <a:endParaRPr sz="2800">
                        <a:solidFill>
                          <a:schemeClr val="lt1"/>
                        </a:solidFill>
                        <a:latin typeface="Roboto"/>
                        <a:ea typeface="Roboto"/>
                        <a:cs typeface="Roboto"/>
                        <a:sym typeface="Roboto"/>
                      </a:endParaRPr>
                    </a:p>
                  </a:txBody>
                  <a:tcPr marT="182875" marB="182875" marR="182875" marL="0" anchor="ctr">
                    <a:lnL cap="flat" cmpd="sng" w="9525">
                      <a:solidFill>
                        <a:srgbClr val="FFFFFF">
                          <a:alpha val="0"/>
                        </a:srgbClr>
                      </a:solidFill>
                      <a:prstDash val="solid"/>
                      <a:round/>
                      <a:headEnd len="sm" w="sm" type="none"/>
                      <a:tailEnd len="sm" w="sm" type="none"/>
                    </a:lnL>
                    <a:lnR cap="flat" cmpd="sng" w="9525">
                      <a:solidFill>
                        <a:srgbClr val="FFFFFF">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9525">
                      <a:solidFill>
                        <a:srgbClr val="FFFFFF">
                          <a:alpha val="0"/>
                        </a:srgbClr>
                      </a:solidFill>
                      <a:prstDash val="solid"/>
                      <a:round/>
                      <a:headEnd len="sm" w="sm" type="none"/>
                      <a:tailEnd len="sm" w="sm" type="none"/>
                    </a:lnB>
                  </a:tcPr>
                </a:tc>
              </a:tr>
              <a:tr h="475700">
                <a:tc>
                  <a:txBody>
                    <a:bodyPr/>
                    <a:lstStyle/>
                    <a:p>
                      <a:pPr indent="-406400" lvl="0" marL="685800" marR="0" rtl="0" algn="l">
                        <a:lnSpc>
                          <a:spcPct val="100000"/>
                        </a:lnSpc>
                        <a:spcBef>
                          <a:spcPts val="0"/>
                        </a:spcBef>
                        <a:spcAft>
                          <a:spcPts val="0"/>
                        </a:spcAft>
                        <a:buClr>
                          <a:schemeClr val="lt1"/>
                        </a:buClr>
                        <a:buSzPts val="2800"/>
                        <a:buFont typeface="Google Sans Medium"/>
                        <a:buAutoNum type="alphaUcPeriod" startAt="3"/>
                      </a:pPr>
                      <a:r>
                        <a:rPr lang="en" sz="2800">
                          <a:solidFill>
                            <a:schemeClr val="lt1"/>
                          </a:solidFill>
                          <a:latin typeface="Roboto"/>
                          <a:ea typeface="Roboto"/>
                          <a:cs typeface="Roboto"/>
                          <a:sym typeface="Roboto"/>
                        </a:rPr>
                        <a:t>App Engine</a:t>
                      </a:r>
                      <a:endParaRPr sz="2800">
                        <a:solidFill>
                          <a:schemeClr val="lt1"/>
                        </a:solidFill>
                        <a:latin typeface="Roboto"/>
                        <a:ea typeface="Roboto"/>
                        <a:cs typeface="Roboto"/>
                        <a:sym typeface="Roboto"/>
                      </a:endParaRPr>
                    </a:p>
                  </a:txBody>
                  <a:tcPr marT="182875" marB="182875" marR="182875" marL="0" anchor="ctr">
                    <a:lnL cap="flat" cmpd="sng" w="9525">
                      <a:solidFill>
                        <a:srgbClr val="FFFFFF">
                          <a:alpha val="0"/>
                        </a:srgbClr>
                      </a:solidFill>
                      <a:prstDash val="solid"/>
                      <a:round/>
                      <a:headEnd len="sm" w="sm" type="none"/>
                      <a:tailEnd len="sm" w="sm" type="none"/>
                    </a:lnL>
                    <a:lnR cap="flat" cmpd="sng" w="9525">
                      <a:solidFill>
                        <a:srgbClr val="FFFFFF">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9525">
                      <a:solidFill>
                        <a:srgbClr val="FFFFFF">
                          <a:alpha val="0"/>
                        </a:srgbClr>
                      </a:solidFill>
                      <a:prstDash val="solid"/>
                      <a:round/>
                      <a:headEnd len="sm" w="sm" type="none"/>
                      <a:tailEnd len="sm" w="sm" type="none"/>
                    </a:lnB>
                  </a:tcPr>
                </a:tc>
              </a:tr>
              <a:tr h="475700">
                <a:tc>
                  <a:txBody>
                    <a:bodyPr/>
                    <a:lstStyle/>
                    <a:p>
                      <a:pPr indent="-406400" lvl="0" marL="685800" marR="0" rtl="0" algn="l">
                        <a:lnSpc>
                          <a:spcPct val="100000"/>
                        </a:lnSpc>
                        <a:spcBef>
                          <a:spcPts val="0"/>
                        </a:spcBef>
                        <a:spcAft>
                          <a:spcPts val="0"/>
                        </a:spcAft>
                        <a:buClr>
                          <a:schemeClr val="lt1"/>
                        </a:buClr>
                        <a:buSzPts val="2800"/>
                        <a:buFont typeface="Google Sans Medium"/>
                        <a:buAutoNum type="alphaUcPeriod" startAt="4"/>
                      </a:pPr>
                      <a:r>
                        <a:rPr lang="en" sz="2800">
                          <a:solidFill>
                            <a:schemeClr val="lt1"/>
                          </a:solidFill>
                          <a:latin typeface="Roboto"/>
                          <a:ea typeface="Roboto"/>
                          <a:cs typeface="Roboto"/>
                          <a:sym typeface="Roboto"/>
                        </a:rPr>
                        <a:t>Cloud Functions</a:t>
                      </a:r>
                      <a:endParaRPr sz="2800">
                        <a:solidFill>
                          <a:schemeClr val="lt1"/>
                        </a:solidFill>
                        <a:latin typeface="Roboto"/>
                        <a:ea typeface="Roboto"/>
                        <a:cs typeface="Roboto"/>
                        <a:sym typeface="Roboto"/>
                      </a:endParaRPr>
                    </a:p>
                  </a:txBody>
                  <a:tcPr marT="182875" marB="182875" marR="182875" marL="0" anchor="ctr">
                    <a:lnL cap="flat" cmpd="sng" w="9525">
                      <a:solidFill>
                        <a:srgbClr val="FFFFFF">
                          <a:alpha val="0"/>
                        </a:srgbClr>
                      </a:solidFill>
                      <a:prstDash val="solid"/>
                      <a:round/>
                      <a:headEnd len="sm" w="sm" type="none"/>
                      <a:tailEnd len="sm" w="sm" type="none"/>
                    </a:lnL>
                    <a:lnR cap="flat" cmpd="sng" w="9525">
                      <a:solidFill>
                        <a:srgbClr val="FFFFFF">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9525">
                      <a:solidFill>
                        <a:srgbClr val="FFFFFF">
                          <a:alpha val="0"/>
                        </a:srgbClr>
                      </a:solidFill>
                      <a:prstDash val="solid"/>
                      <a:round/>
                      <a:headEnd len="sm" w="sm" type="none"/>
                      <a:tailEnd len="sm" w="sm" type="none"/>
                    </a:lnB>
                  </a:tcPr>
                </a:tc>
              </a:tr>
            </a:tbl>
          </a:graphicData>
        </a:graphic>
      </p:graphicFrame>
      <p:sp>
        <p:nvSpPr>
          <p:cNvPr id="1186" name="Google Shape;1186;p104"/>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3">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0" name="Shape 1190"/>
        <p:cNvGrpSpPr/>
        <p:nvPr/>
      </p:nvGrpSpPr>
      <p:grpSpPr>
        <a:xfrm>
          <a:off x="0" y="0"/>
          <a:ext cx="0" cy="0"/>
          <a:chOff x="0" y="0"/>
          <a:chExt cx="0" cy="0"/>
        </a:xfrm>
      </p:grpSpPr>
      <p:sp>
        <p:nvSpPr>
          <p:cNvPr id="1191" name="Google Shape;1191;p105"/>
          <p:cNvSpPr txBox="1"/>
          <p:nvPr/>
        </p:nvSpPr>
        <p:spPr>
          <a:xfrm>
            <a:off x="1672450" y="1154875"/>
            <a:ext cx="14775300" cy="114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4800">
                <a:solidFill>
                  <a:srgbClr val="202124"/>
                </a:solidFill>
                <a:latin typeface="Google Sans"/>
                <a:ea typeface="Google Sans"/>
                <a:cs typeface="Google Sans"/>
                <a:sym typeface="Google Sans"/>
              </a:rPr>
              <a:t>Scenario #1</a:t>
            </a:r>
            <a:endParaRPr sz="4800">
              <a:solidFill>
                <a:srgbClr val="202124"/>
              </a:solidFill>
              <a:latin typeface="Google Sans"/>
              <a:ea typeface="Google Sans"/>
              <a:cs typeface="Google Sans"/>
              <a:sym typeface="Google Sans"/>
            </a:endParaRPr>
          </a:p>
        </p:txBody>
      </p:sp>
      <p:sp>
        <p:nvSpPr>
          <p:cNvPr id="1192" name="Google Shape;1192;p105"/>
          <p:cNvSpPr txBox="1"/>
          <p:nvPr/>
        </p:nvSpPr>
        <p:spPr>
          <a:xfrm>
            <a:off x="1708601" y="2027325"/>
            <a:ext cx="14693100" cy="911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3200">
                <a:solidFill>
                  <a:srgbClr val="1E8E3E"/>
                </a:solidFill>
                <a:latin typeface="Google Sans Medium"/>
                <a:ea typeface="Google Sans Medium"/>
                <a:cs typeface="Google Sans Medium"/>
                <a:sym typeface="Google Sans Medium"/>
              </a:rPr>
              <a:t>Answer</a:t>
            </a:r>
            <a:endParaRPr sz="3200">
              <a:solidFill>
                <a:srgbClr val="1E8E3E"/>
              </a:solidFill>
              <a:latin typeface="Google Sans Medium"/>
              <a:ea typeface="Google Sans Medium"/>
              <a:cs typeface="Google Sans Medium"/>
              <a:sym typeface="Google Sans Medium"/>
            </a:endParaRPr>
          </a:p>
        </p:txBody>
      </p:sp>
      <p:graphicFrame>
        <p:nvGraphicFramePr>
          <p:cNvPr id="1193" name="Google Shape;1193;p105"/>
          <p:cNvGraphicFramePr/>
          <p:nvPr/>
        </p:nvGraphicFramePr>
        <p:xfrm>
          <a:off x="1794527" y="3017520"/>
          <a:ext cx="3000000" cy="3000000"/>
        </p:xfrm>
        <a:graphic>
          <a:graphicData uri="http://schemas.openxmlformats.org/drawingml/2006/table">
            <a:tbl>
              <a:tblPr>
                <a:noFill/>
                <a:tableStyleId>{ECBF6DF6-CC13-45ED-A288-C546B2E0E967}</a:tableStyleId>
              </a:tblPr>
              <a:tblGrid>
                <a:gridCol w="14653225"/>
              </a:tblGrid>
              <a:tr h="1063175">
                <a:tc>
                  <a:txBody>
                    <a:bodyPr/>
                    <a:lstStyle/>
                    <a:p>
                      <a:pPr indent="0" lvl="0" marL="0" marR="0" rtl="0" algn="l">
                        <a:lnSpc>
                          <a:spcPct val="115000"/>
                        </a:lnSpc>
                        <a:spcBef>
                          <a:spcPts val="0"/>
                        </a:spcBef>
                        <a:spcAft>
                          <a:spcPts val="1000"/>
                        </a:spcAft>
                        <a:buNone/>
                      </a:pPr>
                      <a:r>
                        <a:rPr lang="en" sz="2800">
                          <a:solidFill>
                            <a:schemeClr val="lt1"/>
                          </a:solidFill>
                          <a:latin typeface="Roboto"/>
                          <a:ea typeface="Roboto"/>
                          <a:cs typeface="Roboto"/>
                          <a:sym typeface="Roboto"/>
                        </a:rPr>
                        <a:t>Which of the following would be considered IaaS?</a:t>
                      </a:r>
                      <a:endParaRPr sz="2800">
                        <a:solidFill>
                          <a:schemeClr val="lt1"/>
                        </a:solidFill>
                        <a:latin typeface="Roboto"/>
                        <a:ea typeface="Roboto"/>
                        <a:cs typeface="Roboto"/>
                        <a:sym typeface="Roboto"/>
                      </a:endParaRPr>
                    </a:p>
                  </a:txBody>
                  <a:tcPr marT="182875" marB="182875" marR="0" marL="0">
                    <a:lnL cap="flat" cmpd="sng" w="9525">
                      <a:solidFill>
                        <a:srgbClr val="FFFFFF">
                          <a:alpha val="0"/>
                        </a:srgbClr>
                      </a:solidFill>
                      <a:prstDash val="solid"/>
                      <a:round/>
                      <a:headEnd len="sm" w="sm" type="none"/>
                      <a:tailEnd len="sm" w="sm" type="none"/>
                    </a:lnL>
                    <a:lnR cap="flat" cmpd="sng" w="9525">
                      <a:solidFill>
                        <a:srgbClr val="FFFFFF">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9525">
                      <a:solidFill>
                        <a:srgbClr val="FFFFFF">
                          <a:alpha val="0"/>
                        </a:srgbClr>
                      </a:solidFill>
                      <a:prstDash val="solid"/>
                      <a:round/>
                      <a:headEnd len="sm" w="sm" type="none"/>
                      <a:tailEnd len="sm" w="sm" type="none"/>
                    </a:lnB>
                  </a:tcPr>
                </a:tc>
              </a:tr>
              <a:tr h="475700">
                <a:tc>
                  <a:txBody>
                    <a:bodyPr/>
                    <a:lstStyle/>
                    <a:p>
                      <a:pPr indent="-406400" lvl="0" marL="685800" marR="0" rtl="0" algn="l">
                        <a:lnSpc>
                          <a:spcPct val="100000"/>
                        </a:lnSpc>
                        <a:spcBef>
                          <a:spcPts val="0"/>
                        </a:spcBef>
                        <a:spcAft>
                          <a:spcPts val="0"/>
                        </a:spcAft>
                        <a:buClr>
                          <a:srgbClr val="1E8E3E"/>
                        </a:buClr>
                        <a:buSzPts val="2800"/>
                        <a:buFont typeface="Google Sans Medium"/>
                        <a:buAutoNum type="alphaUcPeriod"/>
                      </a:pPr>
                      <a:r>
                        <a:rPr lang="en" sz="2800">
                          <a:solidFill>
                            <a:srgbClr val="1E8E3E"/>
                          </a:solidFill>
                          <a:latin typeface="Roboto"/>
                          <a:ea typeface="Roboto"/>
                          <a:cs typeface="Roboto"/>
                          <a:sym typeface="Roboto"/>
                        </a:rPr>
                        <a:t>Compute Engine</a:t>
                      </a:r>
                      <a:endParaRPr sz="2800">
                        <a:solidFill>
                          <a:srgbClr val="1E8E3E"/>
                        </a:solidFill>
                        <a:latin typeface="Roboto"/>
                        <a:ea typeface="Roboto"/>
                        <a:cs typeface="Roboto"/>
                        <a:sym typeface="Roboto"/>
                      </a:endParaRPr>
                    </a:p>
                  </a:txBody>
                  <a:tcPr marT="182875" marB="182875" marR="182875" marL="0" anchor="ctr">
                    <a:lnL cap="flat" cmpd="sng" w="9525">
                      <a:solidFill>
                        <a:srgbClr val="FFFFFF">
                          <a:alpha val="0"/>
                        </a:srgbClr>
                      </a:solidFill>
                      <a:prstDash val="solid"/>
                      <a:round/>
                      <a:headEnd len="sm" w="sm" type="none"/>
                      <a:tailEnd len="sm" w="sm" type="none"/>
                    </a:lnL>
                    <a:lnR cap="flat" cmpd="sng" w="9525">
                      <a:solidFill>
                        <a:srgbClr val="FFFFFF">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9525">
                      <a:solidFill>
                        <a:srgbClr val="FFFFFF">
                          <a:alpha val="0"/>
                        </a:srgbClr>
                      </a:solidFill>
                      <a:prstDash val="solid"/>
                      <a:round/>
                      <a:headEnd len="sm" w="sm" type="none"/>
                      <a:tailEnd len="sm" w="sm" type="none"/>
                    </a:lnB>
                    <a:solidFill>
                      <a:srgbClr val="E6F4EA"/>
                    </a:solidFill>
                  </a:tcPr>
                </a:tc>
              </a:tr>
              <a:tr h="500825">
                <a:tc>
                  <a:txBody>
                    <a:bodyPr/>
                    <a:lstStyle/>
                    <a:p>
                      <a:pPr indent="-406400" lvl="0" marL="685800" rtl="0" algn="l">
                        <a:spcBef>
                          <a:spcPts val="0"/>
                        </a:spcBef>
                        <a:spcAft>
                          <a:spcPts val="0"/>
                        </a:spcAft>
                        <a:buClr>
                          <a:schemeClr val="lt1"/>
                        </a:buClr>
                        <a:buSzPts val="2800"/>
                        <a:buFont typeface="Google Sans Medium"/>
                        <a:buAutoNum type="alphaUcPeriod" startAt="2"/>
                      </a:pPr>
                      <a:r>
                        <a:rPr lang="en" sz="2800">
                          <a:solidFill>
                            <a:schemeClr val="lt1"/>
                          </a:solidFill>
                          <a:latin typeface="Roboto"/>
                          <a:ea typeface="Roboto"/>
                          <a:cs typeface="Roboto"/>
                          <a:sym typeface="Roboto"/>
                        </a:rPr>
                        <a:t>Google Kubernetes Engine</a:t>
                      </a:r>
                      <a:endParaRPr sz="2800">
                        <a:solidFill>
                          <a:schemeClr val="lt1"/>
                        </a:solidFill>
                        <a:latin typeface="Roboto"/>
                        <a:ea typeface="Roboto"/>
                        <a:cs typeface="Roboto"/>
                        <a:sym typeface="Roboto"/>
                      </a:endParaRPr>
                    </a:p>
                  </a:txBody>
                  <a:tcPr marT="182875" marB="182875" marR="182875" marL="0" anchor="ctr">
                    <a:lnL cap="flat" cmpd="sng" w="9525">
                      <a:solidFill>
                        <a:srgbClr val="FFFFFF">
                          <a:alpha val="0"/>
                        </a:srgbClr>
                      </a:solidFill>
                      <a:prstDash val="solid"/>
                      <a:round/>
                      <a:headEnd len="sm" w="sm" type="none"/>
                      <a:tailEnd len="sm" w="sm" type="none"/>
                    </a:lnL>
                    <a:lnR cap="flat" cmpd="sng" w="9525">
                      <a:solidFill>
                        <a:srgbClr val="FFFFFF">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9525">
                      <a:solidFill>
                        <a:srgbClr val="FFFFFF">
                          <a:alpha val="0"/>
                        </a:srgbClr>
                      </a:solidFill>
                      <a:prstDash val="solid"/>
                      <a:round/>
                      <a:headEnd len="sm" w="sm" type="none"/>
                      <a:tailEnd len="sm" w="sm" type="none"/>
                    </a:lnB>
                  </a:tcPr>
                </a:tc>
              </a:tr>
              <a:tr h="475700">
                <a:tc>
                  <a:txBody>
                    <a:bodyPr/>
                    <a:lstStyle/>
                    <a:p>
                      <a:pPr indent="-406400" lvl="0" marL="685800" marR="0" rtl="0" algn="l">
                        <a:lnSpc>
                          <a:spcPct val="100000"/>
                        </a:lnSpc>
                        <a:spcBef>
                          <a:spcPts val="0"/>
                        </a:spcBef>
                        <a:spcAft>
                          <a:spcPts val="0"/>
                        </a:spcAft>
                        <a:buClr>
                          <a:schemeClr val="lt1"/>
                        </a:buClr>
                        <a:buSzPts val="2800"/>
                        <a:buFont typeface="Google Sans Medium"/>
                        <a:buAutoNum type="alphaUcPeriod" startAt="3"/>
                      </a:pPr>
                      <a:r>
                        <a:rPr lang="en" sz="2800">
                          <a:solidFill>
                            <a:schemeClr val="lt1"/>
                          </a:solidFill>
                          <a:latin typeface="Roboto"/>
                          <a:ea typeface="Roboto"/>
                          <a:cs typeface="Roboto"/>
                          <a:sym typeface="Roboto"/>
                        </a:rPr>
                        <a:t>App Engine</a:t>
                      </a:r>
                      <a:endParaRPr sz="2800">
                        <a:solidFill>
                          <a:schemeClr val="lt1"/>
                        </a:solidFill>
                        <a:latin typeface="Roboto"/>
                        <a:ea typeface="Roboto"/>
                        <a:cs typeface="Roboto"/>
                        <a:sym typeface="Roboto"/>
                      </a:endParaRPr>
                    </a:p>
                  </a:txBody>
                  <a:tcPr marT="182875" marB="182875" marR="182875" marL="0" anchor="ctr">
                    <a:lnL cap="flat" cmpd="sng" w="9525">
                      <a:solidFill>
                        <a:srgbClr val="FFFFFF">
                          <a:alpha val="0"/>
                        </a:srgbClr>
                      </a:solidFill>
                      <a:prstDash val="solid"/>
                      <a:round/>
                      <a:headEnd len="sm" w="sm" type="none"/>
                      <a:tailEnd len="sm" w="sm" type="none"/>
                    </a:lnL>
                    <a:lnR cap="flat" cmpd="sng" w="9525">
                      <a:solidFill>
                        <a:srgbClr val="FFFFFF">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9525">
                      <a:solidFill>
                        <a:srgbClr val="FFFFFF">
                          <a:alpha val="0"/>
                        </a:srgbClr>
                      </a:solidFill>
                      <a:prstDash val="solid"/>
                      <a:round/>
                      <a:headEnd len="sm" w="sm" type="none"/>
                      <a:tailEnd len="sm" w="sm" type="none"/>
                    </a:lnB>
                  </a:tcPr>
                </a:tc>
              </a:tr>
              <a:tr h="475700">
                <a:tc>
                  <a:txBody>
                    <a:bodyPr/>
                    <a:lstStyle/>
                    <a:p>
                      <a:pPr indent="-406400" lvl="0" marL="685800" marR="0" rtl="0" algn="l">
                        <a:lnSpc>
                          <a:spcPct val="100000"/>
                        </a:lnSpc>
                        <a:spcBef>
                          <a:spcPts val="0"/>
                        </a:spcBef>
                        <a:spcAft>
                          <a:spcPts val="0"/>
                        </a:spcAft>
                        <a:buClr>
                          <a:schemeClr val="lt1"/>
                        </a:buClr>
                        <a:buSzPts val="2800"/>
                        <a:buFont typeface="Google Sans Medium"/>
                        <a:buAutoNum type="alphaUcPeriod" startAt="4"/>
                      </a:pPr>
                      <a:r>
                        <a:rPr lang="en" sz="2800">
                          <a:solidFill>
                            <a:schemeClr val="lt1"/>
                          </a:solidFill>
                          <a:latin typeface="Roboto"/>
                          <a:ea typeface="Roboto"/>
                          <a:cs typeface="Roboto"/>
                          <a:sym typeface="Roboto"/>
                        </a:rPr>
                        <a:t>Cloud Functions</a:t>
                      </a:r>
                      <a:endParaRPr sz="2800">
                        <a:solidFill>
                          <a:schemeClr val="lt1"/>
                        </a:solidFill>
                        <a:latin typeface="Roboto"/>
                        <a:ea typeface="Roboto"/>
                        <a:cs typeface="Roboto"/>
                        <a:sym typeface="Roboto"/>
                      </a:endParaRPr>
                    </a:p>
                  </a:txBody>
                  <a:tcPr marT="182875" marB="182875" marR="182875" marL="0" anchor="ctr">
                    <a:lnL cap="flat" cmpd="sng" w="9525">
                      <a:solidFill>
                        <a:srgbClr val="FFFFFF">
                          <a:alpha val="0"/>
                        </a:srgbClr>
                      </a:solidFill>
                      <a:prstDash val="solid"/>
                      <a:round/>
                      <a:headEnd len="sm" w="sm" type="none"/>
                      <a:tailEnd len="sm" w="sm" type="none"/>
                    </a:lnL>
                    <a:lnR cap="flat" cmpd="sng" w="9525">
                      <a:solidFill>
                        <a:srgbClr val="FFFFFF">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9525">
                      <a:solidFill>
                        <a:srgbClr val="FFFFFF">
                          <a:alpha val="0"/>
                        </a:srgbClr>
                      </a:solidFill>
                      <a:prstDash val="solid"/>
                      <a:round/>
                      <a:headEnd len="sm" w="sm" type="none"/>
                      <a:tailEnd len="sm" w="sm" type="none"/>
                    </a:lnB>
                  </a:tcPr>
                </a:tc>
              </a:tr>
            </a:tbl>
          </a:graphicData>
        </a:graphic>
      </p:graphicFrame>
      <p:sp>
        <p:nvSpPr>
          <p:cNvPr id="1194" name="Google Shape;1194;p105"/>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3">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8" name="Shape 1198"/>
        <p:cNvGrpSpPr/>
        <p:nvPr/>
      </p:nvGrpSpPr>
      <p:grpSpPr>
        <a:xfrm>
          <a:off x="0" y="0"/>
          <a:ext cx="0" cy="0"/>
          <a:chOff x="0" y="0"/>
          <a:chExt cx="0" cy="0"/>
        </a:xfrm>
      </p:grpSpPr>
      <p:sp>
        <p:nvSpPr>
          <p:cNvPr id="1199" name="Google Shape;1199;p106"/>
          <p:cNvSpPr txBox="1"/>
          <p:nvPr/>
        </p:nvSpPr>
        <p:spPr>
          <a:xfrm>
            <a:off x="1672450" y="1154875"/>
            <a:ext cx="14775300" cy="114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4800">
                <a:solidFill>
                  <a:srgbClr val="202124"/>
                </a:solidFill>
                <a:latin typeface="Google Sans"/>
                <a:ea typeface="Google Sans"/>
                <a:cs typeface="Google Sans"/>
                <a:sym typeface="Google Sans"/>
              </a:rPr>
              <a:t>Scenario #2</a:t>
            </a:r>
            <a:endParaRPr sz="4800">
              <a:solidFill>
                <a:srgbClr val="202124"/>
              </a:solidFill>
              <a:latin typeface="Google Sans"/>
              <a:ea typeface="Google Sans"/>
              <a:cs typeface="Google Sans"/>
              <a:sym typeface="Google Sans"/>
            </a:endParaRPr>
          </a:p>
        </p:txBody>
      </p:sp>
      <p:sp>
        <p:nvSpPr>
          <p:cNvPr id="1200" name="Google Shape;1200;p106"/>
          <p:cNvSpPr txBox="1"/>
          <p:nvPr/>
        </p:nvSpPr>
        <p:spPr>
          <a:xfrm>
            <a:off x="1708601" y="2027325"/>
            <a:ext cx="14693100" cy="911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3200">
                <a:solidFill>
                  <a:srgbClr val="1A73E8"/>
                </a:solidFill>
                <a:latin typeface="Google Sans Medium"/>
                <a:ea typeface="Google Sans Medium"/>
                <a:cs typeface="Google Sans Medium"/>
                <a:sym typeface="Google Sans Medium"/>
              </a:rPr>
              <a:t>Question</a:t>
            </a:r>
            <a:endParaRPr sz="3200">
              <a:solidFill>
                <a:srgbClr val="1A73E8"/>
              </a:solidFill>
              <a:latin typeface="Google Sans Medium"/>
              <a:ea typeface="Google Sans Medium"/>
              <a:cs typeface="Google Sans Medium"/>
              <a:sym typeface="Google Sans Medium"/>
            </a:endParaRPr>
          </a:p>
        </p:txBody>
      </p:sp>
      <p:graphicFrame>
        <p:nvGraphicFramePr>
          <p:cNvPr id="1201" name="Google Shape;1201;p106"/>
          <p:cNvGraphicFramePr/>
          <p:nvPr/>
        </p:nvGraphicFramePr>
        <p:xfrm>
          <a:off x="1794527" y="3017520"/>
          <a:ext cx="3000000" cy="3000000"/>
        </p:xfrm>
        <a:graphic>
          <a:graphicData uri="http://schemas.openxmlformats.org/drawingml/2006/table">
            <a:tbl>
              <a:tblPr>
                <a:noFill/>
                <a:tableStyleId>{ECBF6DF6-CC13-45ED-A288-C546B2E0E967}</a:tableStyleId>
              </a:tblPr>
              <a:tblGrid>
                <a:gridCol w="14653225"/>
              </a:tblGrid>
              <a:tr h="1063175">
                <a:tc>
                  <a:txBody>
                    <a:bodyPr/>
                    <a:lstStyle/>
                    <a:p>
                      <a:pPr indent="0" lvl="0" marL="0" marR="0" rtl="0" algn="l">
                        <a:lnSpc>
                          <a:spcPct val="115000"/>
                        </a:lnSpc>
                        <a:spcBef>
                          <a:spcPts val="0"/>
                        </a:spcBef>
                        <a:spcAft>
                          <a:spcPts val="1000"/>
                        </a:spcAft>
                        <a:buNone/>
                      </a:pPr>
                      <a:r>
                        <a:rPr lang="en" sz="2800">
                          <a:solidFill>
                            <a:schemeClr val="lt1"/>
                          </a:solidFill>
                          <a:latin typeface="Roboto"/>
                          <a:ea typeface="Roboto"/>
                          <a:cs typeface="Roboto"/>
                          <a:sym typeface="Roboto"/>
                        </a:rPr>
                        <a:t>Which of the following two services can take advantage of containers to run your applications?</a:t>
                      </a:r>
                      <a:endParaRPr sz="2800">
                        <a:solidFill>
                          <a:schemeClr val="lt1"/>
                        </a:solidFill>
                        <a:latin typeface="Roboto"/>
                        <a:ea typeface="Roboto"/>
                        <a:cs typeface="Roboto"/>
                        <a:sym typeface="Roboto"/>
                      </a:endParaRPr>
                    </a:p>
                  </a:txBody>
                  <a:tcPr marT="182875" marB="182875" marR="0" marL="0">
                    <a:lnL cap="flat" cmpd="sng" w="9525">
                      <a:solidFill>
                        <a:srgbClr val="FFFFFF">
                          <a:alpha val="0"/>
                        </a:srgbClr>
                      </a:solidFill>
                      <a:prstDash val="solid"/>
                      <a:round/>
                      <a:headEnd len="sm" w="sm" type="none"/>
                      <a:tailEnd len="sm" w="sm" type="none"/>
                    </a:lnL>
                    <a:lnR cap="flat" cmpd="sng" w="9525">
                      <a:solidFill>
                        <a:srgbClr val="FFFFFF">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9525">
                      <a:solidFill>
                        <a:srgbClr val="FFFFFF">
                          <a:alpha val="0"/>
                        </a:srgbClr>
                      </a:solidFill>
                      <a:prstDash val="solid"/>
                      <a:round/>
                      <a:headEnd len="sm" w="sm" type="none"/>
                      <a:tailEnd len="sm" w="sm" type="none"/>
                    </a:lnB>
                  </a:tcPr>
                </a:tc>
              </a:tr>
              <a:tr h="475700">
                <a:tc>
                  <a:txBody>
                    <a:bodyPr/>
                    <a:lstStyle/>
                    <a:p>
                      <a:pPr indent="-406400" lvl="0" marL="685800" marR="0" rtl="0" algn="l">
                        <a:lnSpc>
                          <a:spcPct val="100000"/>
                        </a:lnSpc>
                        <a:spcBef>
                          <a:spcPts val="0"/>
                        </a:spcBef>
                        <a:spcAft>
                          <a:spcPts val="0"/>
                        </a:spcAft>
                        <a:buClr>
                          <a:schemeClr val="lt1"/>
                        </a:buClr>
                        <a:buSzPts val="2800"/>
                        <a:buFont typeface="Google Sans Medium"/>
                        <a:buAutoNum type="alphaUcPeriod"/>
                      </a:pPr>
                      <a:r>
                        <a:rPr lang="en" sz="2800">
                          <a:solidFill>
                            <a:schemeClr val="lt1"/>
                          </a:solidFill>
                          <a:latin typeface="Roboto"/>
                          <a:ea typeface="Roboto"/>
                          <a:cs typeface="Roboto"/>
                          <a:sym typeface="Roboto"/>
                        </a:rPr>
                        <a:t>Compute Engine</a:t>
                      </a:r>
                      <a:endParaRPr sz="2800">
                        <a:solidFill>
                          <a:schemeClr val="lt1"/>
                        </a:solidFill>
                        <a:latin typeface="Roboto"/>
                        <a:ea typeface="Roboto"/>
                        <a:cs typeface="Roboto"/>
                        <a:sym typeface="Roboto"/>
                      </a:endParaRPr>
                    </a:p>
                  </a:txBody>
                  <a:tcPr marT="182875" marB="182875" marR="182875" marL="0" anchor="ctr">
                    <a:lnL cap="flat" cmpd="sng" w="9525">
                      <a:solidFill>
                        <a:srgbClr val="FFFFFF">
                          <a:alpha val="0"/>
                        </a:srgbClr>
                      </a:solidFill>
                      <a:prstDash val="solid"/>
                      <a:round/>
                      <a:headEnd len="sm" w="sm" type="none"/>
                      <a:tailEnd len="sm" w="sm" type="none"/>
                    </a:lnL>
                    <a:lnR cap="flat" cmpd="sng" w="9525">
                      <a:solidFill>
                        <a:srgbClr val="FFFFFF">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9525">
                      <a:solidFill>
                        <a:srgbClr val="FFFFFF">
                          <a:alpha val="0"/>
                        </a:srgbClr>
                      </a:solidFill>
                      <a:prstDash val="solid"/>
                      <a:round/>
                      <a:headEnd len="sm" w="sm" type="none"/>
                      <a:tailEnd len="sm" w="sm" type="none"/>
                    </a:lnB>
                  </a:tcPr>
                </a:tc>
              </a:tr>
              <a:tr h="500825">
                <a:tc>
                  <a:txBody>
                    <a:bodyPr/>
                    <a:lstStyle/>
                    <a:p>
                      <a:pPr indent="-406400" lvl="0" marL="685800" rtl="0" algn="l">
                        <a:spcBef>
                          <a:spcPts val="0"/>
                        </a:spcBef>
                        <a:spcAft>
                          <a:spcPts val="0"/>
                        </a:spcAft>
                        <a:buClr>
                          <a:schemeClr val="lt1"/>
                        </a:buClr>
                        <a:buSzPts val="2800"/>
                        <a:buFont typeface="Google Sans Medium"/>
                        <a:buAutoNum type="alphaUcPeriod" startAt="2"/>
                      </a:pPr>
                      <a:r>
                        <a:rPr lang="en" sz="2800">
                          <a:solidFill>
                            <a:schemeClr val="lt1"/>
                          </a:solidFill>
                          <a:latin typeface="Roboto"/>
                          <a:ea typeface="Roboto"/>
                          <a:cs typeface="Roboto"/>
                          <a:sym typeface="Roboto"/>
                        </a:rPr>
                        <a:t>Google Kubernetes Engine</a:t>
                      </a:r>
                      <a:endParaRPr sz="2800">
                        <a:solidFill>
                          <a:schemeClr val="lt1"/>
                        </a:solidFill>
                        <a:latin typeface="Roboto"/>
                        <a:ea typeface="Roboto"/>
                        <a:cs typeface="Roboto"/>
                        <a:sym typeface="Roboto"/>
                      </a:endParaRPr>
                    </a:p>
                  </a:txBody>
                  <a:tcPr marT="182875" marB="182875" marR="182875" marL="0" anchor="ctr">
                    <a:lnL cap="flat" cmpd="sng" w="9525">
                      <a:solidFill>
                        <a:srgbClr val="FFFFFF">
                          <a:alpha val="0"/>
                        </a:srgbClr>
                      </a:solidFill>
                      <a:prstDash val="solid"/>
                      <a:round/>
                      <a:headEnd len="sm" w="sm" type="none"/>
                      <a:tailEnd len="sm" w="sm" type="none"/>
                    </a:lnL>
                    <a:lnR cap="flat" cmpd="sng" w="9525">
                      <a:solidFill>
                        <a:srgbClr val="FFFFFF">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9525">
                      <a:solidFill>
                        <a:srgbClr val="FFFFFF">
                          <a:alpha val="0"/>
                        </a:srgbClr>
                      </a:solidFill>
                      <a:prstDash val="solid"/>
                      <a:round/>
                      <a:headEnd len="sm" w="sm" type="none"/>
                      <a:tailEnd len="sm" w="sm" type="none"/>
                    </a:lnB>
                  </a:tcPr>
                </a:tc>
              </a:tr>
              <a:tr h="475700">
                <a:tc>
                  <a:txBody>
                    <a:bodyPr/>
                    <a:lstStyle/>
                    <a:p>
                      <a:pPr indent="-406400" lvl="0" marL="685800" marR="0" rtl="0" algn="l">
                        <a:lnSpc>
                          <a:spcPct val="100000"/>
                        </a:lnSpc>
                        <a:spcBef>
                          <a:spcPts val="0"/>
                        </a:spcBef>
                        <a:spcAft>
                          <a:spcPts val="0"/>
                        </a:spcAft>
                        <a:buClr>
                          <a:schemeClr val="lt1"/>
                        </a:buClr>
                        <a:buSzPts val="2800"/>
                        <a:buFont typeface="Google Sans Medium"/>
                        <a:buAutoNum type="alphaUcPeriod" startAt="3"/>
                      </a:pPr>
                      <a:r>
                        <a:rPr lang="en" sz="2800">
                          <a:solidFill>
                            <a:schemeClr val="lt1"/>
                          </a:solidFill>
                          <a:latin typeface="Roboto"/>
                          <a:ea typeface="Roboto"/>
                          <a:cs typeface="Roboto"/>
                          <a:sym typeface="Roboto"/>
                        </a:rPr>
                        <a:t>App Engine</a:t>
                      </a:r>
                      <a:endParaRPr sz="2800">
                        <a:solidFill>
                          <a:schemeClr val="lt1"/>
                        </a:solidFill>
                        <a:latin typeface="Roboto"/>
                        <a:ea typeface="Roboto"/>
                        <a:cs typeface="Roboto"/>
                        <a:sym typeface="Roboto"/>
                      </a:endParaRPr>
                    </a:p>
                  </a:txBody>
                  <a:tcPr marT="182875" marB="182875" marR="182875" marL="0" anchor="ctr">
                    <a:lnL cap="flat" cmpd="sng" w="9525">
                      <a:solidFill>
                        <a:srgbClr val="FFFFFF">
                          <a:alpha val="0"/>
                        </a:srgbClr>
                      </a:solidFill>
                      <a:prstDash val="solid"/>
                      <a:round/>
                      <a:headEnd len="sm" w="sm" type="none"/>
                      <a:tailEnd len="sm" w="sm" type="none"/>
                    </a:lnL>
                    <a:lnR cap="flat" cmpd="sng" w="9525">
                      <a:solidFill>
                        <a:srgbClr val="FFFFFF">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9525">
                      <a:solidFill>
                        <a:srgbClr val="FFFFFF">
                          <a:alpha val="0"/>
                        </a:srgbClr>
                      </a:solidFill>
                      <a:prstDash val="solid"/>
                      <a:round/>
                      <a:headEnd len="sm" w="sm" type="none"/>
                      <a:tailEnd len="sm" w="sm" type="none"/>
                    </a:lnB>
                  </a:tcPr>
                </a:tc>
              </a:tr>
              <a:tr h="475700">
                <a:tc>
                  <a:txBody>
                    <a:bodyPr/>
                    <a:lstStyle/>
                    <a:p>
                      <a:pPr indent="-406400" lvl="0" marL="685800" marR="0" rtl="0" algn="l">
                        <a:lnSpc>
                          <a:spcPct val="100000"/>
                        </a:lnSpc>
                        <a:spcBef>
                          <a:spcPts val="0"/>
                        </a:spcBef>
                        <a:spcAft>
                          <a:spcPts val="0"/>
                        </a:spcAft>
                        <a:buClr>
                          <a:schemeClr val="lt1"/>
                        </a:buClr>
                        <a:buSzPts val="2800"/>
                        <a:buFont typeface="Google Sans Medium"/>
                        <a:buAutoNum type="alphaUcPeriod" startAt="4"/>
                      </a:pPr>
                      <a:r>
                        <a:rPr lang="en" sz="2800">
                          <a:solidFill>
                            <a:schemeClr val="lt1"/>
                          </a:solidFill>
                          <a:latin typeface="Roboto"/>
                          <a:ea typeface="Roboto"/>
                          <a:cs typeface="Roboto"/>
                          <a:sym typeface="Roboto"/>
                        </a:rPr>
                        <a:t>Cloud Functions</a:t>
                      </a:r>
                      <a:endParaRPr sz="2800">
                        <a:solidFill>
                          <a:schemeClr val="lt1"/>
                        </a:solidFill>
                        <a:latin typeface="Roboto"/>
                        <a:ea typeface="Roboto"/>
                        <a:cs typeface="Roboto"/>
                        <a:sym typeface="Roboto"/>
                      </a:endParaRPr>
                    </a:p>
                  </a:txBody>
                  <a:tcPr marT="182875" marB="182875" marR="182875" marL="0" anchor="ctr">
                    <a:lnL cap="flat" cmpd="sng" w="9525">
                      <a:solidFill>
                        <a:srgbClr val="FFFFFF">
                          <a:alpha val="0"/>
                        </a:srgbClr>
                      </a:solidFill>
                      <a:prstDash val="solid"/>
                      <a:round/>
                      <a:headEnd len="sm" w="sm" type="none"/>
                      <a:tailEnd len="sm" w="sm" type="none"/>
                    </a:lnL>
                    <a:lnR cap="flat" cmpd="sng" w="9525">
                      <a:solidFill>
                        <a:srgbClr val="FFFFFF">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9525">
                      <a:solidFill>
                        <a:srgbClr val="FFFFFF">
                          <a:alpha val="0"/>
                        </a:srgbClr>
                      </a:solidFill>
                      <a:prstDash val="solid"/>
                      <a:round/>
                      <a:headEnd len="sm" w="sm" type="none"/>
                      <a:tailEnd len="sm" w="sm" type="none"/>
                    </a:lnB>
                  </a:tcPr>
                </a:tc>
              </a:tr>
            </a:tbl>
          </a:graphicData>
        </a:graphic>
      </p:graphicFrame>
      <p:sp>
        <p:nvSpPr>
          <p:cNvPr id="1202" name="Google Shape;1202;p106"/>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3">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6" name="Shape 1206"/>
        <p:cNvGrpSpPr/>
        <p:nvPr/>
      </p:nvGrpSpPr>
      <p:grpSpPr>
        <a:xfrm>
          <a:off x="0" y="0"/>
          <a:ext cx="0" cy="0"/>
          <a:chOff x="0" y="0"/>
          <a:chExt cx="0" cy="0"/>
        </a:xfrm>
      </p:grpSpPr>
      <p:sp>
        <p:nvSpPr>
          <p:cNvPr id="1207" name="Google Shape;1207;p107"/>
          <p:cNvSpPr txBox="1"/>
          <p:nvPr/>
        </p:nvSpPr>
        <p:spPr>
          <a:xfrm>
            <a:off x="1672450" y="1154875"/>
            <a:ext cx="14775300" cy="114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4800">
                <a:solidFill>
                  <a:srgbClr val="202124"/>
                </a:solidFill>
                <a:latin typeface="Google Sans"/>
                <a:ea typeface="Google Sans"/>
                <a:cs typeface="Google Sans"/>
                <a:sym typeface="Google Sans"/>
              </a:rPr>
              <a:t>Scenario #2</a:t>
            </a:r>
            <a:endParaRPr sz="4800">
              <a:solidFill>
                <a:srgbClr val="202124"/>
              </a:solidFill>
              <a:latin typeface="Google Sans"/>
              <a:ea typeface="Google Sans"/>
              <a:cs typeface="Google Sans"/>
              <a:sym typeface="Google Sans"/>
            </a:endParaRPr>
          </a:p>
        </p:txBody>
      </p:sp>
      <p:graphicFrame>
        <p:nvGraphicFramePr>
          <p:cNvPr id="1208" name="Google Shape;1208;p107"/>
          <p:cNvGraphicFramePr/>
          <p:nvPr/>
        </p:nvGraphicFramePr>
        <p:xfrm>
          <a:off x="1794527" y="3017520"/>
          <a:ext cx="3000000" cy="3000000"/>
        </p:xfrm>
        <a:graphic>
          <a:graphicData uri="http://schemas.openxmlformats.org/drawingml/2006/table">
            <a:tbl>
              <a:tblPr>
                <a:noFill/>
                <a:tableStyleId>{ECBF6DF6-CC13-45ED-A288-C546B2E0E967}</a:tableStyleId>
              </a:tblPr>
              <a:tblGrid>
                <a:gridCol w="14653225"/>
              </a:tblGrid>
              <a:tr h="1063175">
                <a:tc>
                  <a:txBody>
                    <a:bodyPr/>
                    <a:lstStyle/>
                    <a:p>
                      <a:pPr indent="0" lvl="0" marL="0" marR="0" rtl="0" algn="l">
                        <a:lnSpc>
                          <a:spcPct val="115000"/>
                        </a:lnSpc>
                        <a:spcBef>
                          <a:spcPts val="0"/>
                        </a:spcBef>
                        <a:spcAft>
                          <a:spcPts val="1000"/>
                        </a:spcAft>
                        <a:buNone/>
                      </a:pPr>
                      <a:r>
                        <a:rPr lang="en" sz="2800">
                          <a:solidFill>
                            <a:schemeClr val="lt1"/>
                          </a:solidFill>
                          <a:latin typeface="Roboto"/>
                          <a:ea typeface="Roboto"/>
                          <a:cs typeface="Roboto"/>
                          <a:sym typeface="Roboto"/>
                        </a:rPr>
                        <a:t>Which of the following two services can take advantage of containers to run your applications?</a:t>
                      </a:r>
                      <a:endParaRPr sz="2800">
                        <a:solidFill>
                          <a:schemeClr val="lt1"/>
                        </a:solidFill>
                        <a:latin typeface="Roboto"/>
                        <a:ea typeface="Roboto"/>
                        <a:cs typeface="Roboto"/>
                        <a:sym typeface="Roboto"/>
                      </a:endParaRPr>
                    </a:p>
                  </a:txBody>
                  <a:tcPr marT="182875" marB="182875" marR="0" marL="0">
                    <a:lnL cap="flat" cmpd="sng" w="9525">
                      <a:solidFill>
                        <a:srgbClr val="FFFFFF">
                          <a:alpha val="0"/>
                        </a:srgbClr>
                      </a:solidFill>
                      <a:prstDash val="solid"/>
                      <a:round/>
                      <a:headEnd len="sm" w="sm" type="none"/>
                      <a:tailEnd len="sm" w="sm" type="none"/>
                    </a:lnL>
                    <a:lnR cap="flat" cmpd="sng" w="9525">
                      <a:solidFill>
                        <a:srgbClr val="FFFFFF">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9525">
                      <a:solidFill>
                        <a:srgbClr val="FFFFFF">
                          <a:alpha val="0"/>
                        </a:srgbClr>
                      </a:solidFill>
                      <a:prstDash val="solid"/>
                      <a:round/>
                      <a:headEnd len="sm" w="sm" type="none"/>
                      <a:tailEnd len="sm" w="sm" type="none"/>
                    </a:lnB>
                  </a:tcPr>
                </a:tc>
              </a:tr>
              <a:tr h="475700">
                <a:tc>
                  <a:txBody>
                    <a:bodyPr/>
                    <a:lstStyle/>
                    <a:p>
                      <a:pPr indent="-406400" lvl="0" marL="685800" marR="0" rtl="0" algn="l">
                        <a:lnSpc>
                          <a:spcPct val="100000"/>
                        </a:lnSpc>
                        <a:spcBef>
                          <a:spcPts val="0"/>
                        </a:spcBef>
                        <a:spcAft>
                          <a:spcPts val="0"/>
                        </a:spcAft>
                        <a:buClr>
                          <a:schemeClr val="lt1"/>
                        </a:buClr>
                        <a:buSzPts val="2800"/>
                        <a:buFont typeface="Google Sans Medium"/>
                        <a:buAutoNum type="alphaUcPeriod"/>
                      </a:pPr>
                      <a:r>
                        <a:rPr lang="en" sz="2800">
                          <a:solidFill>
                            <a:schemeClr val="lt1"/>
                          </a:solidFill>
                          <a:latin typeface="Roboto"/>
                          <a:ea typeface="Roboto"/>
                          <a:cs typeface="Roboto"/>
                          <a:sym typeface="Roboto"/>
                        </a:rPr>
                        <a:t>Compute Engine</a:t>
                      </a:r>
                      <a:endParaRPr sz="2800">
                        <a:solidFill>
                          <a:schemeClr val="lt1"/>
                        </a:solidFill>
                        <a:latin typeface="Roboto"/>
                        <a:ea typeface="Roboto"/>
                        <a:cs typeface="Roboto"/>
                        <a:sym typeface="Roboto"/>
                      </a:endParaRPr>
                    </a:p>
                  </a:txBody>
                  <a:tcPr marT="182875" marB="182875" marR="182875" marL="0" anchor="ctr">
                    <a:lnL cap="flat" cmpd="sng" w="9525">
                      <a:solidFill>
                        <a:srgbClr val="FFFFFF">
                          <a:alpha val="0"/>
                        </a:srgbClr>
                      </a:solidFill>
                      <a:prstDash val="solid"/>
                      <a:round/>
                      <a:headEnd len="sm" w="sm" type="none"/>
                      <a:tailEnd len="sm" w="sm" type="none"/>
                    </a:lnL>
                    <a:lnR cap="flat" cmpd="sng" w="9525">
                      <a:solidFill>
                        <a:srgbClr val="FFFFFF">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9525">
                      <a:solidFill>
                        <a:srgbClr val="FFFFFF">
                          <a:alpha val="0"/>
                        </a:srgbClr>
                      </a:solidFill>
                      <a:prstDash val="solid"/>
                      <a:round/>
                      <a:headEnd len="sm" w="sm" type="none"/>
                      <a:tailEnd len="sm" w="sm" type="none"/>
                    </a:lnB>
                  </a:tcPr>
                </a:tc>
              </a:tr>
              <a:tr h="500825">
                <a:tc>
                  <a:txBody>
                    <a:bodyPr/>
                    <a:lstStyle/>
                    <a:p>
                      <a:pPr indent="-406400" lvl="0" marL="685800" rtl="0" algn="l">
                        <a:spcBef>
                          <a:spcPts val="0"/>
                        </a:spcBef>
                        <a:spcAft>
                          <a:spcPts val="0"/>
                        </a:spcAft>
                        <a:buClr>
                          <a:srgbClr val="1E8E3E"/>
                        </a:buClr>
                        <a:buSzPts val="2800"/>
                        <a:buFont typeface="Google Sans Medium"/>
                        <a:buAutoNum type="alphaUcPeriod" startAt="2"/>
                      </a:pPr>
                      <a:r>
                        <a:rPr lang="en" sz="2800">
                          <a:solidFill>
                            <a:srgbClr val="1E8E3E"/>
                          </a:solidFill>
                          <a:latin typeface="Roboto"/>
                          <a:ea typeface="Roboto"/>
                          <a:cs typeface="Roboto"/>
                          <a:sym typeface="Roboto"/>
                        </a:rPr>
                        <a:t>Google Kubernetes Engine</a:t>
                      </a:r>
                      <a:endParaRPr sz="2800">
                        <a:solidFill>
                          <a:srgbClr val="1E8E3E"/>
                        </a:solidFill>
                        <a:latin typeface="Roboto"/>
                        <a:ea typeface="Roboto"/>
                        <a:cs typeface="Roboto"/>
                        <a:sym typeface="Roboto"/>
                      </a:endParaRPr>
                    </a:p>
                  </a:txBody>
                  <a:tcPr marT="182875" marB="182875" marR="182875" marL="0" anchor="ctr">
                    <a:lnL cap="flat" cmpd="sng" w="9525">
                      <a:solidFill>
                        <a:srgbClr val="FFFFFF">
                          <a:alpha val="0"/>
                        </a:srgbClr>
                      </a:solidFill>
                      <a:prstDash val="solid"/>
                      <a:round/>
                      <a:headEnd len="sm" w="sm" type="none"/>
                      <a:tailEnd len="sm" w="sm" type="none"/>
                    </a:lnL>
                    <a:lnR cap="flat" cmpd="sng" w="9525">
                      <a:solidFill>
                        <a:srgbClr val="FFFFFF">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9525">
                      <a:solidFill>
                        <a:srgbClr val="FFFFFF">
                          <a:alpha val="0"/>
                        </a:srgbClr>
                      </a:solidFill>
                      <a:prstDash val="solid"/>
                      <a:round/>
                      <a:headEnd len="sm" w="sm" type="none"/>
                      <a:tailEnd len="sm" w="sm" type="none"/>
                    </a:lnB>
                    <a:solidFill>
                      <a:srgbClr val="E6F4EA"/>
                    </a:solidFill>
                  </a:tcPr>
                </a:tc>
              </a:tr>
              <a:tr h="475700">
                <a:tc>
                  <a:txBody>
                    <a:bodyPr/>
                    <a:lstStyle/>
                    <a:p>
                      <a:pPr indent="-406400" lvl="0" marL="685800" marR="0" rtl="0" algn="l">
                        <a:lnSpc>
                          <a:spcPct val="100000"/>
                        </a:lnSpc>
                        <a:spcBef>
                          <a:spcPts val="0"/>
                        </a:spcBef>
                        <a:spcAft>
                          <a:spcPts val="0"/>
                        </a:spcAft>
                        <a:buClr>
                          <a:srgbClr val="1E8E3E"/>
                        </a:buClr>
                        <a:buSzPts val="2800"/>
                        <a:buFont typeface="Google Sans Medium"/>
                        <a:buAutoNum type="alphaUcPeriod" startAt="3"/>
                      </a:pPr>
                      <a:r>
                        <a:rPr lang="en" sz="2800">
                          <a:solidFill>
                            <a:srgbClr val="1E8E3E"/>
                          </a:solidFill>
                          <a:latin typeface="Roboto"/>
                          <a:ea typeface="Roboto"/>
                          <a:cs typeface="Roboto"/>
                          <a:sym typeface="Roboto"/>
                        </a:rPr>
                        <a:t>App Engine</a:t>
                      </a:r>
                      <a:endParaRPr sz="2800">
                        <a:solidFill>
                          <a:srgbClr val="1E8E3E"/>
                        </a:solidFill>
                        <a:latin typeface="Roboto"/>
                        <a:ea typeface="Roboto"/>
                        <a:cs typeface="Roboto"/>
                        <a:sym typeface="Roboto"/>
                      </a:endParaRPr>
                    </a:p>
                  </a:txBody>
                  <a:tcPr marT="182875" marB="182875" marR="182875" marL="0" anchor="ctr">
                    <a:lnL cap="flat" cmpd="sng" w="9525">
                      <a:solidFill>
                        <a:srgbClr val="FFFFFF">
                          <a:alpha val="0"/>
                        </a:srgbClr>
                      </a:solidFill>
                      <a:prstDash val="solid"/>
                      <a:round/>
                      <a:headEnd len="sm" w="sm" type="none"/>
                      <a:tailEnd len="sm" w="sm" type="none"/>
                    </a:lnL>
                    <a:lnR cap="flat" cmpd="sng" w="9525">
                      <a:solidFill>
                        <a:srgbClr val="FFFFFF">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9525">
                      <a:solidFill>
                        <a:srgbClr val="FFFFFF">
                          <a:alpha val="0"/>
                        </a:srgbClr>
                      </a:solidFill>
                      <a:prstDash val="solid"/>
                      <a:round/>
                      <a:headEnd len="sm" w="sm" type="none"/>
                      <a:tailEnd len="sm" w="sm" type="none"/>
                    </a:lnB>
                    <a:solidFill>
                      <a:srgbClr val="E6F4EA"/>
                    </a:solidFill>
                  </a:tcPr>
                </a:tc>
              </a:tr>
              <a:tr h="475700">
                <a:tc>
                  <a:txBody>
                    <a:bodyPr/>
                    <a:lstStyle/>
                    <a:p>
                      <a:pPr indent="-406400" lvl="0" marL="685800" marR="0" rtl="0" algn="l">
                        <a:lnSpc>
                          <a:spcPct val="100000"/>
                        </a:lnSpc>
                        <a:spcBef>
                          <a:spcPts val="0"/>
                        </a:spcBef>
                        <a:spcAft>
                          <a:spcPts val="0"/>
                        </a:spcAft>
                        <a:buClr>
                          <a:schemeClr val="lt1"/>
                        </a:buClr>
                        <a:buSzPts val="2800"/>
                        <a:buFont typeface="Google Sans Medium"/>
                        <a:buAutoNum type="alphaUcPeriod" startAt="4"/>
                      </a:pPr>
                      <a:r>
                        <a:rPr lang="en" sz="2800">
                          <a:solidFill>
                            <a:schemeClr val="lt1"/>
                          </a:solidFill>
                          <a:latin typeface="Roboto"/>
                          <a:ea typeface="Roboto"/>
                          <a:cs typeface="Roboto"/>
                          <a:sym typeface="Roboto"/>
                        </a:rPr>
                        <a:t>Cloud Functions</a:t>
                      </a:r>
                      <a:endParaRPr sz="2800">
                        <a:solidFill>
                          <a:schemeClr val="lt1"/>
                        </a:solidFill>
                        <a:latin typeface="Roboto"/>
                        <a:ea typeface="Roboto"/>
                        <a:cs typeface="Roboto"/>
                        <a:sym typeface="Roboto"/>
                      </a:endParaRPr>
                    </a:p>
                  </a:txBody>
                  <a:tcPr marT="182875" marB="182875" marR="182875" marL="0" anchor="ctr">
                    <a:lnL cap="flat" cmpd="sng" w="9525">
                      <a:solidFill>
                        <a:srgbClr val="FFFFFF">
                          <a:alpha val="0"/>
                        </a:srgbClr>
                      </a:solidFill>
                      <a:prstDash val="solid"/>
                      <a:round/>
                      <a:headEnd len="sm" w="sm" type="none"/>
                      <a:tailEnd len="sm" w="sm" type="none"/>
                    </a:lnL>
                    <a:lnR cap="flat" cmpd="sng" w="9525">
                      <a:solidFill>
                        <a:srgbClr val="FFFFFF">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9525">
                      <a:solidFill>
                        <a:srgbClr val="FFFFFF">
                          <a:alpha val="0"/>
                        </a:srgbClr>
                      </a:solidFill>
                      <a:prstDash val="solid"/>
                      <a:round/>
                      <a:headEnd len="sm" w="sm" type="none"/>
                      <a:tailEnd len="sm" w="sm" type="none"/>
                    </a:lnB>
                  </a:tcPr>
                </a:tc>
              </a:tr>
            </a:tbl>
          </a:graphicData>
        </a:graphic>
      </p:graphicFrame>
      <p:sp>
        <p:nvSpPr>
          <p:cNvPr id="1209" name="Google Shape;1209;p107"/>
          <p:cNvSpPr txBox="1"/>
          <p:nvPr/>
        </p:nvSpPr>
        <p:spPr>
          <a:xfrm>
            <a:off x="1708601" y="2027325"/>
            <a:ext cx="14693100" cy="911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3200">
                <a:solidFill>
                  <a:srgbClr val="1E8E3E"/>
                </a:solidFill>
                <a:latin typeface="Google Sans Medium"/>
                <a:ea typeface="Google Sans Medium"/>
                <a:cs typeface="Google Sans Medium"/>
                <a:sym typeface="Google Sans Medium"/>
              </a:rPr>
              <a:t>Answer</a:t>
            </a:r>
            <a:endParaRPr sz="3200">
              <a:solidFill>
                <a:srgbClr val="1A73E8"/>
              </a:solidFill>
              <a:latin typeface="Google Sans Medium"/>
              <a:ea typeface="Google Sans Medium"/>
              <a:cs typeface="Google Sans Medium"/>
              <a:sym typeface="Google Sans Medium"/>
            </a:endParaRPr>
          </a:p>
        </p:txBody>
      </p:sp>
      <p:sp>
        <p:nvSpPr>
          <p:cNvPr id="1210" name="Google Shape;1210;p107"/>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3">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4" name="Shape 1214"/>
        <p:cNvGrpSpPr/>
        <p:nvPr/>
      </p:nvGrpSpPr>
      <p:grpSpPr>
        <a:xfrm>
          <a:off x="0" y="0"/>
          <a:ext cx="0" cy="0"/>
          <a:chOff x="0" y="0"/>
          <a:chExt cx="0" cy="0"/>
        </a:xfrm>
      </p:grpSpPr>
      <p:sp>
        <p:nvSpPr>
          <p:cNvPr id="1215" name="Google Shape;1215;p108"/>
          <p:cNvSpPr txBox="1"/>
          <p:nvPr/>
        </p:nvSpPr>
        <p:spPr>
          <a:xfrm>
            <a:off x="1672450" y="1154875"/>
            <a:ext cx="14775300" cy="114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4800">
                <a:solidFill>
                  <a:srgbClr val="202124"/>
                </a:solidFill>
                <a:latin typeface="Google Sans"/>
                <a:ea typeface="Google Sans"/>
                <a:cs typeface="Google Sans"/>
                <a:sym typeface="Google Sans"/>
              </a:rPr>
              <a:t>Scenario #3</a:t>
            </a:r>
            <a:endParaRPr sz="4800">
              <a:solidFill>
                <a:srgbClr val="202124"/>
              </a:solidFill>
              <a:latin typeface="Google Sans"/>
              <a:ea typeface="Google Sans"/>
              <a:cs typeface="Google Sans"/>
              <a:sym typeface="Google Sans"/>
            </a:endParaRPr>
          </a:p>
        </p:txBody>
      </p:sp>
      <p:sp>
        <p:nvSpPr>
          <p:cNvPr id="1216" name="Google Shape;1216;p108"/>
          <p:cNvSpPr txBox="1"/>
          <p:nvPr/>
        </p:nvSpPr>
        <p:spPr>
          <a:xfrm>
            <a:off x="1708601" y="2027325"/>
            <a:ext cx="14693100" cy="911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3200">
                <a:solidFill>
                  <a:srgbClr val="1A73E8"/>
                </a:solidFill>
                <a:latin typeface="Google Sans Medium"/>
                <a:ea typeface="Google Sans Medium"/>
                <a:cs typeface="Google Sans Medium"/>
                <a:sym typeface="Google Sans Medium"/>
              </a:rPr>
              <a:t>Question</a:t>
            </a:r>
            <a:endParaRPr sz="3200">
              <a:solidFill>
                <a:srgbClr val="1A73E8"/>
              </a:solidFill>
              <a:latin typeface="Google Sans Medium"/>
              <a:ea typeface="Google Sans Medium"/>
              <a:cs typeface="Google Sans Medium"/>
              <a:sym typeface="Google Sans Medium"/>
            </a:endParaRPr>
          </a:p>
        </p:txBody>
      </p:sp>
      <p:graphicFrame>
        <p:nvGraphicFramePr>
          <p:cNvPr id="1217" name="Google Shape;1217;p108"/>
          <p:cNvGraphicFramePr/>
          <p:nvPr/>
        </p:nvGraphicFramePr>
        <p:xfrm>
          <a:off x="1794527" y="3017520"/>
          <a:ext cx="3000000" cy="3000000"/>
        </p:xfrm>
        <a:graphic>
          <a:graphicData uri="http://schemas.openxmlformats.org/drawingml/2006/table">
            <a:tbl>
              <a:tblPr>
                <a:noFill/>
                <a:tableStyleId>{ECBF6DF6-CC13-45ED-A288-C546B2E0E967}</a:tableStyleId>
              </a:tblPr>
              <a:tblGrid>
                <a:gridCol w="14653225"/>
              </a:tblGrid>
              <a:tr h="1063175">
                <a:tc>
                  <a:txBody>
                    <a:bodyPr/>
                    <a:lstStyle/>
                    <a:p>
                      <a:pPr indent="0" lvl="0" marL="0" marR="0" rtl="0" algn="l">
                        <a:lnSpc>
                          <a:spcPct val="115000"/>
                        </a:lnSpc>
                        <a:spcBef>
                          <a:spcPts val="0"/>
                        </a:spcBef>
                        <a:spcAft>
                          <a:spcPts val="1000"/>
                        </a:spcAft>
                        <a:buNone/>
                      </a:pPr>
                      <a:r>
                        <a:rPr lang="en" sz="2800">
                          <a:solidFill>
                            <a:schemeClr val="lt1"/>
                          </a:solidFill>
                          <a:latin typeface="Roboto"/>
                          <a:ea typeface="Roboto"/>
                          <a:cs typeface="Roboto"/>
                          <a:sym typeface="Roboto"/>
                        </a:rPr>
                        <a:t>Which of the following is considered to be serverless?</a:t>
                      </a:r>
                      <a:endParaRPr sz="2800">
                        <a:solidFill>
                          <a:schemeClr val="lt1"/>
                        </a:solidFill>
                        <a:latin typeface="Roboto"/>
                        <a:ea typeface="Roboto"/>
                        <a:cs typeface="Roboto"/>
                        <a:sym typeface="Roboto"/>
                      </a:endParaRPr>
                    </a:p>
                  </a:txBody>
                  <a:tcPr marT="182875" marB="182875" marR="0" marL="0">
                    <a:lnL cap="flat" cmpd="sng" w="9525">
                      <a:solidFill>
                        <a:srgbClr val="FFFFFF">
                          <a:alpha val="0"/>
                        </a:srgbClr>
                      </a:solidFill>
                      <a:prstDash val="solid"/>
                      <a:round/>
                      <a:headEnd len="sm" w="sm" type="none"/>
                      <a:tailEnd len="sm" w="sm" type="none"/>
                    </a:lnL>
                    <a:lnR cap="flat" cmpd="sng" w="9525">
                      <a:solidFill>
                        <a:srgbClr val="FFFFFF">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9525">
                      <a:solidFill>
                        <a:srgbClr val="FFFFFF">
                          <a:alpha val="0"/>
                        </a:srgbClr>
                      </a:solidFill>
                      <a:prstDash val="solid"/>
                      <a:round/>
                      <a:headEnd len="sm" w="sm" type="none"/>
                      <a:tailEnd len="sm" w="sm" type="none"/>
                    </a:lnB>
                  </a:tcPr>
                </a:tc>
              </a:tr>
              <a:tr h="475700">
                <a:tc>
                  <a:txBody>
                    <a:bodyPr/>
                    <a:lstStyle/>
                    <a:p>
                      <a:pPr indent="-406400" lvl="0" marL="685800" marR="0" rtl="0" algn="l">
                        <a:lnSpc>
                          <a:spcPct val="100000"/>
                        </a:lnSpc>
                        <a:spcBef>
                          <a:spcPts val="0"/>
                        </a:spcBef>
                        <a:spcAft>
                          <a:spcPts val="0"/>
                        </a:spcAft>
                        <a:buClr>
                          <a:schemeClr val="lt1"/>
                        </a:buClr>
                        <a:buSzPts val="2800"/>
                        <a:buFont typeface="Google Sans Medium"/>
                        <a:buAutoNum type="alphaUcPeriod"/>
                      </a:pPr>
                      <a:r>
                        <a:rPr lang="en" sz="2800">
                          <a:solidFill>
                            <a:schemeClr val="lt1"/>
                          </a:solidFill>
                          <a:latin typeface="Roboto"/>
                          <a:ea typeface="Roboto"/>
                          <a:cs typeface="Roboto"/>
                          <a:sym typeface="Roboto"/>
                        </a:rPr>
                        <a:t>Compute Engine</a:t>
                      </a:r>
                      <a:endParaRPr sz="2800">
                        <a:solidFill>
                          <a:schemeClr val="lt1"/>
                        </a:solidFill>
                        <a:latin typeface="Roboto"/>
                        <a:ea typeface="Roboto"/>
                        <a:cs typeface="Roboto"/>
                        <a:sym typeface="Roboto"/>
                      </a:endParaRPr>
                    </a:p>
                  </a:txBody>
                  <a:tcPr marT="182875" marB="182875" marR="182875" marL="0" anchor="ctr">
                    <a:lnL cap="flat" cmpd="sng" w="9525">
                      <a:solidFill>
                        <a:srgbClr val="FFFFFF">
                          <a:alpha val="0"/>
                        </a:srgbClr>
                      </a:solidFill>
                      <a:prstDash val="solid"/>
                      <a:round/>
                      <a:headEnd len="sm" w="sm" type="none"/>
                      <a:tailEnd len="sm" w="sm" type="none"/>
                    </a:lnL>
                    <a:lnR cap="flat" cmpd="sng" w="9525">
                      <a:solidFill>
                        <a:srgbClr val="FFFFFF">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9525">
                      <a:solidFill>
                        <a:srgbClr val="FFFFFF">
                          <a:alpha val="0"/>
                        </a:srgbClr>
                      </a:solidFill>
                      <a:prstDash val="solid"/>
                      <a:round/>
                      <a:headEnd len="sm" w="sm" type="none"/>
                      <a:tailEnd len="sm" w="sm" type="none"/>
                    </a:lnB>
                  </a:tcPr>
                </a:tc>
              </a:tr>
              <a:tr h="500825">
                <a:tc>
                  <a:txBody>
                    <a:bodyPr/>
                    <a:lstStyle/>
                    <a:p>
                      <a:pPr indent="-406400" lvl="0" marL="685800" rtl="0" algn="l">
                        <a:spcBef>
                          <a:spcPts val="0"/>
                        </a:spcBef>
                        <a:spcAft>
                          <a:spcPts val="0"/>
                        </a:spcAft>
                        <a:buClr>
                          <a:schemeClr val="lt1"/>
                        </a:buClr>
                        <a:buSzPts val="2800"/>
                        <a:buFont typeface="Google Sans Medium"/>
                        <a:buAutoNum type="alphaUcPeriod" startAt="2"/>
                      </a:pPr>
                      <a:r>
                        <a:rPr lang="en" sz="2800">
                          <a:solidFill>
                            <a:schemeClr val="lt1"/>
                          </a:solidFill>
                          <a:latin typeface="Roboto"/>
                          <a:ea typeface="Roboto"/>
                          <a:cs typeface="Roboto"/>
                          <a:sym typeface="Roboto"/>
                        </a:rPr>
                        <a:t>Google Kubernetes Engine</a:t>
                      </a:r>
                      <a:endParaRPr sz="2800">
                        <a:solidFill>
                          <a:schemeClr val="lt1"/>
                        </a:solidFill>
                        <a:latin typeface="Roboto"/>
                        <a:ea typeface="Roboto"/>
                        <a:cs typeface="Roboto"/>
                        <a:sym typeface="Roboto"/>
                      </a:endParaRPr>
                    </a:p>
                  </a:txBody>
                  <a:tcPr marT="182875" marB="182875" marR="182875" marL="0" anchor="ctr">
                    <a:lnL cap="flat" cmpd="sng" w="9525">
                      <a:solidFill>
                        <a:srgbClr val="FFFFFF">
                          <a:alpha val="0"/>
                        </a:srgbClr>
                      </a:solidFill>
                      <a:prstDash val="solid"/>
                      <a:round/>
                      <a:headEnd len="sm" w="sm" type="none"/>
                      <a:tailEnd len="sm" w="sm" type="none"/>
                    </a:lnL>
                    <a:lnR cap="flat" cmpd="sng" w="9525">
                      <a:solidFill>
                        <a:srgbClr val="FFFFFF">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9525">
                      <a:solidFill>
                        <a:srgbClr val="FFFFFF">
                          <a:alpha val="0"/>
                        </a:srgbClr>
                      </a:solidFill>
                      <a:prstDash val="solid"/>
                      <a:round/>
                      <a:headEnd len="sm" w="sm" type="none"/>
                      <a:tailEnd len="sm" w="sm" type="none"/>
                    </a:lnB>
                  </a:tcPr>
                </a:tc>
              </a:tr>
              <a:tr h="475700">
                <a:tc>
                  <a:txBody>
                    <a:bodyPr/>
                    <a:lstStyle/>
                    <a:p>
                      <a:pPr indent="-406400" lvl="0" marL="685800" marR="0" rtl="0" algn="l">
                        <a:lnSpc>
                          <a:spcPct val="100000"/>
                        </a:lnSpc>
                        <a:spcBef>
                          <a:spcPts val="0"/>
                        </a:spcBef>
                        <a:spcAft>
                          <a:spcPts val="0"/>
                        </a:spcAft>
                        <a:buClr>
                          <a:schemeClr val="lt1"/>
                        </a:buClr>
                        <a:buSzPts val="2800"/>
                        <a:buFont typeface="Google Sans Medium"/>
                        <a:buAutoNum type="alphaUcPeriod" startAt="3"/>
                      </a:pPr>
                      <a:r>
                        <a:rPr lang="en" sz="2800">
                          <a:solidFill>
                            <a:schemeClr val="lt1"/>
                          </a:solidFill>
                          <a:latin typeface="Roboto"/>
                          <a:ea typeface="Roboto"/>
                          <a:cs typeface="Roboto"/>
                          <a:sym typeface="Roboto"/>
                        </a:rPr>
                        <a:t>App Engine</a:t>
                      </a:r>
                      <a:endParaRPr sz="2800">
                        <a:solidFill>
                          <a:schemeClr val="lt1"/>
                        </a:solidFill>
                        <a:latin typeface="Roboto"/>
                        <a:ea typeface="Roboto"/>
                        <a:cs typeface="Roboto"/>
                        <a:sym typeface="Roboto"/>
                      </a:endParaRPr>
                    </a:p>
                  </a:txBody>
                  <a:tcPr marT="182875" marB="182875" marR="182875" marL="0" anchor="ctr">
                    <a:lnL cap="flat" cmpd="sng" w="9525">
                      <a:solidFill>
                        <a:srgbClr val="FFFFFF">
                          <a:alpha val="0"/>
                        </a:srgbClr>
                      </a:solidFill>
                      <a:prstDash val="solid"/>
                      <a:round/>
                      <a:headEnd len="sm" w="sm" type="none"/>
                      <a:tailEnd len="sm" w="sm" type="none"/>
                    </a:lnL>
                    <a:lnR cap="flat" cmpd="sng" w="9525">
                      <a:solidFill>
                        <a:srgbClr val="FFFFFF">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9525">
                      <a:solidFill>
                        <a:srgbClr val="FFFFFF">
                          <a:alpha val="0"/>
                        </a:srgbClr>
                      </a:solidFill>
                      <a:prstDash val="solid"/>
                      <a:round/>
                      <a:headEnd len="sm" w="sm" type="none"/>
                      <a:tailEnd len="sm" w="sm" type="none"/>
                    </a:lnB>
                  </a:tcPr>
                </a:tc>
              </a:tr>
              <a:tr h="475700">
                <a:tc>
                  <a:txBody>
                    <a:bodyPr/>
                    <a:lstStyle/>
                    <a:p>
                      <a:pPr indent="-406400" lvl="0" marL="685800" marR="0" rtl="0" algn="l">
                        <a:lnSpc>
                          <a:spcPct val="100000"/>
                        </a:lnSpc>
                        <a:spcBef>
                          <a:spcPts val="0"/>
                        </a:spcBef>
                        <a:spcAft>
                          <a:spcPts val="0"/>
                        </a:spcAft>
                        <a:buClr>
                          <a:schemeClr val="lt1"/>
                        </a:buClr>
                        <a:buSzPts val="2800"/>
                        <a:buFont typeface="Google Sans Medium"/>
                        <a:buAutoNum type="alphaUcPeriod" startAt="4"/>
                      </a:pPr>
                      <a:r>
                        <a:rPr lang="en" sz="2800">
                          <a:solidFill>
                            <a:schemeClr val="lt1"/>
                          </a:solidFill>
                          <a:latin typeface="Roboto"/>
                          <a:ea typeface="Roboto"/>
                          <a:cs typeface="Roboto"/>
                          <a:sym typeface="Roboto"/>
                        </a:rPr>
                        <a:t>Cloud Functions</a:t>
                      </a:r>
                      <a:endParaRPr sz="2800">
                        <a:solidFill>
                          <a:schemeClr val="lt1"/>
                        </a:solidFill>
                        <a:latin typeface="Roboto"/>
                        <a:ea typeface="Roboto"/>
                        <a:cs typeface="Roboto"/>
                        <a:sym typeface="Roboto"/>
                      </a:endParaRPr>
                    </a:p>
                  </a:txBody>
                  <a:tcPr marT="182875" marB="182875" marR="182875" marL="0" anchor="ctr">
                    <a:lnL cap="flat" cmpd="sng" w="9525">
                      <a:solidFill>
                        <a:srgbClr val="FFFFFF">
                          <a:alpha val="0"/>
                        </a:srgbClr>
                      </a:solidFill>
                      <a:prstDash val="solid"/>
                      <a:round/>
                      <a:headEnd len="sm" w="sm" type="none"/>
                      <a:tailEnd len="sm" w="sm" type="none"/>
                    </a:lnL>
                    <a:lnR cap="flat" cmpd="sng" w="9525">
                      <a:solidFill>
                        <a:srgbClr val="FFFFFF">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9525">
                      <a:solidFill>
                        <a:srgbClr val="FFFFFF">
                          <a:alpha val="0"/>
                        </a:srgbClr>
                      </a:solidFill>
                      <a:prstDash val="solid"/>
                      <a:round/>
                      <a:headEnd len="sm" w="sm" type="none"/>
                      <a:tailEnd len="sm" w="sm" type="none"/>
                    </a:lnB>
                  </a:tcPr>
                </a:tc>
              </a:tr>
            </a:tbl>
          </a:graphicData>
        </a:graphic>
      </p:graphicFrame>
      <p:sp>
        <p:nvSpPr>
          <p:cNvPr id="1218" name="Google Shape;1218;p108"/>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3">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2" name="Shape 1222"/>
        <p:cNvGrpSpPr/>
        <p:nvPr/>
      </p:nvGrpSpPr>
      <p:grpSpPr>
        <a:xfrm>
          <a:off x="0" y="0"/>
          <a:ext cx="0" cy="0"/>
          <a:chOff x="0" y="0"/>
          <a:chExt cx="0" cy="0"/>
        </a:xfrm>
      </p:grpSpPr>
      <p:sp>
        <p:nvSpPr>
          <p:cNvPr id="1223" name="Google Shape;1223;p109"/>
          <p:cNvSpPr txBox="1"/>
          <p:nvPr/>
        </p:nvSpPr>
        <p:spPr>
          <a:xfrm>
            <a:off x="1672450" y="1154875"/>
            <a:ext cx="14775300" cy="114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4800">
                <a:solidFill>
                  <a:srgbClr val="202124"/>
                </a:solidFill>
                <a:latin typeface="Google Sans"/>
                <a:ea typeface="Google Sans"/>
                <a:cs typeface="Google Sans"/>
                <a:sym typeface="Google Sans"/>
              </a:rPr>
              <a:t>Scenario #3</a:t>
            </a:r>
            <a:endParaRPr sz="4800">
              <a:solidFill>
                <a:srgbClr val="202124"/>
              </a:solidFill>
              <a:latin typeface="Google Sans"/>
              <a:ea typeface="Google Sans"/>
              <a:cs typeface="Google Sans"/>
              <a:sym typeface="Google Sans"/>
            </a:endParaRPr>
          </a:p>
        </p:txBody>
      </p:sp>
      <p:sp>
        <p:nvSpPr>
          <p:cNvPr id="1224" name="Google Shape;1224;p109"/>
          <p:cNvSpPr txBox="1"/>
          <p:nvPr/>
        </p:nvSpPr>
        <p:spPr>
          <a:xfrm>
            <a:off x="1708601" y="2027325"/>
            <a:ext cx="14693100" cy="911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3200">
                <a:solidFill>
                  <a:srgbClr val="1E8E3E"/>
                </a:solidFill>
                <a:latin typeface="Google Sans Medium"/>
                <a:ea typeface="Google Sans Medium"/>
                <a:cs typeface="Google Sans Medium"/>
                <a:sym typeface="Google Sans Medium"/>
              </a:rPr>
              <a:t>Answer</a:t>
            </a:r>
            <a:endParaRPr sz="3200">
              <a:solidFill>
                <a:srgbClr val="1A73E8"/>
              </a:solidFill>
              <a:latin typeface="Google Sans Medium"/>
              <a:ea typeface="Google Sans Medium"/>
              <a:cs typeface="Google Sans Medium"/>
              <a:sym typeface="Google Sans Medium"/>
            </a:endParaRPr>
          </a:p>
        </p:txBody>
      </p:sp>
      <p:graphicFrame>
        <p:nvGraphicFramePr>
          <p:cNvPr id="1225" name="Google Shape;1225;p109"/>
          <p:cNvGraphicFramePr/>
          <p:nvPr/>
        </p:nvGraphicFramePr>
        <p:xfrm>
          <a:off x="1794527" y="3017520"/>
          <a:ext cx="3000000" cy="3000000"/>
        </p:xfrm>
        <a:graphic>
          <a:graphicData uri="http://schemas.openxmlformats.org/drawingml/2006/table">
            <a:tbl>
              <a:tblPr>
                <a:noFill/>
                <a:tableStyleId>{ECBF6DF6-CC13-45ED-A288-C546B2E0E967}</a:tableStyleId>
              </a:tblPr>
              <a:tblGrid>
                <a:gridCol w="14653225"/>
              </a:tblGrid>
              <a:tr h="1063175">
                <a:tc>
                  <a:txBody>
                    <a:bodyPr/>
                    <a:lstStyle/>
                    <a:p>
                      <a:pPr indent="0" lvl="0" marL="0" marR="0" rtl="0" algn="l">
                        <a:lnSpc>
                          <a:spcPct val="115000"/>
                        </a:lnSpc>
                        <a:spcBef>
                          <a:spcPts val="0"/>
                        </a:spcBef>
                        <a:spcAft>
                          <a:spcPts val="1000"/>
                        </a:spcAft>
                        <a:buNone/>
                      </a:pPr>
                      <a:r>
                        <a:rPr lang="en" sz="2800">
                          <a:solidFill>
                            <a:schemeClr val="lt1"/>
                          </a:solidFill>
                          <a:latin typeface="Roboto"/>
                          <a:ea typeface="Roboto"/>
                          <a:cs typeface="Roboto"/>
                          <a:sym typeface="Roboto"/>
                        </a:rPr>
                        <a:t>Which of the following is considered to be serverless?</a:t>
                      </a:r>
                      <a:endParaRPr sz="2800">
                        <a:solidFill>
                          <a:schemeClr val="lt1"/>
                        </a:solidFill>
                        <a:latin typeface="Roboto"/>
                        <a:ea typeface="Roboto"/>
                        <a:cs typeface="Roboto"/>
                        <a:sym typeface="Roboto"/>
                      </a:endParaRPr>
                    </a:p>
                  </a:txBody>
                  <a:tcPr marT="182875" marB="182875" marR="0" marL="0">
                    <a:lnL cap="flat" cmpd="sng" w="9525">
                      <a:solidFill>
                        <a:srgbClr val="FFFFFF">
                          <a:alpha val="0"/>
                        </a:srgbClr>
                      </a:solidFill>
                      <a:prstDash val="solid"/>
                      <a:round/>
                      <a:headEnd len="sm" w="sm" type="none"/>
                      <a:tailEnd len="sm" w="sm" type="none"/>
                    </a:lnL>
                    <a:lnR cap="flat" cmpd="sng" w="9525">
                      <a:solidFill>
                        <a:srgbClr val="FFFFFF">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9525">
                      <a:solidFill>
                        <a:srgbClr val="FFFFFF">
                          <a:alpha val="0"/>
                        </a:srgbClr>
                      </a:solidFill>
                      <a:prstDash val="solid"/>
                      <a:round/>
                      <a:headEnd len="sm" w="sm" type="none"/>
                      <a:tailEnd len="sm" w="sm" type="none"/>
                    </a:lnB>
                  </a:tcPr>
                </a:tc>
              </a:tr>
              <a:tr h="475700">
                <a:tc>
                  <a:txBody>
                    <a:bodyPr/>
                    <a:lstStyle/>
                    <a:p>
                      <a:pPr indent="-406400" lvl="0" marL="685800" marR="0" rtl="0" algn="l">
                        <a:lnSpc>
                          <a:spcPct val="100000"/>
                        </a:lnSpc>
                        <a:spcBef>
                          <a:spcPts val="0"/>
                        </a:spcBef>
                        <a:spcAft>
                          <a:spcPts val="0"/>
                        </a:spcAft>
                        <a:buClr>
                          <a:schemeClr val="lt1"/>
                        </a:buClr>
                        <a:buSzPts val="2800"/>
                        <a:buFont typeface="Google Sans Medium"/>
                        <a:buAutoNum type="alphaUcPeriod"/>
                      </a:pPr>
                      <a:r>
                        <a:rPr lang="en" sz="2800">
                          <a:solidFill>
                            <a:schemeClr val="lt1"/>
                          </a:solidFill>
                          <a:latin typeface="Roboto"/>
                          <a:ea typeface="Roboto"/>
                          <a:cs typeface="Roboto"/>
                          <a:sym typeface="Roboto"/>
                        </a:rPr>
                        <a:t>Compute Engine</a:t>
                      </a:r>
                      <a:endParaRPr sz="2800">
                        <a:solidFill>
                          <a:schemeClr val="lt1"/>
                        </a:solidFill>
                        <a:latin typeface="Roboto"/>
                        <a:ea typeface="Roboto"/>
                        <a:cs typeface="Roboto"/>
                        <a:sym typeface="Roboto"/>
                      </a:endParaRPr>
                    </a:p>
                  </a:txBody>
                  <a:tcPr marT="182875" marB="182875" marR="182875" marL="0" anchor="ctr">
                    <a:lnL cap="flat" cmpd="sng" w="9525">
                      <a:solidFill>
                        <a:srgbClr val="FFFFFF">
                          <a:alpha val="0"/>
                        </a:srgbClr>
                      </a:solidFill>
                      <a:prstDash val="solid"/>
                      <a:round/>
                      <a:headEnd len="sm" w="sm" type="none"/>
                      <a:tailEnd len="sm" w="sm" type="none"/>
                    </a:lnL>
                    <a:lnR cap="flat" cmpd="sng" w="9525">
                      <a:solidFill>
                        <a:srgbClr val="FFFFFF">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9525">
                      <a:solidFill>
                        <a:srgbClr val="FFFFFF">
                          <a:alpha val="0"/>
                        </a:srgbClr>
                      </a:solidFill>
                      <a:prstDash val="solid"/>
                      <a:round/>
                      <a:headEnd len="sm" w="sm" type="none"/>
                      <a:tailEnd len="sm" w="sm" type="none"/>
                    </a:lnB>
                  </a:tcPr>
                </a:tc>
              </a:tr>
              <a:tr h="500825">
                <a:tc>
                  <a:txBody>
                    <a:bodyPr/>
                    <a:lstStyle/>
                    <a:p>
                      <a:pPr indent="-406400" lvl="0" marL="685800" rtl="0" algn="l">
                        <a:spcBef>
                          <a:spcPts val="0"/>
                        </a:spcBef>
                        <a:spcAft>
                          <a:spcPts val="0"/>
                        </a:spcAft>
                        <a:buClr>
                          <a:schemeClr val="lt1"/>
                        </a:buClr>
                        <a:buSzPts val="2800"/>
                        <a:buFont typeface="Google Sans Medium"/>
                        <a:buAutoNum type="alphaUcPeriod" startAt="2"/>
                      </a:pPr>
                      <a:r>
                        <a:rPr lang="en" sz="2800">
                          <a:solidFill>
                            <a:schemeClr val="lt1"/>
                          </a:solidFill>
                          <a:latin typeface="Roboto"/>
                          <a:ea typeface="Roboto"/>
                          <a:cs typeface="Roboto"/>
                          <a:sym typeface="Roboto"/>
                        </a:rPr>
                        <a:t>Google Kubernetes Engine</a:t>
                      </a:r>
                      <a:endParaRPr sz="2800">
                        <a:solidFill>
                          <a:schemeClr val="lt1"/>
                        </a:solidFill>
                        <a:latin typeface="Roboto"/>
                        <a:ea typeface="Roboto"/>
                        <a:cs typeface="Roboto"/>
                        <a:sym typeface="Roboto"/>
                      </a:endParaRPr>
                    </a:p>
                  </a:txBody>
                  <a:tcPr marT="182875" marB="182875" marR="182875" marL="0" anchor="ctr">
                    <a:lnL cap="flat" cmpd="sng" w="9525">
                      <a:solidFill>
                        <a:srgbClr val="FFFFFF">
                          <a:alpha val="0"/>
                        </a:srgbClr>
                      </a:solidFill>
                      <a:prstDash val="solid"/>
                      <a:round/>
                      <a:headEnd len="sm" w="sm" type="none"/>
                      <a:tailEnd len="sm" w="sm" type="none"/>
                    </a:lnL>
                    <a:lnR cap="flat" cmpd="sng" w="9525">
                      <a:solidFill>
                        <a:srgbClr val="FFFFFF">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9525">
                      <a:solidFill>
                        <a:srgbClr val="FFFFFF">
                          <a:alpha val="0"/>
                        </a:srgbClr>
                      </a:solidFill>
                      <a:prstDash val="solid"/>
                      <a:round/>
                      <a:headEnd len="sm" w="sm" type="none"/>
                      <a:tailEnd len="sm" w="sm" type="none"/>
                    </a:lnB>
                  </a:tcPr>
                </a:tc>
              </a:tr>
              <a:tr h="475700">
                <a:tc>
                  <a:txBody>
                    <a:bodyPr/>
                    <a:lstStyle/>
                    <a:p>
                      <a:pPr indent="-406400" lvl="0" marL="685800" marR="0" rtl="0" algn="l">
                        <a:lnSpc>
                          <a:spcPct val="100000"/>
                        </a:lnSpc>
                        <a:spcBef>
                          <a:spcPts val="0"/>
                        </a:spcBef>
                        <a:spcAft>
                          <a:spcPts val="0"/>
                        </a:spcAft>
                        <a:buClr>
                          <a:schemeClr val="lt1"/>
                        </a:buClr>
                        <a:buSzPts val="2800"/>
                        <a:buFont typeface="Google Sans Medium"/>
                        <a:buAutoNum type="alphaUcPeriod" startAt="3"/>
                      </a:pPr>
                      <a:r>
                        <a:rPr lang="en" sz="2800">
                          <a:solidFill>
                            <a:schemeClr val="lt1"/>
                          </a:solidFill>
                          <a:latin typeface="Roboto"/>
                          <a:ea typeface="Roboto"/>
                          <a:cs typeface="Roboto"/>
                          <a:sym typeface="Roboto"/>
                        </a:rPr>
                        <a:t>App Engine</a:t>
                      </a:r>
                      <a:endParaRPr sz="2800">
                        <a:solidFill>
                          <a:schemeClr val="lt1"/>
                        </a:solidFill>
                        <a:latin typeface="Roboto"/>
                        <a:ea typeface="Roboto"/>
                        <a:cs typeface="Roboto"/>
                        <a:sym typeface="Roboto"/>
                      </a:endParaRPr>
                    </a:p>
                  </a:txBody>
                  <a:tcPr marT="182875" marB="182875" marR="182875" marL="0" anchor="ctr">
                    <a:lnL cap="flat" cmpd="sng" w="9525">
                      <a:solidFill>
                        <a:srgbClr val="FFFFFF">
                          <a:alpha val="0"/>
                        </a:srgbClr>
                      </a:solidFill>
                      <a:prstDash val="solid"/>
                      <a:round/>
                      <a:headEnd len="sm" w="sm" type="none"/>
                      <a:tailEnd len="sm" w="sm" type="none"/>
                    </a:lnL>
                    <a:lnR cap="flat" cmpd="sng" w="9525">
                      <a:solidFill>
                        <a:srgbClr val="FFFFFF">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9525">
                      <a:solidFill>
                        <a:srgbClr val="FFFFFF">
                          <a:alpha val="0"/>
                        </a:srgbClr>
                      </a:solidFill>
                      <a:prstDash val="solid"/>
                      <a:round/>
                      <a:headEnd len="sm" w="sm" type="none"/>
                      <a:tailEnd len="sm" w="sm" type="none"/>
                    </a:lnB>
                  </a:tcPr>
                </a:tc>
              </a:tr>
              <a:tr h="475700">
                <a:tc>
                  <a:txBody>
                    <a:bodyPr/>
                    <a:lstStyle/>
                    <a:p>
                      <a:pPr indent="-406400" lvl="0" marL="685800" marR="0" rtl="0" algn="l">
                        <a:lnSpc>
                          <a:spcPct val="100000"/>
                        </a:lnSpc>
                        <a:spcBef>
                          <a:spcPts val="0"/>
                        </a:spcBef>
                        <a:spcAft>
                          <a:spcPts val="0"/>
                        </a:spcAft>
                        <a:buClr>
                          <a:srgbClr val="1E8E3E"/>
                        </a:buClr>
                        <a:buSzPts val="2800"/>
                        <a:buFont typeface="Google Sans Medium"/>
                        <a:buAutoNum type="alphaUcPeriod" startAt="4"/>
                      </a:pPr>
                      <a:r>
                        <a:rPr lang="en" sz="2800">
                          <a:solidFill>
                            <a:srgbClr val="1E8E3E"/>
                          </a:solidFill>
                          <a:latin typeface="Roboto"/>
                          <a:ea typeface="Roboto"/>
                          <a:cs typeface="Roboto"/>
                          <a:sym typeface="Roboto"/>
                        </a:rPr>
                        <a:t>Cloud Functions</a:t>
                      </a:r>
                      <a:endParaRPr sz="2800">
                        <a:solidFill>
                          <a:srgbClr val="1E8E3E"/>
                        </a:solidFill>
                        <a:latin typeface="Roboto"/>
                        <a:ea typeface="Roboto"/>
                        <a:cs typeface="Roboto"/>
                        <a:sym typeface="Roboto"/>
                      </a:endParaRPr>
                    </a:p>
                  </a:txBody>
                  <a:tcPr marT="182875" marB="182875" marR="182875" marL="0" anchor="ctr">
                    <a:lnL cap="flat" cmpd="sng" w="9525">
                      <a:solidFill>
                        <a:srgbClr val="FFFFFF">
                          <a:alpha val="0"/>
                        </a:srgbClr>
                      </a:solidFill>
                      <a:prstDash val="solid"/>
                      <a:round/>
                      <a:headEnd len="sm" w="sm" type="none"/>
                      <a:tailEnd len="sm" w="sm" type="none"/>
                    </a:lnL>
                    <a:lnR cap="flat" cmpd="sng" w="9525">
                      <a:solidFill>
                        <a:srgbClr val="FFFFFF">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9525">
                      <a:solidFill>
                        <a:srgbClr val="FFFFFF">
                          <a:alpha val="0"/>
                        </a:srgbClr>
                      </a:solidFill>
                      <a:prstDash val="solid"/>
                      <a:round/>
                      <a:headEnd len="sm" w="sm" type="none"/>
                      <a:tailEnd len="sm" w="sm" type="none"/>
                    </a:lnB>
                    <a:solidFill>
                      <a:srgbClr val="E6F4EA"/>
                    </a:solidFill>
                  </a:tcPr>
                </a:tc>
              </a:tr>
            </a:tbl>
          </a:graphicData>
        </a:graphic>
      </p:graphicFrame>
      <p:sp>
        <p:nvSpPr>
          <p:cNvPr id="1226" name="Google Shape;1226;p109"/>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3">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0" name="Shape 1230"/>
        <p:cNvGrpSpPr/>
        <p:nvPr/>
      </p:nvGrpSpPr>
      <p:grpSpPr>
        <a:xfrm>
          <a:off x="0" y="0"/>
          <a:ext cx="0" cy="0"/>
          <a:chOff x="0" y="0"/>
          <a:chExt cx="0" cy="0"/>
        </a:xfrm>
      </p:grpSpPr>
      <p:sp>
        <p:nvSpPr>
          <p:cNvPr id="1231" name="Google Shape;1231;p110"/>
          <p:cNvSpPr txBox="1"/>
          <p:nvPr>
            <p:ph type="title"/>
          </p:nvPr>
        </p:nvSpPr>
        <p:spPr>
          <a:xfrm>
            <a:off x="1672475" y="1154875"/>
            <a:ext cx="74865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Agenda</a:t>
            </a:r>
            <a:endParaRPr/>
          </a:p>
        </p:txBody>
      </p:sp>
      <p:sp>
        <p:nvSpPr>
          <p:cNvPr id="1232" name="Google Shape;1232;p110"/>
          <p:cNvSpPr txBox="1"/>
          <p:nvPr>
            <p:ph idx="1" type="body"/>
          </p:nvPr>
        </p:nvSpPr>
        <p:spPr>
          <a:xfrm>
            <a:off x="1701275" y="2432125"/>
            <a:ext cx="7319700" cy="677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600"/>
              <a:t>Lab: Set Up Network and HTTP</a:t>
            </a:r>
            <a:r>
              <a:rPr lang="en"/>
              <a:t> </a:t>
            </a:r>
            <a:r>
              <a:rPr lang="en" sz="3600"/>
              <a:t>Load Balancers</a:t>
            </a:r>
            <a:endParaRPr sz="3600"/>
          </a:p>
          <a:p>
            <a:pPr indent="0" lvl="0" marL="0" rtl="0" algn="l">
              <a:spcBef>
                <a:spcPts val="2900"/>
              </a:spcBef>
              <a:spcAft>
                <a:spcPts val="0"/>
              </a:spcAft>
              <a:buNone/>
            </a:pPr>
            <a:r>
              <a:rPr lang="en" sz="3600"/>
              <a:t>Quiz</a:t>
            </a:r>
            <a:endParaRPr sz="3600"/>
          </a:p>
          <a:p>
            <a:pPr indent="0" lvl="0" marL="0" rtl="0" algn="l">
              <a:spcBef>
                <a:spcPts val="2900"/>
              </a:spcBef>
              <a:spcAft>
                <a:spcPts val="2900"/>
              </a:spcAft>
              <a:buNone/>
            </a:pPr>
            <a:r>
              <a:rPr lang="en" sz="3600">
                <a:solidFill>
                  <a:schemeClr val="accent2"/>
                </a:solidFill>
              </a:rPr>
              <a:t>Summary</a:t>
            </a:r>
            <a:endParaRPr sz="3600">
              <a:solidFill>
                <a:schemeClr val="accent2"/>
              </a:solidFill>
            </a:endParaRPr>
          </a:p>
        </p:txBody>
      </p:sp>
      <p:sp>
        <p:nvSpPr>
          <p:cNvPr id="1233" name="Google Shape;1233;p110"/>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3">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7" name="Shape 1237"/>
        <p:cNvGrpSpPr/>
        <p:nvPr/>
      </p:nvGrpSpPr>
      <p:grpSpPr>
        <a:xfrm>
          <a:off x="0" y="0"/>
          <a:ext cx="0" cy="0"/>
          <a:chOff x="0" y="0"/>
          <a:chExt cx="0" cy="0"/>
        </a:xfrm>
      </p:grpSpPr>
      <p:sp>
        <p:nvSpPr>
          <p:cNvPr id="1238" name="Google Shape;1238;p111"/>
          <p:cNvSpPr txBox="1"/>
          <p:nvPr>
            <p:ph type="title"/>
          </p:nvPr>
        </p:nvSpPr>
        <p:spPr>
          <a:xfrm>
            <a:off x="1672475" y="1154875"/>
            <a:ext cx="147753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Summary</a:t>
            </a:r>
            <a:endParaRPr/>
          </a:p>
        </p:txBody>
      </p:sp>
      <p:sp>
        <p:nvSpPr>
          <p:cNvPr id="1239" name="Google Shape;1239;p111"/>
          <p:cNvSpPr txBox="1"/>
          <p:nvPr>
            <p:ph idx="1" type="body"/>
          </p:nvPr>
        </p:nvSpPr>
        <p:spPr>
          <a:xfrm>
            <a:off x="1742475" y="2432125"/>
            <a:ext cx="14630400" cy="6768600"/>
          </a:xfrm>
          <a:prstGeom prst="rect">
            <a:avLst/>
          </a:prstGeom>
        </p:spPr>
        <p:txBody>
          <a:bodyPr anchorCtr="0" anchor="t" bIns="91425" lIns="91425" spcFirstLastPara="1" rIns="91425" wrap="square" tIns="91425">
            <a:noAutofit/>
          </a:bodyPr>
          <a:lstStyle/>
          <a:p>
            <a:pPr indent="-419100" lvl="0" marL="457200" rtl="0" algn="l">
              <a:spcBef>
                <a:spcPts val="0"/>
              </a:spcBef>
              <a:spcAft>
                <a:spcPts val="0"/>
              </a:spcAft>
              <a:buSzPts val="3000"/>
              <a:buChar char="●"/>
            </a:pPr>
            <a:r>
              <a:rPr lang="en" sz="3000"/>
              <a:t>There are four different compute options in the Cloud to choose from: Compute Engine, App Engine, Cloud Functions, and Google Kubernetes Engine.</a:t>
            </a:r>
            <a:endParaRPr sz="3000"/>
          </a:p>
          <a:p>
            <a:pPr indent="-419100" lvl="0" marL="457200" rtl="0" algn="l">
              <a:spcBef>
                <a:spcPts val="2000"/>
              </a:spcBef>
              <a:spcAft>
                <a:spcPts val="0"/>
              </a:spcAft>
              <a:buSzPts val="3000"/>
              <a:buChar char="●"/>
            </a:pPr>
            <a:r>
              <a:rPr lang="en" sz="3000"/>
              <a:t>Compute Engine (an infrastructure as a service) delivers virtual machines via Google’s data centers and global fiber network.</a:t>
            </a:r>
            <a:endParaRPr sz="3000"/>
          </a:p>
          <a:p>
            <a:pPr indent="-419100" lvl="0" marL="457200" rtl="0" algn="l">
              <a:spcBef>
                <a:spcPts val="2000"/>
              </a:spcBef>
              <a:spcAft>
                <a:spcPts val="0"/>
              </a:spcAft>
              <a:buSzPts val="3000"/>
              <a:buChar char="●"/>
            </a:pPr>
            <a:r>
              <a:rPr lang="en" sz="3000"/>
              <a:t>Autoscaling controls managed instance groups.</a:t>
            </a:r>
            <a:endParaRPr sz="3000"/>
          </a:p>
          <a:p>
            <a:pPr indent="-419100" lvl="0" marL="457200" rtl="0" algn="l">
              <a:spcBef>
                <a:spcPts val="2000"/>
              </a:spcBef>
              <a:spcAft>
                <a:spcPts val="0"/>
              </a:spcAft>
              <a:buSzPts val="3000"/>
              <a:buChar char="●"/>
            </a:pPr>
            <a:r>
              <a:rPr lang="en" sz="3000"/>
              <a:t>App Engine is a computing platform provided as a service, allowing users to focus on writing code not on infrastructure.</a:t>
            </a:r>
            <a:endParaRPr sz="3000"/>
          </a:p>
          <a:p>
            <a:pPr indent="-419100" lvl="0" marL="457200" rtl="0" algn="l">
              <a:spcBef>
                <a:spcPts val="2000"/>
              </a:spcBef>
              <a:spcAft>
                <a:spcPts val="0"/>
              </a:spcAft>
              <a:buSzPts val="3000"/>
              <a:buChar char="●"/>
            </a:pPr>
            <a:r>
              <a:rPr lang="en" sz="3000"/>
              <a:t>Cloud Functions is a serverless option that connects and extends cloud services and automates with event-driven functions that respond to cloud events.</a:t>
            </a:r>
            <a:endParaRPr sz="3000"/>
          </a:p>
          <a:p>
            <a:pPr indent="-419100" lvl="0" marL="457200" rtl="0" algn="l">
              <a:spcBef>
                <a:spcPts val="2000"/>
              </a:spcBef>
              <a:spcAft>
                <a:spcPts val="0"/>
              </a:spcAft>
              <a:buSzPts val="3000"/>
              <a:buChar char="●"/>
            </a:pPr>
            <a:r>
              <a:rPr lang="en" sz="3000"/>
              <a:t>GKE is a hybrid between Compute Engine (IaaS) and App Engine (PaaS). It’s a managed environment for deploying containerized apps.</a:t>
            </a:r>
            <a:endParaRPr sz="3000"/>
          </a:p>
          <a:p>
            <a:pPr indent="0" lvl="0" marL="0" rtl="0" algn="l">
              <a:spcBef>
                <a:spcPts val="2000"/>
              </a:spcBef>
              <a:spcAft>
                <a:spcPts val="2000"/>
              </a:spcAft>
              <a:buNone/>
            </a:pPr>
            <a:r>
              <a:t/>
            </a:r>
            <a:endParaRPr sz="3400"/>
          </a:p>
        </p:txBody>
      </p:sp>
      <p:sp>
        <p:nvSpPr>
          <p:cNvPr id="1240" name="Google Shape;1240;p111"/>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3">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4" name="Shape 1244"/>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v3.0">
  <a:themeElements>
    <a:clrScheme name="Simple Light">
      <a:dk1>
        <a:srgbClr val="202124"/>
      </a:dk1>
      <a:lt1>
        <a:srgbClr val="3C4043"/>
      </a:lt1>
      <a:dk2>
        <a:srgbClr val="5F6368"/>
      </a:dk2>
      <a:lt2>
        <a:srgbClr val="80868B"/>
      </a:lt2>
      <a:accent1>
        <a:srgbClr val="9AA0A6"/>
      </a:accent1>
      <a:accent2>
        <a:srgbClr val="1A73E8"/>
      </a:accent2>
      <a:accent3>
        <a:srgbClr val="4285F4"/>
      </a:accent3>
      <a:accent4>
        <a:srgbClr val="EA4335"/>
      </a:accent4>
      <a:accent5>
        <a:srgbClr val="FBBC04"/>
      </a:accent5>
      <a:accent6>
        <a:srgbClr val="34A853"/>
      </a:accent6>
      <a:hlink>
        <a:srgbClr val="185ABC"/>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