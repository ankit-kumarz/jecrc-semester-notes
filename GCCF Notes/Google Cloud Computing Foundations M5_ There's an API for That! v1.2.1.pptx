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10287000" cx="18288000"/>
  <p:notesSz cx="6858000" cy="9144000"/>
  <p:embeddedFontLst>
    <p:embeddedFont>
      <p:font typeface="Roboto"/>
      <p:regular r:id="rId56"/>
      <p:bold r:id="rId57"/>
      <p:italic r:id="rId58"/>
      <p:boldItalic r:id="rId59"/>
    </p:embeddedFont>
    <p:embeddedFont>
      <p:font typeface="Roboto Medium"/>
      <p:regular r:id="rId60"/>
      <p:bold r:id="rId61"/>
      <p:italic r:id="rId62"/>
      <p:boldItalic r:id="rId63"/>
    </p:embeddedFont>
    <p:embeddedFont>
      <p:font typeface="Google Sans"/>
      <p:regular r:id="rId64"/>
      <p:bold r:id="rId65"/>
      <p:italic r:id="rId66"/>
      <p:boldItalic r:id="rId67"/>
    </p:embeddedFont>
    <p:embeddedFont>
      <p:font typeface="Google Sans Medium"/>
      <p:regular r:id="rId68"/>
      <p:bold r:id="rId69"/>
      <p:italic r:id="rId70"/>
      <p:boldItalic r:id="rId71"/>
    </p:embeddedFont>
    <p:embeddedFont>
      <p:font typeface="Roboto Light"/>
      <p:regular r:id="rId72"/>
      <p:bold r:id="rId73"/>
      <p:italic r:id="rId74"/>
      <p:bold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6463F4D-9468-4E86-A3C1-54ADBB1F6260}">
  <a:tblStyle styleId="{26463F4D-9468-4E86-A3C1-54ADBB1F626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obotoLight-bold.fntdata"/><Relationship Id="rId72" Type="http://schemas.openxmlformats.org/officeDocument/2006/relationships/font" Target="fonts/RobotoLight-regular.fntdata"/><Relationship Id="rId31" Type="http://schemas.openxmlformats.org/officeDocument/2006/relationships/slide" Target="slides/slide26.xml"/><Relationship Id="rId75" Type="http://schemas.openxmlformats.org/officeDocument/2006/relationships/font" Target="fonts/RobotoLight-boldItalic.fntdata"/><Relationship Id="rId30" Type="http://schemas.openxmlformats.org/officeDocument/2006/relationships/slide" Target="slides/slide25.xml"/><Relationship Id="rId74" Type="http://schemas.openxmlformats.org/officeDocument/2006/relationships/font" Target="fonts/RobotoLight-italic.fntdata"/><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GoogleSansMedium-boldItalic.fntdata"/><Relationship Id="rId70" Type="http://schemas.openxmlformats.org/officeDocument/2006/relationships/font" Target="fonts/GoogleSansMedium-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obotoMedium-italic.fntdata"/><Relationship Id="rId61" Type="http://schemas.openxmlformats.org/officeDocument/2006/relationships/font" Target="fonts/RobotoMedium-bold.fntdata"/><Relationship Id="rId20" Type="http://schemas.openxmlformats.org/officeDocument/2006/relationships/slide" Target="slides/slide15.xml"/><Relationship Id="rId64" Type="http://schemas.openxmlformats.org/officeDocument/2006/relationships/font" Target="fonts/GoogleSans-regular.fntdata"/><Relationship Id="rId63" Type="http://schemas.openxmlformats.org/officeDocument/2006/relationships/font" Target="fonts/RobotoMedium-boldItalic.fntdata"/><Relationship Id="rId22" Type="http://schemas.openxmlformats.org/officeDocument/2006/relationships/slide" Target="slides/slide17.xml"/><Relationship Id="rId66" Type="http://schemas.openxmlformats.org/officeDocument/2006/relationships/font" Target="fonts/GoogleSans-italic.fntdata"/><Relationship Id="rId21" Type="http://schemas.openxmlformats.org/officeDocument/2006/relationships/slide" Target="slides/slide16.xml"/><Relationship Id="rId65" Type="http://schemas.openxmlformats.org/officeDocument/2006/relationships/font" Target="fonts/GoogleSans-bold.fntdata"/><Relationship Id="rId24" Type="http://schemas.openxmlformats.org/officeDocument/2006/relationships/slide" Target="slides/slide19.xml"/><Relationship Id="rId68" Type="http://schemas.openxmlformats.org/officeDocument/2006/relationships/font" Target="fonts/GoogleSansMedium-regular.fntdata"/><Relationship Id="rId23" Type="http://schemas.openxmlformats.org/officeDocument/2006/relationships/slide" Target="slides/slide18.xml"/><Relationship Id="rId67" Type="http://schemas.openxmlformats.org/officeDocument/2006/relationships/font" Target="fonts/GoogleSans-boldItalic.fntdata"/><Relationship Id="rId60" Type="http://schemas.openxmlformats.org/officeDocument/2006/relationships/font" Target="fonts/RobotoMedium-regular.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GoogleSansMedium-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Roboto-bold.fntdata"/><Relationship Id="rId12" Type="http://schemas.openxmlformats.org/officeDocument/2006/relationships/slide" Target="slides/slide7.xml"/><Relationship Id="rId56" Type="http://schemas.openxmlformats.org/officeDocument/2006/relationships/font" Target="fonts/Roboto-regular.fntdata"/><Relationship Id="rId15" Type="http://schemas.openxmlformats.org/officeDocument/2006/relationships/slide" Target="slides/slide10.xml"/><Relationship Id="rId59" Type="http://schemas.openxmlformats.org/officeDocument/2006/relationships/font" Target="fonts/Roboto-boldItalic.fntdata"/><Relationship Id="rId14" Type="http://schemas.openxmlformats.org/officeDocument/2006/relationships/slide" Target="slides/slide9.xml"/><Relationship Id="rId58" Type="http://schemas.openxmlformats.org/officeDocument/2006/relationships/font" Target="fonts/Roboto-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80caa1b347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80caa1b347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5241eb572e_0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5241eb572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Welcome to </a:t>
            </a:r>
            <a:r>
              <a:rPr b="1" lang="en">
                <a:solidFill>
                  <a:schemeClr val="dk1"/>
                </a:solidFill>
              </a:rPr>
              <a:t>There’s an API for That!</a:t>
            </a:r>
            <a:r>
              <a:rPr lang="en">
                <a:solidFill>
                  <a:schemeClr val="dk1"/>
                </a:solidFill>
              </a:rPr>
              <a:t>, I’m ______. In this module, we’ll look at how we can build applications with managed services</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5ded2878ce_0_5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5ded2878c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So far in this course, we’ve learned what </a:t>
            </a:r>
            <a:r>
              <a:rPr lang="en">
                <a:solidFill>
                  <a:schemeClr val="dk1"/>
                </a:solidFill>
              </a:rPr>
              <a:t>Google Cloud</a:t>
            </a:r>
            <a:r>
              <a:rPr lang="en">
                <a:solidFill>
                  <a:schemeClr val="dk1"/>
                </a:solidFill>
              </a:rPr>
              <a:t> is, found out why we should have a solid platform before beginning a </a:t>
            </a:r>
            <a:r>
              <a:rPr lang="en">
                <a:solidFill>
                  <a:schemeClr val="dk1"/>
                </a:solidFill>
              </a:rPr>
              <a:t>Google Cloud</a:t>
            </a:r>
            <a:r>
              <a:rPr lang="en">
                <a:solidFill>
                  <a:schemeClr val="dk1"/>
                </a:solidFill>
              </a:rPr>
              <a:t> transfer; learned how </a:t>
            </a:r>
            <a:r>
              <a:rPr lang="en">
                <a:solidFill>
                  <a:schemeClr val="dk1"/>
                </a:solidFill>
              </a:rPr>
              <a:t>Google Cloud</a:t>
            </a:r>
            <a:r>
              <a:rPr lang="en">
                <a:solidFill>
                  <a:schemeClr val="dk1"/>
                </a:solidFill>
              </a:rPr>
              <a:t> supports the building of apps, and the </a:t>
            </a:r>
            <a:r>
              <a:rPr lang="en">
                <a:solidFill>
                  <a:schemeClr val="dk1"/>
                </a:solidFill>
              </a:rPr>
              <a:t>different</a:t>
            </a:r>
            <a:r>
              <a:rPr lang="en">
                <a:solidFill>
                  <a:schemeClr val="dk1"/>
                </a:solidFill>
              </a:rPr>
              <a:t> storage and database options in </a:t>
            </a:r>
            <a:r>
              <a:rPr lang="en">
                <a:solidFill>
                  <a:schemeClr val="dk1"/>
                </a:solidFill>
              </a:rPr>
              <a:t>Google Cloud</a:t>
            </a:r>
            <a:r>
              <a:rPr lang="en">
                <a:solidFill>
                  <a:schemeClr val="dk1"/>
                </a:solidFill>
              </a:rPr>
              <a:t>. In this module, we’ll </a:t>
            </a:r>
            <a:r>
              <a:rPr lang="en">
                <a:solidFill>
                  <a:schemeClr val="dk1"/>
                </a:solidFill>
              </a:rPr>
              <a:t>learn about REST APIs, the services that are available to help you manage your APIs, and how </a:t>
            </a:r>
            <a:r>
              <a:rPr lang="en">
                <a:solidFill>
                  <a:schemeClr val="dk1"/>
                </a:solidFill>
              </a:rPr>
              <a:t>Pub/Sub</a:t>
            </a:r>
            <a:r>
              <a:rPr lang="en">
                <a:solidFill>
                  <a:schemeClr val="dk1"/>
                </a:solidFill>
              </a:rPr>
              <a:t> works.</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5ded2878ce_0_3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5ded2878c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objective of this module is for you to be able to discuss the different application managed service options in the cloud.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specific learning objectives to achieve this include you being able to discuss the purpose of APIs, explain the format of a REST API, and compare and contrast the </a:t>
            </a:r>
            <a:r>
              <a:rPr lang="en">
                <a:solidFill>
                  <a:schemeClr val="dk1"/>
                </a:solidFill>
              </a:rPr>
              <a:t>Cloud Endpoints and Apigee </a:t>
            </a:r>
            <a:r>
              <a:rPr lang="en">
                <a:solidFill>
                  <a:schemeClr val="dk1"/>
                </a:solidFill>
              </a:rPr>
              <a:t>API managed services. </a:t>
            </a:r>
            <a:r>
              <a:rPr lang="en">
                <a:solidFill>
                  <a:schemeClr val="dk1"/>
                </a:solidFill>
              </a:rPr>
              <a:t>You’ll also be able to explore the use case for a managed messaging service and discuss how Pub/Sub is used as a managed messaging service.</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5ded287a7e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5ded287a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Here’s the agenda for this module. We’ll begin by learning about the purpose of APIs and discuss REST APIs specifically, which are currently the most popular style for services. We’ll </a:t>
            </a:r>
            <a:r>
              <a:rPr lang="en">
                <a:solidFill>
                  <a:schemeClr val="dk1"/>
                </a:solidFill>
              </a:rPr>
              <a:t>explore</a:t>
            </a:r>
            <a:r>
              <a:rPr lang="en">
                <a:solidFill>
                  <a:schemeClr val="dk1"/>
                </a:solidFill>
              </a:rPr>
              <a:t> </a:t>
            </a:r>
            <a:r>
              <a:rPr lang="en">
                <a:solidFill>
                  <a:schemeClr val="dk1"/>
                </a:solidFill>
              </a:rPr>
              <a:t>Cloud</a:t>
            </a:r>
            <a:r>
              <a:rPr lang="en">
                <a:solidFill>
                  <a:schemeClr val="dk1"/>
                </a:solidFill>
              </a:rPr>
              <a:t> </a:t>
            </a:r>
            <a:r>
              <a:rPr lang="en">
                <a:solidFill>
                  <a:schemeClr val="dk1"/>
                </a:solidFill>
              </a:rPr>
              <a:t>Endpoints</a:t>
            </a:r>
            <a:r>
              <a:rPr lang="en">
                <a:solidFill>
                  <a:schemeClr val="dk1"/>
                </a:solidFill>
              </a:rPr>
              <a:t>, which is a distributed API </a:t>
            </a:r>
            <a:r>
              <a:rPr lang="en">
                <a:solidFill>
                  <a:schemeClr val="dk1"/>
                </a:solidFill>
              </a:rPr>
              <a:t>management</a:t>
            </a:r>
            <a:r>
              <a:rPr lang="en">
                <a:solidFill>
                  <a:schemeClr val="dk1"/>
                </a:solidFill>
              </a:rPr>
              <a:t> system, before completing a hands-on lab where we’ll deploy a sample API with Cloud Endpoints. The next topic looks at Apigee Edge, which is a platform for developing and </a:t>
            </a:r>
            <a:r>
              <a:rPr lang="en">
                <a:solidFill>
                  <a:schemeClr val="dk1"/>
                </a:solidFill>
              </a:rPr>
              <a:t>managing</a:t>
            </a:r>
            <a:r>
              <a:rPr lang="en">
                <a:solidFill>
                  <a:schemeClr val="dk1"/>
                </a:solidFill>
              </a:rPr>
              <a:t> API proxies. We’ll then learn about the use case for managed services followed by Pub/Sub, which is Google’s managed message system.</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5eb5e5bbb9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5eb5e5bb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We’ll end the module by completing a lab where we’ll publish messages with Pub/Sub using the Python client library.</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60d1741d28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60d1741d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Let's start by discussing the purpose of APIs.</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5fba849d9c_0_15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5fba849d9c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An API is a software structure written so that it presents a clean, well-defined, interface that abstracts away needless detail. APIs are used to simplify the way different, disparate, software resources communicate. By using a universal structure of communications, we open up a wide range of opportunities.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5fba849d9c_0_33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5fba849d9c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190500" rtl="0" algn="l">
              <a:lnSpc>
                <a:spcPct val="100000"/>
              </a:lnSpc>
              <a:spcBef>
                <a:spcPts val="0"/>
              </a:spcBef>
              <a:spcAft>
                <a:spcPts val="0"/>
              </a:spcAft>
              <a:buNone/>
            </a:pPr>
            <a:r>
              <a:rPr lang="en">
                <a:solidFill>
                  <a:schemeClr val="dk1"/>
                </a:solidFill>
              </a:rPr>
              <a:t>REpresentational State Transfer – or REST – is currently the most popular architectural style for services. It outlines a key set of constraints and agreements that the service must comply with. If a service complies with these REST constraints, it’s said to be RESTful.</a:t>
            </a:r>
            <a:endParaRPr>
              <a:solidFill>
                <a:schemeClr val="dk1"/>
              </a:solidFill>
            </a:endParaRPr>
          </a:p>
          <a:p>
            <a:pPr indent="0" lvl="0" marL="0" marR="190500" rtl="0" algn="l">
              <a:lnSpc>
                <a:spcPct val="100000"/>
              </a:lnSpc>
              <a:spcBef>
                <a:spcPts val="0"/>
              </a:spcBef>
              <a:spcAft>
                <a:spcPts val="0"/>
              </a:spcAft>
              <a:buNone/>
            </a:pPr>
            <a:r>
              <a:t/>
            </a:r>
            <a:endParaRPr>
              <a:solidFill>
                <a:schemeClr val="dk1"/>
              </a:solidFill>
            </a:endParaRPr>
          </a:p>
          <a:p>
            <a:pPr indent="0" lvl="0" marL="0" marR="190500" rtl="0" algn="l">
              <a:lnSpc>
                <a:spcPct val="100000"/>
              </a:lnSpc>
              <a:spcBef>
                <a:spcPts val="0"/>
              </a:spcBef>
              <a:spcAft>
                <a:spcPts val="0"/>
              </a:spcAft>
              <a:buNone/>
            </a:pPr>
            <a:r>
              <a:rPr lang="en">
                <a:solidFill>
                  <a:schemeClr val="dk1"/>
                </a:solidFill>
              </a:rPr>
              <a:t>The web is HTTP-based and provides an architectural structure that scales well and stands the test of time. REST transfers the ideas that worked so well for the web and applies them to services. APIs intended to be spread widely to consumers and deployed to devices with limited computing resources, like mobile, are well suited to a REST structure. </a:t>
            </a:r>
            <a:r>
              <a:rPr lang="en">
                <a:solidFill>
                  <a:schemeClr val="dk1"/>
                </a:solidFill>
              </a:rPr>
              <a:t>REST APIs use HTTP requests to perform GET, PUT, POST and DELETE operations.</a:t>
            </a:r>
            <a:endParaRPr>
              <a:solidFill>
                <a:schemeClr val="dk1"/>
              </a:solidFill>
            </a:endParaRPr>
          </a:p>
          <a:p>
            <a:pPr indent="0" lvl="0" marL="0" marR="190500" rtl="0" algn="l">
              <a:lnSpc>
                <a:spcPct val="100000"/>
              </a:lnSpc>
              <a:spcBef>
                <a:spcPts val="0"/>
              </a:spcBef>
              <a:spcAft>
                <a:spcPts val="0"/>
              </a:spcAft>
              <a:buNone/>
            </a:pPr>
            <a:r>
              <a:t/>
            </a:r>
            <a:endParaRPr>
              <a:solidFill>
                <a:schemeClr val="dk1"/>
              </a:solidFill>
            </a:endParaRPr>
          </a:p>
          <a:p>
            <a:pPr indent="0" lvl="0" marL="0" marR="190500" rtl="0" algn="l">
              <a:lnSpc>
                <a:spcPct val="100000"/>
              </a:lnSpc>
              <a:spcBef>
                <a:spcPts val="0"/>
              </a:spcBef>
              <a:spcAft>
                <a:spcPts val="0"/>
              </a:spcAft>
              <a:buNone/>
            </a:pPr>
            <a:r>
              <a:rPr lang="en">
                <a:solidFill>
                  <a:schemeClr val="dk1"/>
                </a:solidFill>
              </a:rPr>
              <a:t>Having different software services leverage a universal communication channel ensures applications can get updated or rewritten and still be able to work with other applications as long as they conform to the agreed upon API standard.</a:t>
            </a:r>
            <a:endParaRPr>
              <a:solidFill>
                <a:schemeClr val="dk1"/>
              </a:solidFill>
            </a:endParaRPr>
          </a:p>
          <a:p>
            <a:pPr indent="0" lvl="0" marL="0" marR="190500" rtl="0" algn="l">
              <a:lnSpc>
                <a:spcPct val="100000"/>
              </a:lnSpc>
              <a:spcBef>
                <a:spcPts val="0"/>
              </a:spcBef>
              <a:spcAft>
                <a:spcPts val="0"/>
              </a:spcAft>
              <a:buNone/>
            </a:pPr>
            <a:r>
              <a:t/>
            </a:r>
            <a:endParaRPr>
              <a:solidFill>
                <a:schemeClr val="dk1"/>
              </a:solidFill>
            </a:endParaRPr>
          </a:p>
          <a:p>
            <a:pPr indent="0" lvl="0" marL="0" marR="190500" rtl="0" algn="l">
              <a:lnSpc>
                <a:spcPct val="100000"/>
              </a:lnSpc>
              <a:spcBef>
                <a:spcPts val="0"/>
              </a:spcBef>
              <a:spcAft>
                <a:spcPts val="0"/>
              </a:spcAft>
              <a:buNone/>
            </a:pPr>
            <a:r>
              <a:rPr lang="en">
                <a:solidFill>
                  <a:schemeClr val="dk1"/>
                </a:solidFill>
              </a:rPr>
              <a:t>One of the main reasons REST APIs work well with the cloud is due to their stateless nature. State information does not need to be stored or referenced for the API to run.</a:t>
            </a:r>
            <a:endParaRPr>
              <a:solidFill>
                <a:schemeClr val="dk1"/>
              </a:solidFill>
            </a:endParaRPr>
          </a:p>
          <a:p>
            <a:pPr indent="0" lvl="0" marL="0" marR="190500" rtl="0" algn="l">
              <a:lnSpc>
                <a:spcPct val="100000"/>
              </a:lnSpc>
              <a:spcBef>
                <a:spcPts val="0"/>
              </a:spcBef>
              <a:spcAft>
                <a:spcPts val="0"/>
              </a:spcAft>
              <a:buNone/>
            </a:pPr>
            <a:r>
              <a:t/>
            </a:r>
            <a:endParaRPr>
              <a:solidFill>
                <a:schemeClr val="dk1"/>
              </a:solidFill>
            </a:endParaRPr>
          </a:p>
          <a:p>
            <a:pPr indent="0" lvl="0" marL="0" marR="190500" rtl="0" algn="l">
              <a:lnSpc>
                <a:spcPct val="100000"/>
              </a:lnSpc>
              <a:spcBef>
                <a:spcPts val="0"/>
              </a:spcBef>
              <a:spcAft>
                <a:spcPts val="0"/>
              </a:spcAft>
              <a:buNone/>
            </a:pPr>
            <a:r>
              <a:rPr lang="en">
                <a:solidFill>
                  <a:schemeClr val="dk1"/>
                </a:solidFill>
              </a:rPr>
              <a:t>Authentication</a:t>
            </a:r>
            <a:r>
              <a:rPr lang="en">
                <a:solidFill>
                  <a:schemeClr val="dk1"/>
                </a:solidFill>
              </a:rPr>
              <a:t> can be be done through OAuth and security can be used by leveraging tokens.</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5ded287a7e_0_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5ded287a7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400"/>
              <a:buFont typeface="Arial"/>
              <a:buNone/>
            </a:pPr>
            <a:r>
              <a:rPr lang="en">
                <a:solidFill>
                  <a:schemeClr val="dk1"/>
                </a:solidFill>
              </a:rPr>
              <a:t>When deploying and managing APIs on your own, there are a number of issues to consider.</a:t>
            </a:r>
            <a:endParaRPr>
              <a:solidFill>
                <a:schemeClr val="dk1"/>
              </a:solidFill>
            </a:endParaRPr>
          </a:p>
          <a:p>
            <a:pPr indent="0" lvl="0" marL="0" rtl="0" algn="l">
              <a:spcBef>
                <a:spcPts val="0"/>
              </a:spcBef>
              <a:spcAft>
                <a:spcPts val="0"/>
              </a:spcAft>
              <a:buClr>
                <a:srgbClr val="000000"/>
              </a:buClr>
              <a:buSzPts val="1400"/>
              <a:buFont typeface="Arial"/>
              <a:buNone/>
            </a:pP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These include </a:t>
            </a:r>
            <a:r>
              <a:rPr lang="en">
                <a:solidFill>
                  <a:schemeClr val="dk1"/>
                </a:solidFill>
              </a:rPr>
              <a:t>t</a:t>
            </a:r>
            <a:r>
              <a:rPr lang="en">
                <a:solidFill>
                  <a:schemeClr val="dk1"/>
                </a:solidFill>
              </a:rPr>
              <a:t>he language or format you’ll use to describe the interface, how you’ll authenticate services and users who invoke your API, how you’ll ensure that your API scales to meet demand, and whether your infrastructure log details API invocations and provides monitoring metrics.</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5fba849d9c_0_40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5fba849d9c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this topic, we’ll explore Cloud Endpoints, a way to develop, deploy, and manage APIs on any Google Cloud back end.</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3ed27d162_0_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3ed27d16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Cloud Endpoints is a distributed API management system.</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With Cloud Endpoints you</a:t>
            </a:r>
            <a:r>
              <a:rPr lang="en">
                <a:solidFill>
                  <a:schemeClr val="dk1"/>
                </a:solidFill>
              </a:rPr>
              <a:t> can c</a:t>
            </a:r>
            <a:r>
              <a:rPr lang="en">
                <a:solidFill>
                  <a:schemeClr val="dk1"/>
                </a:solidFill>
              </a:rPr>
              <a:t>ontrol</a:t>
            </a:r>
            <a:r>
              <a:rPr lang="en">
                <a:solidFill>
                  <a:schemeClr val="dk1"/>
                </a:solidFill>
              </a:rPr>
              <a:t> who has access to your API. You can generate API keys in the Cloud Console and validate on every API call and share your API with other developers to allow them to generate their own keys. You can also validate calls with JSON Web Tokens. The integration with Auth0 and Firebase Authentication allows you to identify the users of your web or mobile application.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a:t>
            </a:r>
            <a:r>
              <a:rPr lang="en">
                <a:solidFill>
                  <a:schemeClr val="dk1"/>
                </a:solidFill>
              </a:rPr>
              <a:t>Extensible Service Proxy delivers security and insight in less than 1 millisecond per call. You can deploy your API automatically with App Engine and Google Kubernetes Engine, or add Google’s proxy container to your Kubernetes deployment.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You can monitor critical operations metrics, such as error rates and latency, in the Cloud Console and gain insight into your users and usage with Cloud Trace and Cloud Logging. You can use BigQuery to perform further analysis.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You can get started quickly by u</a:t>
            </a:r>
            <a:r>
              <a:rPr lang="en">
                <a:solidFill>
                  <a:schemeClr val="dk1"/>
                </a:solidFill>
              </a:rPr>
              <a:t>sing your favorite API framework and language, or choose Google’s open source Cloud Endpoints Frameworks in Java or Python. You can also simply upload an OpenAPI specification and deploy Google’s containerized proxy.</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60d1741d28_0_1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60d1741d2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Cloud Endpoints support applications running in Google Cloud’s compute platforms, in your choice of languages, and your choice of client technologies.</a:t>
            </a:r>
            <a:endParaRPr sz="1200">
              <a:solidFill>
                <a:schemeClr val="dk1"/>
              </a:solidFill>
              <a:latin typeface="Roboto"/>
              <a:ea typeface="Roboto"/>
              <a:cs typeface="Roboto"/>
              <a:sym typeface="Roboto"/>
            </a:endParaRPr>
          </a:p>
          <a:p>
            <a:pPr indent="0" lvl="0" marL="0" rtl="0" algn="l">
              <a:spcBef>
                <a:spcPts val="0"/>
              </a:spcBef>
              <a:spcAft>
                <a:spcPts val="0"/>
              </a:spcAft>
              <a:buClr>
                <a:srgbClr val="000000"/>
              </a:buClr>
              <a:buSzPts val="1400"/>
              <a:buFont typeface="Arial"/>
              <a:buNone/>
            </a:pPr>
            <a:r>
              <a:t/>
            </a:r>
            <a:endParaRPr>
              <a:solidFill>
                <a:schemeClr val="dk1"/>
              </a:solidFill>
            </a:endParaRPr>
          </a:p>
          <a:p>
            <a:pPr indent="0" lvl="0" marL="0" rtl="0" algn="l">
              <a:spcBef>
                <a:spcPts val="0"/>
              </a:spcBef>
              <a:spcAft>
                <a:spcPts val="0"/>
              </a:spcAft>
              <a:buClr>
                <a:srgbClr val="000000"/>
              </a:buClr>
              <a:buSzPts val="1400"/>
              <a:buFont typeface="Arial"/>
              <a:buNone/>
            </a:pPr>
            <a:r>
              <a:rPr lang="en">
                <a:solidFill>
                  <a:schemeClr val="dk1"/>
                </a:solidFill>
              </a:rPr>
              <a:t>It allows</a:t>
            </a:r>
            <a:r>
              <a:rPr lang="en">
                <a:solidFill>
                  <a:schemeClr val="dk1"/>
                </a:solidFill>
              </a:rPr>
              <a:t> you to establish a standardized API for mobile or web client applications to enable them to connect to and use a backend application on App Engine. It also provides the mobile or web application access to the full resources of App Engine.</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60d1741d28_0_15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60d1741d28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400"/>
              <a:buFont typeface="Arial"/>
              <a:buNone/>
            </a:pPr>
            <a:r>
              <a:rPr lang="en">
                <a:solidFill>
                  <a:schemeClr val="dk1"/>
                </a:solidFill>
              </a:rPr>
              <a:t>In the previous topic, we discussed how it can be difficult to deploy and manage APIs on your own. This graphic summarizes how </a:t>
            </a:r>
            <a:r>
              <a:rPr lang="en">
                <a:solidFill>
                  <a:schemeClr val="dk1"/>
                </a:solidFill>
              </a:rPr>
              <a:t>Cloud Endpoints provides the infrastructure support needed to deploy and manage robust, secure, and scalable APIs.</a:t>
            </a:r>
            <a:endParaRPr>
              <a:solidFill>
                <a:schemeClr val="dk1"/>
              </a:solidFill>
            </a:endParaRPr>
          </a:p>
          <a:p>
            <a:pPr indent="0" lvl="0" marL="0" rtl="0" algn="l">
              <a:spcBef>
                <a:spcPts val="0"/>
              </a:spcBef>
              <a:spcAft>
                <a:spcPts val="0"/>
              </a:spcAft>
              <a:buClr>
                <a:srgbClr val="000000"/>
              </a:buClr>
              <a:buSzPts val="1400"/>
              <a:buFont typeface="Arial"/>
              <a:buNone/>
            </a:pPr>
            <a:r>
              <a:t/>
            </a:r>
            <a:endParaRPr>
              <a:solidFill>
                <a:schemeClr val="dk1"/>
              </a:solidFill>
            </a:endParaRPr>
          </a:p>
          <a:p>
            <a:pPr indent="0" lvl="0" marL="0" rtl="0" algn="l">
              <a:spcBef>
                <a:spcPts val="0"/>
              </a:spcBef>
              <a:spcAft>
                <a:spcPts val="0"/>
              </a:spcAft>
              <a:buClr>
                <a:srgbClr val="000000"/>
              </a:buClr>
              <a:buSzPts val="1400"/>
              <a:buFont typeface="Arial"/>
              <a:buNone/>
            </a:pPr>
            <a:r>
              <a:rPr lang="en">
                <a:solidFill>
                  <a:schemeClr val="dk1"/>
                </a:solidFill>
              </a:rPr>
              <a:t>Cloud Endpoints supports the Open API specification and gRPC API specification.</a:t>
            </a:r>
            <a:endParaRPr>
              <a:solidFill>
                <a:schemeClr val="dk1"/>
              </a:solidFill>
            </a:endParaRPr>
          </a:p>
          <a:p>
            <a:pPr indent="0" lvl="0" marL="0" rtl="0" algn="l">
              <a:spcBef>
                <a:spcPts val="0"/>
              </a:spcBef>
              <a:spcAft>
                <a:spcPts val="0"/>
              </a:spcAft>
              <a:buClr>
                <a:srgbClr val="000000"/>
              </a:buClr>
              <a:buSzPts val="1400"/>
              <a:buFont typeface="Arial"/>
              <a:buNone/>
            </a:pPr>
            <a:r>
              <a:t/>
            </a:r>
            <a:endParaRPr>
              <a:solidFill>
                <a:schemeClr val="dk1"/>
              </a:solidFill>
            </a:endParaRPr>
          </a:p>
          <a:p>
            <a:pPr indent="0" lvl="0" marL="0" rtl="0" algn="l">
              <a:spcBef>
                <a:spcPts val="0"/>
              </a:spcBef>
              <a:spcAft>
                <a:spcPts val="0"/>
              </a:spcAft>
              <a:buClr>
                <a:srgbClr val="000000"/>
              </a:buClr>
              <a:buSzPts val="1400"/>
              <a:buFont typeface="Arial"/>
              <a:buNone/>
            </a:pPr>
            <a:r>
              <a:rPr lang="en">
                <a:solidFill>
                  <a:schemeClr val="dk1"/>
                </a:solidFill>
              </a:rPr>
              <a:t>Cloud Endpoints also supports service-to-service authentication and user authentication with Firebase, Auth0, and Google authentication.</a:t>
            </a:r>
            <a:endParaRPr>
              <a:solidFill>
                <a:schemeClr val="dk1"/>
              </a:solidFill>
            </a:endParaRPr>
          </a:p>
          <a:p>
            <a:pPr indent="0" lvl="0" marL="0" rtl="0" algn="l">
              <a:spcBef>
                <a:spcPts val="0"/>
              </a:spcBef>
              <a:spcAft>
                <a:spcPts val="0"/>
              </a:spcAft>
              <a:buClr>
                <a:srgbClr val="000000"/>
              </a:buClr>
              <a:buSzPts val="1400"/>
              <a:buFont typeface="Arial"/>
              <a:buNone/>
            </a:pPr>
            <a:r>
              <a:t/>
            </a:r>
            <a:endParaRPr>
              <a:solidFill>
                <a:schemeClr val="dk1"/>
              </a:solidFill>
            </a:endParaRPr>
          </a:p>
          <a:p>
            <a:pPr indent="0" lvl="0" marL="0" rtl="0" algn="l">
              <a:spcBef>
                <a:spcPts val="0"/>
              </a:spcBef>
              <a:spcAft>
                <a:spcPts val="0"/>
              </a:spcAft>
              <a:buClr>
                <a:srgbClr val="000000"/>
              </a:buClr>
              <a:buSzPts val="1400"/>
              <a:buFont typeface="Arial"/>
              <a:buNone/>
            </a:pPr>
            <a:r>
              <a:rPr lang="en">
                <a:solidFill>
                  <a:schemeClr val="dk1"/>
                </a:solidFill>
              </a:rPr>
              <a:t>The Extensible Service Proxy, Service Management, and Service Control together validate requests, log data, and handle high volumes of traffic</a:t>
            </a:r>
            <a:endParaRPr>
              <a:solidFill>
                <a:schemeClr val="dk1"/>
              </a:solidFill>
            </a:endParaRPr>
          </a:p>
          <a:p>
            <a:pPr indent="0" lvl="0" marL="0" rtl="0" algn="l">
              <a:spcBef>
                <a:spcPts val="0"/>
              </a:spcBef>
              <a:spcAft>
                <a:spcPts val="0"/>
              </a:spcAft>
              <a:buClr>
                <a:srgbClr val="000000"/>
              </a:buClr>
              <a:buSzPts val="1400"/>
              <a:buFont typeface="Arial"/>
              <a:buNone/>
            </a:pPr>
            <a:r>
              <a:t/>
            </a:r>
            <a:endParaRPr>
              <a:solidFill>
                <a:schemeClr val="dk1"/>
              </a:solidFill>
            </a:endParaRPr>
          </a:p>
          <a:p>
            <a:pPr indent="0" lvl="0" marL="0" rtl="0" algn="l">
              <a:spcBef>
                <a:spcPts val="0"/>
              </a:spcBef>
              <a:spcAft>
                <a:spcPts val="0"/>
              </a:spcAft>
              <a:buClr>
                <a:srgbClr val="000000"/>
              </a:buClr>
              <a:buSzPts val="1400"/>
              <a:buFont typeface="Arial"/>
              <a:buNone/>
            </a:pPr>
            <a:r>
              <a:rPr lang="en">
                <a:solidFill>
                  <a:schemeClr val="dk1"/>
                </a:solidFill>
              </a:rPr>
              <a:t>Logging and Trace allows you to view detailed logs, trace lists, and metrics related to traffic volume, latency, size of requests and responses, and errors.</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5fba849d9c_0_40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5fba849d9c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Next, we’ll see Cloud Endpoints in action through a hands-on lab.</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5ded287a7e_0_13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5ded287a7e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a:t>
            </a:r>
            <a:r>
              <a:rPr lang="en">
                <a:solidFill>
                  <a:schemeClr val="dk1"/>
                </a:solidFill>
              </a:rPr>
              <a:t>n this lab, we’ll deploy a sample API with Cloud Endpoints and view the Cloud Endpoints Activity Graphs and Logs.</a:t>
            </a:r>
            <a:endParaRPr>
              <a:solidFill>
                <a:schemeClr val="dk1"/>
              </a:solidFill>
              <a:latin typeface="Google Sans"/>
              <a:ea typeface="Google Sans"/>
              <a:cs typeface="Google Sans"/>
              <a:sym typeface="Google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5ded287a7e_0_15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5ded287a7e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By completing this lab, you’ll learn how to deploy the Cloud Endpoints configuration, deploy the API backend, send requests to the API, track API activity, and add a quota to rate-limit the API.</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89ad4c1a2b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89ad4c1a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this lab, you’ll learn about the architecture and basic functioning of APIs. This will be supplemented with hands-on practice, where you’ll configure and run Cloud Storage API methods in Google Cloud Shell. After taking this lab you’ll understand key principles of API communication, architecture, and authentication. You’ll also gain practical experience with APIs, which you can apply to future labs or projects.</a:t>
            </a:r>
            <a:endParaRPr>
              <a:solidFill>
                <a:schemeClr val="dk1"/>
              </a:solidFill>
              <a:latin typeface="Google Sans"/>
              <a:ea typeface="Google Sans"/>
              <a:cs typeface="Google Sans"/>
              <a:sym typeface="Google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89ad4c1a2b_0_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89ad4c1a2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By completing this lab, you’ll learn </a:t>
            </a:r>
            <a:r>
              <a:rPr lang="en">
                <a:solidFill>
                  <a:schemeClr val="dk1"/>
                </a:solidFill>
              </a:rPr>
              <a:t>about the architecture and basic functioning of APIs.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You’ll then create a JSON file in the Cloud Console, authenticate and authorize the Cloud Storage JSON/REST API, and then create a bucket and upload a file using the Cloud Storage JSON/REST API.</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5fba849d9c_0_4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5fba849d9c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this topic, we’ll look at </a:t>
            </a:r>
            <a:r>
              <a:rPr lang="en">
                <a:solidFill>
                  <a:schemeClr val="dk1"/>
                </a:solidFill>
              </a:rPr>
              <a:t>Apigee</a:t>
            </a:r>
            <a:r>
              <a:rPr lang="en">
                <a:solidFill>
                  <a:schemeClr val="dk1"/>
                </a:solidFill>
              </a:rPr>
              <a:t> Edge, another platform for </a:t>
            </a:r>
            <a:r>
              <a:rPr lang="en">
                <a:solidFill>
                  <a:schemeClr val="dk1"/>
                </a:solidFill>
              </a:rPr>
              <a:t>managing</a:t>
            </a:r>
            <a:r>
              <a:rPr lang="en">
                <a:solidFill>
                  <a:schemeClr val="dk1"/>
                </a:solidFill>
              </a:rPr>
              <a:t> APIs.</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5ded287a7e_0_24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5ded287a7e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Apigee Edge allows you to front your services with a proxy layer. An API proxy is your interface to developers that want to use your backend services. Rather than having them consume those services directly, they access an Edge API proxy that you create. With a proxy, you can provide value-added features such as security, rate limiting, quotas, caching and persistence, analytics, transformations, fault handling, and much more.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Many users of Apigee Edge are providing a software service to other companies, and those features come in handy. Because the backend services for Apigee Edge need not be in </a:t>
            </a:r>
            <a:r>
              <a:rPr lang="en">
                <a:solidFill>
                  <a:schemeClr val="dk1"/>
                </a:solidFill>
              </a:rPr>
              <a:t>Google Cloud</a:t>
            </a:r>
            <a:r>
              <a:rPr lang="en">
                <a:solidFill>
                  <a:schemeClr val="dk1"/>
                </a:solidFill>
              </a:rPr>
              <a:t>, engineers also often use it when they are working to take a legacy application apart. Instead of replacing a monolithic application in one risky move, they can instead use Apigee Edge to peel off its services one by one, standing up microservices to implement each in turn, until the legacy application can finally be retired.</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5fe1036d86_0_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5fe1036d8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400"/>
              <a:buFont typeface="Arial"/>
              <a:buNone/>
            </a:pPr>
            <a:r>
              <a:rPr lang="en">
                <a:solidFill>
                  <a:schemeClr val="dk1"/>
                </a:solidFill>
              </a:rPr>
              <a:t>An API gateway creates a layer of abstraction and insulates the clients from the partitioning of the application into microservices.</a:t>
            </a:r>
            <a:endParaRPr>
              <a:solidFill>
                <a:schemeClr val="dk1"/>
              </a:solidFill>
            </a:endParaRPr>
          </a:p>
          <a:p>
            <a:pPr indent="0" lvl="0" marL="0" rtl="0" algn="l">
              <a:spcBef>
                <a:spcPts val="0"/>
              </a:spcBef>
              <a:spcAft>
                <a:spcPts val="0"/>
              </a:spcAft>
              <a:buClr>
                <a:srgbClr val="000000"/>
              </a:buClr>
              <a:buSzPts val="1400"/>
              <a:buFont typeface="Arial"/>
              <a:buNone/>
            </a:pPr>
            <a:r>
              <a:t/>
            </a:r>
            <a:endParaRPr>
              <a:solidFill>
                <a:schemeClr val="dk1"/>
              </a:solidFill>
            </a:endParaRPr>
          </a:p>
          <a:p>
            <a:pPr indent="0" lvl="0" marL="0" rtl="0" algn="l">
              <a:spcBef>
                <a:spcPts val="0"/>
              </a:spcBef>
              <a:spcAft>
                <a:spcPts val="0"/>
              </a:spcAft>
              <a:buClr>
                <a:srgbClr val="000000"/>
              </a:buClr>
              <a:buSzPts val="1400"/>
              <a:buFont typeface="Arial"/>
              <a:buNone/>
            </a:pPr>
            <a:r>
              <a:rPr lang="en">
                <a:solidFill>
                  <a:schemeClr val="dk1"/>
                </a:solidFill>
              </a:rPr>
              <a:t>You can use Cloud Endpoints to implement API gateways. Additionally, the API for your application can run on backends such as App Engine, Google Kubernetes Engine, or Compute Engine.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If you have legacy applications that cannot be refactored and moved to the cloud, consider implementing APIs as a facade or adapter layer. Each consumer can then invoke these modern APIs to retrieve information from the backend instead of implementing functionality to communicate using outdated protocols and disparate interfaces.</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5fba849d9c_0_4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5fba849d9c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Next, we’ll learn about the use cases for </a:t>
            </a:r>
            <a:r>
              <a:rPr lang="en">
                <a:solidFill>
                  <a:schemeClr val="dk1"/>
                </a:solidFill>
              </a:rPr>
              <a:t>managed</a:t>
            </a:r>
            <a:r>
              <a:rPr lang="en">
                <a:solidFill>
                  <a:schemeClr val="dk1"/>
                </a:solidFill>
              </a:rPr>
              <a:t> message services.</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5fe1036d86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5fe1036d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400"/>
              <a:buFont typeface="Arial"/>
              <a:buNone/>
            </a:pPr>
            <a:r>
              <a:rPr lang="en">
                <a:solidFill>
                  <a:schemeClr val="dk1"/>
                </a:solidFill>
              </a:rPr>
              <a:t>Across industry verticals, a common scenario is that organizations have to rapidly ingest, transform, and analyze massive amounts of data. For example, a gaming application might receive and process user engagement and clickstream data. In the shipping industry, </a:t>
            </a:r>
            <a:r>
              <a:rPr lang="en">
                <a:solidFill>
                  <a:schemeClr val="dk1"/>
                </a:solidFill>
              </a:rPr>
              <a:t>IoT (</a:t>
            </a:r>
            <a:r>
              <a:rPr lang="en">
                <a:solidFill>
                  <a:schemeClr val="dk1"/>
                </a:solidFill>
              </a:rPr>
              <a:t>I</a:t>
            </a:r>
            <a:r>
              <a:rPr lang="en">
                <a:solidFill>
                  <a:schemeClr val="dk1"/>
                </a:solidFill>
              </a:rPr>
              <a:t>nternet of Things</a:t>
            </a:r>
            <a:r>
              <a:rPr lang="en">
                <a:solidFill>
                  <a:schemeClr val="dk1"/>
                </a:solidFill>
              </a:rPr>
              <a:t>) applications</a:t>
            </a:r>
            <a:r>
              <a:rPr lang="en">
                <a:solidFill>
                  <a:schemeClr val="dk1"/>
                </a:solidFill>
              </a:rPr>
              <a:t> might receive large amounts of sensor data from hundreds of sensors. Data processing applications transform the ingested data and save it in an analytics database. You can then analyze the data to provide business insights and create innovative user experiences.</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5fba849d9c_0_65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5fba849d9c_0_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400"/>
              <a:buFont typeface="Arial"/>
              <a:buNone/>
            </a:pPr>
            <a:r>
              <a:rPr lang="en">
                <a:solidFill>
                  <a:schemeClr val="dk1"/>
                </a:solidFill>
              </a:rPr>
              <a:t>Organizations often have complex business processes that require many applications to interact with each other. For example, when a user plays a song, a music streaming service must perform many operations in the background. There might be operations to: pay the record company, perform live updates to the catalog, update song recommendations, handle ad interaction events, and perform analytics on user actions. Such complex application interactions are difficult to manage with brittle point-to-point application connections. </a:t>
            </a:r>
            <a:endParaRPr>
              <a:solidFill>
                <a:schemeClr val="dk1"/>
              </a:solidFill>
              <a:highlight>
                <a:srgbClr val="FAFAFA"/>
              </a:highlight>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60e34d8703_1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60e34d870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There are many different reasons why a managed messaging system might be used.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Balancing workloads in network clusters, for example, a large queue of tasks can be efficiently distributed among multiple workers, such as Compute Engine instances.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Implementing asynchronous workflows, for example, an order processing application can place an order on a topic, from which it can be processed by one or more workers.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Distributing event notifications, for example, a service that accepts user signups can send notifications whenever a new user registers, and downstream services can subscribe to receive notifications of the event.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Refreshing distributed caches, for example, an application can publish invalidation events to update the IDs of objects that have changed.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Logging to multiple systems, for example, a Compute Engine instance can write logs to the monitoring system, to a database for later querying, and so 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Data streaming from various processes or devices, for example, a residential sensor can stream data to backend servers hosted in the cloud.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Reliability improvement, for example, a single-zone Compute Engine service can operate in additional zones by subscribing to a common topic, to recover from failures in a zone or region.</a:t>
            </a:r>
            <a:endParaRPr>
              <a:solidFill>
                <a:schemeClr val="dk1"/>
              </a:solidFill>
              <a:highlight>
                <a:srgbClr val="FAFAFA"/>
              </a:highlight>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5fba849d9c_0_42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9" name="Google Shape;739;g5fba849d9c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Pub/Sub is Google’s managed message service, and we’ll learn about this next.</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3ed27d162_1_2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33ed27d162_1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Pub/Sub is a real-time messaging service that allows you to capture data and rapidly pass massive amounts of messages between other </a:t>
            </a:r>
            <a:r>
              <a:rPr lang="en">
                <a:solidFill>
                  <a:schemeClr val="dk1"/>
                </a:solidFill>
              </a:rPr>
              <a:t>Google Cloud</a:t>
            </a:r>
            <a:r>
              <a:rPr lang="en">
                <a:solidFill>
                  <a:schemeClr val="dk1"/>
                </a:solidFill>
              </a:rPr>
              <a:t> services and other software applications. Think of it as a connector that removes the time you would typically spend managing operations.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One of the primary use cases for inter-app messaging is to ingest streaming event data. Pub/Sub provides a simple and reliable staging location for your event data on its journey towards processing, storage, and analysis. It allows you to scale without provisioning, partitioning, or load isolation worries, expand your applications and pipelines to new regions simply with global topics, enrich, deduplicate, order, aggregate, and land events using Dataflow, and mix real-time and batch processing through the durable storage of Pub/Sub.</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Pub/Sub allows you to make your events accessible through messaging middleware. Pub/Sub will reliably deliver each event to the services that must react to it. </a:t>
            </a:r>
            <a:r>
              <a:rPr lang="en">
                <a:solidFill>
                  <a:schemeClr val="dk1"/>
                </a:solidFill>
              </a:rPr>
              <a:t>Upon event publication to Pub/Sub, push subscriptions deliver the event to serverless apps running in Cloud Functions, App Engine or Cloud Run. Pull subscriptions make it available to more complex stateful services running in Google Kubernetes Engine or Dataflow, and multi-region environments operate seamlessly because of the global nature of Pub/Sub.</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Pub/Sub lets you focus on application logic, regardless of location or scale. The service is minimal and easy to start with but also eliminates the operational, scaling, compliance, and security surprises that inevitably reveal themselves in software projects. Always-on features include end-to-end encryption, IAM, and audit logging, as well as NoOps, fully automated scaling and provisioning with virtually unlimited throughput. Further features of Pub/Sub include extreme data durability and availability with synchronous cross-zone replication, as well as native client libraries in major languages and an open-service API.</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5f9139f642_0_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5f9139f64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Because Pub/Sub is positioned between applications, it’s called middleware.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For example, if an organization is hiring a new employee, the company's HR system could use Pub/Sub to notify their other business systems that a new employee has been hired, pass on relevant information, and initiate actions. Pub/Sub is often found in the "middle" of systems like this.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33ed27d162_0_4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7" name="Google Shape;787;g33ed27d162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Publisher applications can send messages to a </a:t>
            </a:r>
            <a:r>
              <a:rPr i="1" lang="en">
                <a:solidFill>
                  <a:schemeClr val="dk1"/>
                </a:solidFill>
              </a:rPr>
              <a:t>topic</a:t>
            </a:r>
            <a:r>
              <a:rPr lang="en">
                <a:solidFill>
                  <a:schemeClr val="dk1"/>
                </a:solidFill>
              </a:rPr>
              <a:t> and subscriber applications can subscribe to that </a:t>
            </a:r>
            <a:r>
              <a:rPr i="1" lang="en">
                <a:solidFill>
                  <a:schemeClr val="dk1"/>
                </a:solidFill>
              </a:rPr>
              <a:t>topic</a:t>
            </a:r>
            <a:r>
              <a:rPr lang="en">
                <a:solidFill>
                  <a:schemeClr val="dk1"/>
                </a:solidFill>
              </a:rPr>
              <a:t> to receive the message when the subscriber is ready. This can take place asynchronously.</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It’s important to understand that subscribers only receive messages from the initial publisher. </a:t>
            </a:r>
            <a:endParaRPr>
              <a:solidFill>
                <a:schemeClr val="dk1"/>
              </a:solidFill>
            </a:endParaRPr>
          </a:p>
          <a:p>
            <a:pPr indent="0" lvl="0" marL="0" rtl="0" algn="l">
              <a:lnSpc>
                <a:spcPct val="115000"/>
              </a:lnSpc>
              <a:spcBef>
                <a:spcPts val="0"/>
              </a:spcBef>
              <a:spcAft>
                <a:spcPts val="0"/>
              </a:spcAft>
              <a:buNone/>
            </a:pPr>
            <a:r>
              <a:t/>
            </a:r>
            <a:endParaRPr b="1">
              <a:solidFill>
                <a:schemeClr val="dk1"/>
              </a:solidFill>
            </a:endParaRPr>
          </a:p>
          <a:p>
            <a:pPr indent="0" lvl="0" marL="0" rtl="0" algn="l">
              <a:lnSpc>
                <a:spcPct val="115000"/>
              </a:lnSpc>
              <a:spcBef>
                <a:spcPts val="0"/>
              </a:spcBef>
              <a:spcAft>
                <a:spcPts val="0"/>
              </a:spcAft>
              <a:buNone/>
            </a:pPr>
            <a:r>
              <a:rPr lang="en">
                <a:solidFill>
                  <a:schemeClr val="dk1"/>
                </a:solidFill>
              </a:rPr>
              <a:t>It’s best practice when using Pub/Sub with </a:t>
            </a:r>
            <a:r>
              <a:rPr lang="en">
                <a:solidFill>
                  <a:schemeClr val="dk1"/>
                </a:solidFill>
              </a:rPr>
              <a:t>Google Cloud</a:t>
            </a:r>
            <a:r>
              <a:rPr lang="en">
                <a:solidFill>
                  <a:schemeClr val="dk1"/>
                </a:solidFill>
              </a:rPr>
              <a:t> tools to specify a </a:t>
            </a:r>
            <a:r>
              <a:rPr i="1" lang="en">
                <a:solidFill>
                  <a:schemeClr val="dk1"/>
                </a:solidFill>
              </a:rPr>
              <a:t>subscription</a:t>
            </a:r>
            <a:r>
              <a:rPr lang="en">
                <a:solidFill>
                  <a:schemeClr val="dk1"/>
                </a:solidFill>
              </a:rPr>
              <a:t> instead of a topic for reading.</a:t>
            </a:r>
            <a:endParaRPr b="1">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3ed27d162_1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33ed27d16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Pub/Sub acts as a buffer between sending and receiving across software applications, which makes it easier for developers to connect applications. For example, Pub/Sub can be used to guarantee the email messages get delivered swiftly to online users as well as offline users, when they come back online.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Pub/Sub can act as a shock absorber within the architecture. If there's a sudden influx of messages, Pub/Sub avoids the risk of overwhelming the consumers of those messages because it will absorb the sudden increase in messages and the consumers can continue to pull as many messages as they can handle at once.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Messages can be pushed to any secure web server, or pulled from anywhere on the Internet.</a:t>
            </a:r>
            <a:endParaRPr b="1">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3ed27d162_1_5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60" name="Google Shape;860;g33ed27d162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This topology represents a slightly more complex setup of Pub/</a:t>
            </a:r>
            <a:r>
              <a:rPr lang="en">
                <a:solidFill>
                  <a:schemeClr val="dk1"/>
                </a:solidFill>
              </a:rPr>
              <a:t>Sub</a:t>
            </a:r>
            <a:r>
              <a:rPr lang="en">
                <a:solidFill>
                  <a:schemeClr val="dk1"/>
                </a:solidFill>
              </a:rPr>
              <a:t>. Note that everything in the green box is part of the Pub/Sub managed service. You would supply the publishers and subscribers by writing applications or leveraging other managed services.</a:t>
            </a:r>
            <a:endParaRPr b="1">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5f9139f642_0_6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06" name="Google Shape;906;g5f9139f642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dk1"/>
                </a:solidFill>
              </a:rPr>
              <a:t>Within the common big data processing model, Pub/Sub is found in the Ingest phase. Let’s explore the rest of this diagram.</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a:solidFill>
                  <a:schemeClr val="dk1"/>
                </a:solidFill>
              </a:rPr>
              <a:t>The first step in processing data is capturing and bringing it into the system. Google Cloud has several tools to help with this, including Cloud </a:t>
            </a:r>
            <a:r>
              <a:rPr lang="en">
                <a:solidFill>
                  <a:schemeClr val="dk1"/>
                </a:solidFill>
              </a:rPr>
              <a:t>IoT</a:t>
            </a:r>
            <a:r>
              <a:rPr lang="en">
                <a:solidFill>
                  <a:schemeClr val="dk1"/>
                </a:solidFill>
              </a:rPr>
              <a:t> and Pub/Sub. Pub/Sub ingests event streams from anywhere, at any scale, for simple, reliable, real-time stream analytics.</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a:solidFill>
                  <a:schemeClr val="dk1"/>
                </a:solidFill>
              </a:rPr>
              <a:t>The second step is to process the data. Google Cloud tools during this stage include Dataproc and Dataflow.</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a:solidFill>
                  <a:schemeClr val="dk1"/>
                </a:solidFill>
              </a:rPr>
              <a:t>The third step is to store the data and ensure it has the right accessibility needed. Google Cloud tools in this stage include Cloud Storage, Cloud SQL, Cloud Spanner, and Cloud Bigtable.</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a:solidFill>
                  <a:schemeClr val="dk1"/>
                </a:solidFill>
              </a:rPr>
              <a:t>Finally, users are looking to analyze the data to capture insights. Google Cloud products for this stage include BigQuery, Cloud Bigtable, AI Platform, and Dataproc.</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5f9139f642_0_1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5f9139f64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There are many examples of Pub</a:t>
            </a:r>
            <a:r>
              <a:rPr lang="en">
                <a:solidFill>
                  <a:schemeClr val="dk1"/>
                </a:solidFill>
              </a:rPr>
              <a:t>/Sub working.</a:t>
            </a:r>
            <a:endParaRPr>
              <a:solidFill>
                <a:schemeClr val="dk1"/>
              </a:solidFill>
            </a:endParaRPr>
          </a:p>
          <a:p>
            <a:pPr indent="0" lvl="0" marL="0" rtl="0" algn="l">
              <a:spcBef>
                <a:spcPts val="0"/>
              </a:spcBef>
              <a:spcAft>
                <a:spcPts val="0"/>
              </a:spcAft>
              <a:buNone/>
            </a:pP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Every time your Gmail displays a new message, it’s because of a push notification to your browser or mobile device.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u</a:t>
            </a:r>
            <a:r>
              <a:rPr lang="en">
                <a:solidFill>
                  <a:schemeClr val="dk1"/>
                </a:solidFill>
              </a:rPr>
              <a:t>pdating of search results as you type is a feat of real-time indexing that depends on Pub/Sub to update caches with breaking news.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One of the most important real-time information streams for some companies is advertising revenue. They can use Pub/Sub to broadcast budgets to their entire fleet of search engines.</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g5fba849d9c_0_43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77" name="Google Shape;977;g5fba849d9c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Next, we’ll learn more about Pub/Sub though a hands-on lab.</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5ded287a7e_0_15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84" name="Google Shape;984;g5ded287a7e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this lab, we’ll publish messages with Pub/Sub using the Python client library.</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g5ded287a7e_0_16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92" name="Google Shape;992;g5ded287a7e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By completing this lab, you’ll learn the basics of Pub/Sub, create and list a Pub/Sub topic, create and list a Pub/Sub subscription, publish messages to a topic, and use a pull subscriber to output individual topic messages.</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87bbfa16e1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87bbfa16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this lab, we’ll publish messages with Pub/Sub using the Cloud Console.</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87bbfa16e1_0_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08" name="Google Shape;1008;g87bbfa16e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By completing this lab, you’ll s</a:t>
            </a:r>
            <a:r>
              <a:rPr lang="en">
                <a:solidFill>
                  <a:schemeClr val="dk1"/>
                </a:solidFill>
              </a:rPr>
              <a:t>et up a topic to hold data, subscribe to a topic to access the data, and publish and then consume messages with a pull subscriber.</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5fba849d9c_0_4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16" name="Google Shape;1016;g5fba849d9c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Finally, </a:t>
            </a:r>
            <a:r>
              <a:rPr lang="en">
                <a:solidFill>
                  <a:schemeClr val="dk1"/>
                </a:solidFill>
              </a:rPr>
              <a:t>let's</a:t>
            </a:r>
            <a:r>
              <a:rPr lang="en">
                <a:solidFill>
                  <a:schemeClr val="dk1"/>
                </a:solidFill>
              </a:rPr>
              <a:t> reinforce what you learned with a quick quiz.</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5ded287a7e_0_16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5ded287a7e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Select the option that is not a feature of Pub/Sub.</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5fba849d9c_0_8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5fba849d9c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Pub/Sub is not a messaging processing service. You write your applications to process the messages stored in Pub/Sub.</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5fba849d9c_0_85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39" name="Google Shape;1039;g5fba849d9c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Which of the following API Management Systems can be used on legacy systems?</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5fba849d9c_0_85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47" name="Google Shape;1047;g5fba849d9c_0_8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Apigee Edge is designed to be used with both cloud and legacy systems.</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5fba849d9c_0_86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5fba849d9c_0_8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What protocol is used by REST APIs?</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5fba849d9c_0_86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5fba849d9c_0_8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HTTPS is the protocol used with REST APIs.</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5fba849d9c_0_44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71" name="Google Shape;1071;g5fba849d9c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5ded287a7e_0_23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5ded287a7e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This module begun by explaining that APIs are software structures written so that they present clean, well-defined, interfaces that removes needless detail.</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Next, you discovered that using REST APIs ensures that legacy and newly created apps can communicate clearly with each other. You also found out that when designing and developing your APIs, you need to make a range of considerations that include: the interface, authorization and authentication, management and scalability, and logging and monitoring.</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The next part of the module focussed on different tools that you can use to manage your APIs. This included Cloud Endpoints, which is a distributed API management </a:t>
            </a:r>
            <a:r>
              <a:rPr lang="en">
                <a:solidFill>
                  <a:schemeClr val="dk1"/>
                </a:solidFill>
              </a:rPr>
              <a:t>system that helps you create and maintain APIs, and Apigee Edge</a:t>
            </a:r>
            <a:r>
              <a:rPr lang="en">
                <a:solidFill>
                  <a:schemeClr val="dk1"/>
                </a:solidFill>
              </a:rPr>
              <a:t>, a platform for developing and managing API proxies. It wraps around the APIs and has a business focus (i.e. rate limiting, quotas, analytics).</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5f3588b7c2_1_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5f3588b7c2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You then moved on to learning about managed messaging systems. They ingest, transform, and analyze massive amounts of data. They also orchestrate complex business processes.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Finally you learned that Pub/Sub passes messages between data gathering and processing systems. Pub/Sub is a service to help customers capture data and rapidly pass massive amounts of messages between other Google Cloud big data tools and other software applications with world-class security.</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g558285f1d5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2" name="Google Shape;1092;g558285f1d5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a - Presenter - Master title - Blue">
  <p:cSld name="CUSTOM_2_4">
    <p:spTree>
      <p:nvGrpSpPr>
        <p:cNvPr id="7" name="Shape 7"/>
        <p:cNvGrpSpPr/>
        <p:nvPr/>
      </p:nvGrpSpPr>
      <p:grpSpPr>
        <a:xfrm>
          <a:off x="0" y="0"/>
          <a:ext cx="0" cy="0"/>
          <a:chOff x="0" y="0"/>
          <a:chExt cx="0" cy="0"/>
        </a:xfrm>
      </p:grpSpPr>
      <p:pic>
        <p:nvPicPr>
          <p:cNvPr id="8" name="Google Shape;8;p2"/>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9" name="Google Shape;9;p2"/>
          <p:cNvPicPr preferRelativeResize="0"/>
          <p:nvPr/>
        </p:nvPicPr>
        <p:blipFill>
          <a:blip r:embed="rId3">
            <a:alphaModFix/>
          </a:blip>
          <a:stretch>
            <a:fillRect/>
          </a:stretch>
        </p:blipFill>
        <p:spPr>
          <a:xfrm>
            <a:off x="1887149" y="3182300"/>
            <a:ext cx="818350" cy="654675"/>
          </a:xfrm>
          <a:prstGeom prst="rect">
            <a:avLst/>
          </a:prstGeom>
          <a:noFill/>
          <a:ln>
            <a:noFill/>
          </a:ln>
        </p:spPr>
      </p:pic>
      <p:sp>
        <p:nvSpPr>
          <p:cNvPr id="10" name="Google Shape;10;p2"/>
          <p:cNvSpPr txBox="1"/>
          <p:nvPr>
            <p:ph type="title"/>
          </p:nvPr>
        </p:nvSpPr>
        <p:spPr>
          <a:xfrm>
            <a:off x="1753100" y="4201375"/>
            <a:ext cx="7206900" cy="3799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4800">
                <a:solidFill>
                  <a:schemeClr val="dk1"/>
                </a:solidFill>
                <a:latin typeface="Google Sans"/>
                <a:ea typeface="Google Sans"/>
                <a:cs typeface="Google Sans"/>
                <a:sym typeface="Google Sans"/>
              </a:defRPr>
            </a:lvl1pPr>
            <a:lvl2pPr lvl="1" rtl="0">
              <a:spcBef>
                <a:spcPts val="0"/>
              </a:spcBef>
              <a:spcAft>
                <a:spcPts val="0"/>
              </a:spcAft>
              <a:buNone/>
              <a:defRPr b="1" sz="4800">
                <a:solidFill>
                  <a:schemeClr val="dk1"/>
                </a:solidFill>
                <a:latin typeface="Google Sans"/>
                <a:ea typeface="Google Sans"/>
                <a:cs typeface="Google Sans"/>
                <a:sym typeface="Google Sans"/>
              </a:defRPr>
            </a:lvl2pPr>
            <a:lvl3pPr lvl="2" rtl="0">
              <a:spcBef>
                <a:spcPts val="0"/>
              </a:spcBef>
              <a:spcAft>
                <a:spcPts val="0"/>
              </a:spcAft>
              <a:buNone/>
              <a:defRPr b="1" sz="4800">
                <a:solidFill>
                  <a:schemeClr val="dk1"/>
                </a:solidFill>
                <a:latin typeface="Google Sans"/>
                <a:ea typeface="Google Sans"/>
                <a:cs typeface="Google Sans"/>
                <a:sym typeface="Google Sans"/>
              </a:defRPr>
            </a:lvl3pPr>
            <a:lvl4pPr lvl="3" rtl="0">
              <a:spcBef>
                <a:spcPts val="0"/>
              </a:spcBef>
              <a:spcAft>
                <a:spcPts val="0"/>
              </a:spcAft>
              <a:buNone/>
              <a:defRPr b="1" sz="4800">
                <a:solidFill>
                  <a:schemeClr val="dk1"/>
                </a:solidFill>
                <a:latin typeface="Google Sans"/>
                <a:ea typeface="Google Sans"/>
                <a:cs typeface="Google Sans"/>
                <a:sym typeface="Google Sans"/>
              </a:defRPr>
            </a:lvl4pPr>
            <a:lvl5pPr lvl="4" rtl="0">
              <a:spcBef>
                <a:spcPts val="0"/>
              </a:spcBef>
              <a:spcAft>
                <a:spcPts val="0"/>
              </a:spcAft>
              <a:buNone/>
              <a:defRPr b="1" sz="4800">
                <a:solidFill>
                  <a:schemeClr val="dk1"/>
                </a:solidFill>
                <a:latin typeface="Google Sans"/>
                <a:ea typeface="Google Sans"/>
                <a:cs typeface="Google Sans"/>
                <a:sym typeface="Google Sans"/>
              </a:defRPr>
            </a:lvl5pPr>
            <a:lvl6pPr lvl="5" rtl="0">
              <a:spcBef>
                <a:spcPts val="0"/>
              </a:spcBef>
              <a:spcAft>
                <a:spcPts val="0"/>
              </a:spcAft>
              <a:buNone/>
              <a:defRPr b="1" sz="4800">
                <a:solidFill>
                  <a:schemeClr val="dk1"/>
                </a:solidFill>
                <a:latin typeface="Google Sans"/>
                <a:ea typeface="Google Sans"/>
                <a:cs typeface="Google Sans"/>
                <a:sym typeface="Google Sans"/>
              </a:defRPr>
            </a:lvl6pPr>
            <a:lvl7pPr lvl="6" rtl="0">
              <a:spcBef>
                <a:spcPts val="0"/>
              </a:spcBef>
              <a:spcAft>
                <a:spcPts val="0"/>
              </a:spcAft>
              <a:buNone/>
              <a:defRPr b="1" sz="4800">
                <a:solidFill>
                  <a:schemeClr val="dk1"/>
                </a:solidFill>
                <a:latin typeface="Google Sans"/>
                <a:ea typeface="Google Sans"/>
                <a:cs typeface="Google Sans"/>
                <a:sym typeface="Google Sans"/>
              </a:defRPr>
            </a:lvl7pPr>
            <a:lvl8pPr lvl="7" rtl="0">
              <a:spcBef>
                <a:spcPts val="0"/>
              </a:spcBef>
              <a:spcAft>
                <a:spcPts val="0"/>
              </a:spcAft>
              <a:buNone/>
              <a:defRPr b="1" sz="4800">
                <a:solidFill>
                  <a:schemeClr val="dk1"/>
                </a:solidFill>
                <a:latin typeface="Google Sans"/>
                <a:ea typeface="Google Sans"/>
                <a:cs typeface="Google Sans"/>
                <a:sym typeface="Google Sans"/>
              </a:defRPr>
            </a:lvl8pPr>
            <a:lvl9pPr lvl="8" rtl="0">
              <a:spcBef>
                <a:spcPts val="0"/>
              </a:spcBef>
              <a:spcAft>
                <a:spcPts val="0"/>
              </a:spcAft>
              <a:buNone/>
              <a:defRPr b="1" sz="4800">
                <a:solidFill>
                  <a:schemeClr val="dk1"/>
                </a:solidFill>
                <a:latin typeface="Google Sans"/>
                <a:ea typeface="Google Sans"/>
                <a:cs typeface="Google Sans"/>
                <a:sym typeface="Google Sans"/>
              </a:defRPr>
            </a:lvl9pPr>
          </a:lstStyle>
          <a:p/>
        </p:txBody>
      </p:sp>
      <p:sp>
        <p:nvSpPr>
          <p:cNvPr id="11" name="Google Shape;11;p2"/>
          <p:cNvSpPr txBox="1"/>
          <p:nvPr>
            <p:ph idx="1" type="subTitle"/>
          </p:nvPr>
        </p:nvSpPr>
        <p:spPr>
          <a:xfrm>
            <a:off x="1753100" y="8001175"/>
            <a:ext cx="7428900" cy="777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2" name="Google Shape;12;p2"/>
          <p:cNvSpPr txBox="1"/>
          <p:nvPr>
            <p:ph idx="2" type="subTitle"/>
          </p:nvPr>
        </p:nvSpPr>
        <p:spPr>
          <a:xfrm>
            <a:off x="1795700" y="8564800"/>
            <a:ext cx="8174700" cy="654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None/>
              <a:defRPr sz="2800">
                <a:solidFill>
                  <a:schemeClr val="lt1"/>
                </a:solidFill>
                <a:latin typeface="Google Sans"/>
                <a:ea typeface="Google Sans"/>
                <a:cs typeface="Google Sans"/>
                <a:sym typeface="Google Sans"/>
              </a:defRPr>
            </a:lvl1pPr>
            <a:lvl2pPr lvl="1">
              <a:spcBef>
                <a:spcPts val="0"/>
              </a:spcBef>
              <a:spcAft>
                <a:spcPts val="0"/>
              </a:spcAft>
              <a:buNone/>
              <a:defRPr sz="2800">
                <a:solidFill>
                  <a:schemeClr val="lt1"/>
                </a:solidFill>
                <a:latin typeface="Google Sans"/>
                <a:ea typeface="Google Sans"/>
                <a:cs typeface="Google Sans"/>
                <a:sym typeface="Google Sans"/>
              </a:defRPr>
            </a:lvl2pPr>
            <a:lvl3pPr lvl="2">
              <a:spcBef>
                <a:spcPts val="0"/>
              </a:spcBef>
              <a:spcAft>
                <a:spcPts val="0"/>
              </a:spcAft>
              <a:buNone/>
              <a:defRPr sz="2800">
                <a:solidFill>
                  <a:schemeClr val="lt1"/>
                </a:solidFill>
                <a:latin typeface="Google Sans"/>
                <a:ea typeface="Google Sans"/>
                <a:cs typeface="Google Sans"/>
                <a:sym typeface="Google Sans"/>
              </a:defRPr>
            </a:lvl3pPr>
            <a:lvl4pPr lvl="3">
              <a:spcBef>
                <a:spcPts val="0"/>
              </a:spcBef>
              <a:spcAft>
                <a:spcPts val="0"/>
              </a:spcAft>
              <a:buNone/>
              <a:defRPr sz="2800">
                <a:solidFill>
                  <a:schemeClr val="lt1"/>
                </a:solidFill>
                <a:latin typeface="Google Sans"/>
                <a:ea typeface="Google Sans"/>
                <a:cs typeface="Google Sans"/>
                <a:sym typeface="Google Sans"/>
              </a:defRPr>
            </a:lvl4pPr>
            <a:lvl5pPr lvl="4">
              <a:spcBef>
                <a:spcPts val="0"/>
              </a:spcBef>
              <a:spcAft>
                <a:spcPts val="0"/>
              </a:spcAft>
              <a:buNone/>
              <a:defRPr sz="2800">
                <a:solidFill>
                  <a:schemeClr val="lt1"/>
                </a:solidFill>
                <a:latin typeface="Google Sans"/>
                <a:ea typeface="Google Sans"/>
                <a:cs typeface="Google Sans"/>
                <a:sym typeface="Google Sans"/>
              </a:defRPr>
            </a:lvl5pPr>
            <a:lvl6pPr lvl="5">
              <a:spcBef>
                <a:spcPts val="0"/>
              </a:spcBef>
              <a:spcAft>
                <a:spcPts val="0"/>
              </a:spcAft>
              <a:buNone/>
              <a:defRPr sz="2800">
                <a:solidFill>
                  <a:schemeClr val="lt1"/>
                </a:solidFill>
                <a:latin typeface="Google Sans"/>
                <a:ea typeface="Google Sans"/>
                <a:cs typeface="Google Sans"/>
                <a:sym typeface="Google Sans"/>
              </a:defRPr>
            </a:lvl6pPr>
            <a:lvl7pPr lvl="6">
              <a:spcBef>
                <a:spcPts val="0"/>
              </a:spcBef>
              <a:spcAft>
                <a:spcPts val="0"/>
              </a:spcAft>
              <a:buNone/>
              <a:defRPr sz="2800">
                <a:solidFill>
                  <a:schemeClr val="lt1"/>
                </a:solidFill>
                <a:latin typeface="Google Sans"/>
                <a:ea typeface="Google Sans"/>
                <a:cs typeface="Google Sans"/>
                <a:sym typeface="Google Sans"/>
              </a:defRPr>
            </a:lvl7pPr>
            <a:lvl8pPr lvl="7">
              <a:spcBef>
                <a:spcPts val="0"/>
              </a:spcBef>
              <a:spcAft>
                <a:spcPts val="0"/>
              </a:spcAft>
              <a:buNone/>
              <a:defRPr sz="2800">
                <a:solidFill>
                  <a:schemeClr val="lt1"/>
                </a:solidFill>
                <a:latin typeface="Google Sans"/>
                <a:ea typeface="Google Sans"/>
                <a:cs typeface="Google Sans"/>
                <a:sym typeface="Google Sans"/>
              </a:defRPr>
            </a:lvl8pPr>
            <a:lvl9pPr lvl="8">
              <a:spcBef>
                <a:spcPts val="0"/>
              </a:spcBef>
              <a:spcAft>
                <a:spcPts val="0"/>
              </a:spcAft>
              <a:buNone/>
              <a:defRPr sz="2800">
                <a:solidFill>
                  <a:schemeClr val="lt1"/>
                </a:solidFill>
                <a:latin typeface="Google Sans"/>
                <a:ea typeface="Google Sans"/>
                <a:cs typeface="Google Sans"/>
                <a:sym typeface="Google Sans"/>
              </a:defRPr>
            </a:lvl9pPr>
          </a:lstStyle>
          <a:p/>
        </p:txBody>
      </p:sp>
      <p:sp>
        <p:nvSpPr>
          <p:cNvPr id="13" name="Google Shape;13;p2"/>
          <p:cNvSpPr/>
          <p:nvPr/>
        </p:nvSpPr>
        <p:spPr>
          <a:xfrm>
            <a:off x="835075" y="9269250"/>
            <a:ext cx="2978400" cy="528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b - Presenter - Master title - Yellow">
  <p:cSld name="CUSTOM_2_4_1">
    <p:spTree>
      <p:nvGrpSpPr>
        <p:cNvPr id="14" name="Shape 14"/>
        <p:cNvGrpSpPr/>
        <p:nvPr/>
      </p:nvGrpSpPr>
      <p:grpSpPr>
        <a:xfrm>
          <a:off x="0" y="0"/>
          <a:ext cx="0" cy="0"/>
          <a:chOff x="0" y="0"/>
          <a:chExt cx="0" cy="0"/>
        </a:xfrm>
      </p:grpSpPr>
      <p:pic>
        <p:nvPicPr>
          <p:cNvPr id="15" name="Google Shape;15;p3"/>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16" name="Google Shape;16;p3"/>
          <p:cNvPicPr preferRelativeResize="0"/>
          <p:nvPr/>
        </p:nvPicPr>
        <p:blipFill>
          <a:blip r:embed="rId3">
            <a:alphaModFix/>
          </a:blip>
          <a:stretch>
            <a:fillRect/>
          </a:stretch>
        </p:blipFill>
        <p:spPr>
          <a:xfrm>
            <a:off x="1887149" y="3182300"/>
            <a:ext cx="818350" cy="654675"/>
          </a:xfrm>
          <a:prstGeom prst="rect">
            <a:avLst/>
          </a:prstGeom>
          <a:noFill/>
          <a:ln>
            <a:noFill/>
          </a:ln>
        </p:spPr>
      </p:pic>
      <p:sp>
        <p:nvSpPr>
          <p:cNvPr id="17" name="Google Shape;17;p3"/>
          <p:cNvSpPr txBox="1"/>
          <p:nvPr>
            <p:ph type="title"/>
          </p:nvPr>
        </p:nvSpPr>
        <p:spPr>
          <a:xfrm>
            <a:off x="1753100" y="4201375"/>
            <a:ext cx="7206900" cy="3799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4800">
                <a:solidFill>
                  <a:schemeClr val="dk1"/>
                </a:solidFill>
                <a:latin typeface="Google Sans"/>
                <a:ea typeface="Google Sans"/>
                <a:cs typeface="Google Sans"/>
                <a:sym typeface="Google Sans"/>
              </a:defRPr>
            </a:lvl1pPr>
            <a:lvl2pPr lvl="1" rtl="0">
              <a:spcBef>
                <a:spcPts val="0"/>
              </a:spcBef>
              <a:spcAft>
                <a:spcPts val="0"/>
              </a:spcAft>
              <a:buNone/>
              <a:defRPr b="1" sz="4800">
                <a:solidFill>
                  <a:schemeClr val="dk1"/>
                </a:solidFill>
                <a:latin typeface="Google Sans"/>
                <a:ea typeface="Google Sans"/>
                <a:cs typeface="Google Sans"/>
                <a:sym typeface="Google Sans"/>
              </a:defRPr>
            </a:lvl2pPr>
            <a:lvl3pPr lvl="2" rtl="0">
              <a:spcBef>
                <a:spcPts val="0"/>
              </a:spcBef>
              <a:spcAft>
                <a:spcPts val="0"/>
              </a:spcAft>
              <a:buNone/>
              <a:defRPr b="1" sz="4800">
                <a:solidFill>
                  <a:schemeClr val="dk1"/>
                </a:solidFill>
                <a:latin typeface="Google Sans"/>
                <a:ea typeface="Google Sans"/>
                <a:cs typeface="Google Sans"/>
                <a:sym typeface="Google Sans"/>
              </a:defRPr>
            </a:lvl3pPr>
            <a:lvl4pPr lvl="3" rtl="0">
              <a:spcBef>
                <a:spcPts val="0"/>
              </a:spcBef>
              <a:spcAft>
                <a:spcPts val="0"/>
              </a:spcAft>
              <a:buNone/>
              <a:defRPr b="1" sz="4800">
                <a:solidFill>
                  <a:schemeClr val="dk1"/>
                </a:solidFill>
                <a:latin typeface="Google Sans"/>
                <a:ea typeface="Google Sans"/>
                <a:cs typeface="Google Sans"/>
                <a:sym typeface="Google Sans"/>
              </a:defRPr>
            </a:lvl4pPr>
            <a:lvl5pPr lvl="4" rtl="0">
              <a:spcBef>
                <a:spcPts val="0"/>
              </a:spcBef>
              <a:spcAft>
                <a:spcPts val="0"/>
              </a:spcAft>
              <a:buNone/>
              <a:defRPr b="1" sz="4800">
                <a:solidFill>
                  <a:schemeClr val="dk1"/>
                </a:solidFill>
                <a:latin typeface="Google Sans"/>
                <a:ea typeface="Google Sans"/>
                <a:cs typeface="Google Sans"/>
                <a:sym typeface="Google Sans"/>
              </a:defRPr>
            </a:lvl5pPr>
            <a:lvl6pPr lvl="5" rtl="0">
              <a:spcBef>
                <a:spcPts val="0"/>
              </a:spcBef>
              <a:spcAft>
                <a:spcPts val="0"/>
              </a:spcAft>
              <a:buNone/>
              <a:defRPr b="1" sz="4800">
                <a:solidFill>
                  <a:schemeClr val="dk1"/>
                </a:solidFill>
                <a:latin typeface="Google Sans"/>
                <a:ea typeface="Google Sans"/>
                <a:cs typeface="Google Sans"/>
                <a:sym typeface="Google Sans"/>
              </a:defRPr>
            </a:lvl6pPr>
            <a:lvl7pPr lvl="6" rtl="0">
              <a:spcBef>
                <a:spcPts val="0"/>
              </a:spcBef>
              <a:spcAft>
                <a:spcPts val="0"/>
              </a:spcAft>
              <a:buNone/>
              <a:defRPr b="1" sz="4800">
                <a:solidFill>
                  <a:schemeClr val="dk1"/>
                </a:solidFill>
                <a:latin typeface="Google Sans"/>
                <a:ea typeface="Google Sans"/>
                <a:cs typeface="Google Sans"/>
                <a:sym typeface="Google Sans"/>
              </a:defRPr>
            </a:lvl7pPr>
            <a:lvl8pPr lvl="7" rtl="0">
              <a:spcBef>
                <a:spcPts val="0"/>
              </a:spcBef>
              <a:spcAft>
                <a:spcPts val="0"/>
              </a:spcAft>
              <a:buNone/>
              <a:defRPr b="1" sz="4800">
                <a:solidFill>
                  <a:schemeClr val="dk1"/>
                </a:solidFill>
                <a:latin typeface="Google Sans"/>
                <a:ea typeface="Google Sans"/>
                <a:cs typeface="Google Sans"/>
                <a:sym typeface="Google Sans"/>
              </a:defRPr>
            </a:lvl8pPr>
            <a:lvl9pPr lvl="8" rtl="0">
              <a:spcBef>
                <a:spcPts val="0"/>
              </a:spcBef>
              <a:spcAft>
                <a:spcPts val="0"/>
              </a:spcAft>
              <a:buNone/>
              <a:defRPr b="1" sz="4800">
                <a:solidFill>
                  <a:schemeClr val="dk1"/>
                </a:solidFill>
                <a:latin typeface="Google Sans"/>
                <a:ea typeface="Google Sans"/>
                <a:cs typeface="Google Sans"/>
                <a:sym typeface="Google Sans"/>
              </a:defRPr>
            </a:lvl9pPr>
          </a:lstStyle>
          <a:p/>
        </p:txBody>
      </p:sp>
      <p:sp>
        <p:nvSpPr>
          <p:cNvPr id="18" name="Google Shape;18;p3"/>
          <p:cNvSpPr txBox="1"/>
          <p:nvPr>
            <p:ph idx="1" type="subTitle"/>
          </p:nvPr>
        </p:nvSpPr>
        <p:spPr>
          <a:xfrm>
            <a:off x="1753100" y="8001175"/>
            <a:ext cx="7428900" cy="777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9" name="Google Shape;19;p3"/>
          <p:cNvSpPr txBox="1"/>
          <p:nvPr>
            <p:ph idx="2" type="subTitle"/>
          </p:nvPr>
        </p:nvSpPr>
        <p:spPr>
          <a:xfrm>
            <a:off x="1795700" y="8564800"/>
            <a:ext cx="8174700" cy="654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2800">
                <a:solidFill>
                  <a:schemeClr val="lt1"/>
                </a:solidFill>
                <a:latin typeface="Google Sans"/>
                <a:ea typeface="Google Sans"/>
                <a:cs typeface="Google Sans"/>
                <a:sym typeface="Google Sans"/>
              </a:defRPr>
            </a:lvl1pPr>
            <a:lvl2pPr lvl="1" rtl="0">
              <a:spcBef>
                <a:spcPts val="0"/>
              </a:spcBef>
              <a:spcAft>
                <a:spcPts val="0"/>
              </a:spcAft>
              <a:buNone/>
              <a:defRPr sz="2800">
                <a:solidFill>
                  <a:schemeClr val="lt1"/>
                </a:solidFill>
                <a:latin typeface="Google Sans"/>
                <a:ea typeface="Google Sans"/>
                <a:cs typeface="Google Sans"/>
                <a:sym typeface="Google Sans"/>
              </a:defRPr>
            </a:lvl2pPr>
            <a:lvl3pPr lvl="2" rtl="0">
              <a:spcBef>
                <a:spcPts val="0"/>
              </a:spcBef>
              <a:spcAft>
                <a:spcPts val="0"/>
              </a:spcAft>
              <a:buNone/>
              <a:defRPr sz="2800">
                <a:solidFill>
                  <a:schemeClr val="lt1"/>
                </a:solidFill>
                <a:latin typeface="Google Sans"/>
                <a:ea typeface="Google Sans"/>
                <a:cs typeface="Google Sans"/>
                <a:sym typeface="Google Sans"/>
              </a:defRPr>
            </a:lvl3pPr>
            <a:lvl4pPr lvl="3" rtl="0">
              <a:spcBef>
                <a:spcPts val="0"/>
              </a:spcBef>
              <a:spcAft>
                <a:spcPts val="0"/>
              </a:spcAft>
              <a:buNone/>
              <a:defRPr sz="2800">
                <a:solidFill>
                  <a:schemeClr val="lt1"/>
                </a:solidFill>
                <a:latin typeface="Google Sans"/>
                <a:ea typeface="Google Sans"/>
                <a:cs typeface="Google Sans"/>
                <a:sym typeface="Google Sans"/>
              </a:defRPr>
            </a:lvl4pPr>
            <a:lvl5pPr lvl="4" rtl="0">
              <a:spcBef>
                <a:spcPts val="0"/>
              </a:spcBef>
              <a:spcAft>
                <a:spcPts val="0"/>
              </a:spcAft>
              <a:buNone/>
              <a:defRPr sz="2800">
                <a:solidFill>
                  <a:schemeClr val="lt1"/>
                </a:solidFill>
                <a:latin typeface="Google Sans"/>
                <a:ea typeface="Google Sans"/>
                <a:cs typeface="Google Sans"/>
                <a:sym typeface="Google Sans"/>
              </a:defRPr>
            </a:lvl5pPr>
            <a:lvl6pPr lvl="5" rtl="0">
              <a:spcBef>
                <a:spcPts val="0"/>
              </a:spcBef>
              <a:spcAft>
                <a:spcPts val="0"/>
              </a:spcAft>
              <a:buNone/>
              <a:defRPr sz="2800">
                <a:solidFill>
                  <a:schemeClr val="lt1"/>
                </a:solidFill>
                <a:latin typeface="Google Sans"/>
                <a:ea typeface="Google Sans"/>
                <a:cs typeface="Google Sans"/>
                <a:sym typeface="Google Sans"/>
              </a:defRPr>
            </a:lvl6pPr>
            <a:lvl7pPr lvl="6" rtl="0">
              <a:spcBef>
                <a:spcPts val="0"/>
              </a:spcBef>
              <a:spcAft>
                <a:spcPts val="0"/>
              </a:spcAft>
              <a:buNone/>
              <a:defRPr sz="2800">
                <a:solidFill>
                  <a:schemeClr val="lt1"/>
                </a:solidFill>
                <a:latin typeface="Google Sans"/>
                <a:ea typeface="Google Sans"/>
                <a:cs typeface="Google Sans"/>
                <a:sym typeface="Google Sans"/>
              </a:defRPr>
            </a:lvl7pPr>
            <a:lvl8pPr lvl="7" rtl="0">
              <a:spcBef>
                <a:spcPts val="0"/>
              </a:spcBef>
              <a:spcAft>
                <a:spcPts val="0"/>
              </a:spcAft>
              <a:buNone/>
              <a:defRPr sz="2800">
                <a:solidFill>
                  <a:schemeClr val="lt1"/>
                </a:solidFill>
                <a:latin typeface="Google Sans"/>
                <a:ea typeface="Google Sans"/>
                <a:cs typeface="Google Sans"/>
                <a:sym typeface="Google Sans"/>
              </a:defRPr>
            </a:lvl8pPr>
            <a:lvl9pPr lvl="8" rtl="0">
              <a:spcBef>
                <a:spcPts val="0"/>
              </a:spcBef>
              <a:spcAft>
                <a:spcPts val="0"/>
              </a:spcAft>
              <a:buNone/>
              <a:defRPr sz="2800">
                <a:solidFill>
                  <a:schemeClr val="lt1"/>
                </a:solidFill>
                <a:latin typeface="Google Sans"/>
                <a:ea typeface="Google Sans"/>
                <a:cs typeface="Google Sans"/>
                <a:sym typeface="Google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c - Presenter - Master title - Green">
  <p:cSld name="CUSTOM_2_4_1_3">
    <p:spTree>
      <p:nvGrpSpPr>
        <p:cNvPr id="20" name="Shape 20"/>
        <p:cNvGrpSpPr/>
        <p:nvPr/>
      </p:nvGrpSpPr>
      <p:grpSpPr>
        <a:xfrm>
          <a:off x="0" y="0"/>
          <a:ext cx="0" cy="0"/>
          <a:chOff x="0" y="0"/>
          <a:chExt cx="0" cy="0"/>
        </a:xfrm>
      </p:grpSpPr>
      <p:pic>
        <p:nvPicPr>
          <p:cNvPr id="21" name="Google Shape;21;p4"/>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22" name="Google Shape;22;p4"/>
          <p:cNvPicPr preferRelativeResize="0"/>
          <p:nvPr/>
        </p:nvPicPr>
        <p:blipFill>
          <a:blip r:embed="rId3">
            <a:alphaModFix/>
          </a:blip>
          <a:stretch>
            <a:fillRect/>
          </a:stretch>
        </p:blipFill>
        <p:spPr>
          <a:xfrm>
            <a:off x="1887149" y="3182300"/>
            <a:ext cx="818350" cy="654675"/>
          </a:xfrm>
          <a:prstGeom prst="rect">
            <a:avLst/>
          </a:prstGeom>
          <a:noFill/>
          <a:ln>
            <a:noFill/>
          </a:ln>
        </p:spPr>
      </p:pic>
      <p:sp>
        <p:nvSpPr>
          <p:cNvPr id="23" name="Google Shape;23;p4"/>
          <p:cNvSpPr txBox="1"/>
          <p:nvPr>
            <p:ph type="title"/>
          </p:nvPr>
        </p:nvSpPr>
        <p:spPr>
          <a:xfrm>
            <a:off x="1753100" y="4201375"/>
            <a:ext cx="7206900" cy="3799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4800">
                <a:solidFill>
                  <a:schemeClr val="dk1"/>
                </a:solidFill>
                <a:latin typeface="Google Sans"/>
                <a:ea typeface="Google Sans"/>
                <a:cs typeface="Google Sans"/>
                <a:sym typeface="Google Sans"/>
              </a:defRPr>
            </a:lvl1pPr>
            <a:lvl2pPr lvl="1" rtl="0">
              <a:spcBef>
                <a:spcPts val="0"/>
              </a:spcBef>
              <a:spcAft>
                <a:spcPts val="0"/>
              </a:spcAft>
              <a:buNone/>
              <a:defRPr b="1" sz="4800">
                <a:solidFill>
                  <a:schemeClr val="dk1"/>
                </a:solidFill>
                <a:latin typeface="Google Sans"/>
                <a:ea typeface="Google Sans"/>
                <a:cs typeface="Google Sans"/>
                <a:sym typeface="Google Sans"/>
              </a:defRPr>
            </a:lvl2pPr>
            <a:lvl3pPr lvl="2" rtl="0">
              <a:spcBef>
                <a:spcPts val="0"/>
              </a:spcBef>
              <a:spcAft>
                <a:spcPts val="0"/>
              </a:spcAft>
              <a:buNone/>
              <a:defRPr b="1" sz="4800">
                <a:solidFill>
                  <a:schemeClr val="dk1"/>
                </a:solidFill>
                <a:latin typeface="Google Sans"/>
                <a:ea typeface="Google Sans"/>
                <a:cs typeface="Google Sans"/>
                <a:sym typeface="Google Sans"/>
              </a:defRPr>
            </a:lvl3pPr>
            <a:lvl4pPr lvl="3" rtl="0">
              <a:spcBef>
                <a:spcPts val="0"/>
              </a:spcBef>
              <a:spcAft>
                <a:spcPts val="0"/>
              </a:spcAft>
              <a:buNone/>
              <a:defRPr b="1" sz="4800">
                <a:solidFill>
                  <a:schemeClr val="dk1"/>
                </a:solidFill>
                <a:latin typeface="Google Sans"/>
                <a:ea typeface="Google Sans"/>
                <a:cs typeface="Google Sans"/>
                <a:sym typeface="Google Sans"/>
              </a:defRPr>
            </a:lvl4pPr>
            <a:lvl5pPr lvl="4" rtl="0">
              <a:spcBef>
                <a:spcPts val="0"/>
              </a:spcBef>
              <a:spcAft>
                <a:spcPts val="0"/>
              </a:spcAft>
              <a:buNone/>
              <a:defRPr b="1" sz="4800">
                <a:solidFill>
                  <a:schemeClr val="dk1"/>
                </a:solidFill>
                <a:latin typeface="Google Sans"/>
                <a:ea typeface="Google Sans"/>
                <a:cs typeface="Google Sans"/>
                <a:sym typeface="Google Sans"/>
              </a:defRPr>
            </a:lvl5pPr>
            <a:lvl6pPr lvl="5" rtl="0">
              <a:spcBef>
                <a:spcPts val="0"/>
              </a:spcBef>
              <a:spcAft>
                <a:spcPts val="0"/>
              </a:spcAft>
              <a:buNone/>
              <a:defRPr b="1" sz="4800">
                <a:solidFill>
                  <a:schemeClr val="dk1"/>
                </a:solidFill>
                <a:latin typeface="Google Sans"/>
                <a:ea typeface="Google Sans"/>
                <a:cs typeface="Google Sans"/>
                <a:sym typeface="Google Sans"/>
              </a:defRPr>
            </a:lvl6pPr>
            <a:lvl7pPr lvl="6" rtl="0">
              <a:spcBef>
                <a:spcPts val="0"/>
              </a:spcBef>
              <a:spcAft>
                <a:spcPts val="0"/>
              </a:spcAft>
              <a:buNone/>
              <a:defRPr b="1" sz="4800">
                <a:solidFill>
                  <a:schemeClr val="dk1"/>
                </a:solidFill>
                <a:latin typeface="Google Sans"/>
                <a:ea typeface="Google Sans"/>
                <a:cs typeface="Google Sans"/>
                <a:sym typeface="Google Sans"/>
              </a:defRPr>
            </a:lvl7pPr>
            <a:lvl8pPr lvl="7" rtl="0">
              <a:spcBef>
                <a:spcPts val="0"/>
              </a:spcBef>
              <a:spcAft>
                <a:spcPts val="0"/>
              </a:spcAft>
              <a:buNone/>
              <a:defRPr b="1" sz="4800">
                <a:solidFill>
                  <a:schemeClr val="dk1"/>
                </a:solidFill>
                <a:latin typeface="Google Sans"/>
                <a:ea typeface="Google Sans"/>
                <a:cs typeface="Google Sans"/>
                <a:sym typeface="Google Sans"/>
              </a:defRPr>
            </a:lvl8pPr>
            <a:lvl9pPr lvl="8" rtl="0">
              <a:spcBef>
                <a:spcPts val="0"/>
              </a:spcBef>
              <a:spcAft>
                <a:spcPts val="0"/>
              </a:spcAft>
              <a:buNone/>
              <a:defRPr b="1" sz="4800">
                <a:solidFill>
                  <a:schemeClr val="dk1"/>
                </a:solidFill>
                <a:latin typeface="Google Sans"/>
                <a:ea typeface="Google Sans"/>
                <a:cs typeface="Google Sans"/>
                <a:sym typeface="Google Sans"/>
              </a:defRPr>
            </a:lvl9pPr>
          </a:lstStyle>
          <a:p/>
        </p:txBody>
      </p:sp>
      <p:sp>
        <p:nvSpPr>
          <p:cNvPr id="24" name="Google Shape;24;p4"/>
          <p:cNvSpPr txBox="1"/>
          <p:nvPr>
            <p:ph idx="1" type="subTitle"/>
          </p:nvPr>
        </p:nvSpPr>
        <p:spPr>
          <a:xfrm>
            <a:off x="1753100" y="8001175"/>
            <a:ext cx="7428900" cy="777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25" name="Google Shape;25;p4"/>
          <p:cNvSpPr txBox="1"/>
          <p:nvPr>
            <p:ph idx="2" type="subTitle"/>
          </p:nvPr>
        </p:nvSpPr>
        <p:spPr>
          <a:xfrm>
            <a:off x="1795700" y="8564800"/>
            <a:ext cx="8174700" cy="654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2800">
                <a:solidFill>
                  <a:schemeClr val="lt1"/>
                </a:solidFill>
                <a:latin typeface="Google Sans"/>
                <a:ea typeface="Google Sans"/>
                <a:cs typeface="Google Sans"/>
                <a:sym typeface="Google Sans"/>
              </a:defRPr>
            </a:lvl1pPr>
            <a:lvl2pPr lvl="1" rtl="0">
              <a:spcBef>
                <a:spcPts val="0"/>
              </a:spcBef>
              <a:spcAft>
                <a:spcPts val="0"/>
              </a:spcAft>
              <a:buNone/>
              <a:defRPr sz="2800">
                <a:solidFill>
                  <a:schemeClr val="lt1"/>
                </a:solidFill>
                <a:latin typeface="Google Sans"/>
                <a:ea typeface="Google Sans"/>
                <a:cs typeface="Google Sans"/>
                <a:sym typeface="Google Sans"/>
              </a:defRPr>
            </a:lvl2pPr>
            <a:lvl3pPr lvl="2" rtl="0">
              <a:spcBef>
                <a:spcPts val="0"/>
              </a:spcBef>
              <a:spcAft>
                <a:spcPts val="0"/>
              </a:spcAft>
              <a:buNone/>
              <a:defRPr sz="2800">
                <a:solidFill>
                  <a:schemeClr val="lt1"/>
                </a:solidFill>
                <a:latin typeface="Google Sans"/>
                <a:ea typeface="Google Sans"/>
                <a:cs typeface="Google Sans"/>
                <a:sym typeface="Google Sans"/>
              </a:defRPr>
            </a:lvl3pPr>
            <a:lvl4pPr lvl="3" rtl="0">
              <a:spcBef>
                <a:spcPts val="0"/>
              </a:spcBef>
              <a:spcAft>
                <a:spcPts val="0"/>
              </a:spcAft>
              <a:buNone/>
              <a:defRPr sz="2800">
                <a:solidFill>
                  <a:schemeClr val="lt1"/>
                </a:solidFill>
                <a:latin typeface="Google Sans"/>
                <a:ea typeface="Google Sans"/>
                <a:cs typeface="Google Sans"/>
                <a:sym typeface="Google Sans"/>
              </a:defRPr>
            </a:lvl4pPr>
            <a:lvl5pPr lvl="4" rtl="0">
              <a:spcBef>
                <a:spcPts val="0"/>
              </a:spcBef>
              <a:spcAft>
                <a:spcPts val="0"/>
              </a:spcAft>
              <a:buNone/>
              <a:defRPr sz="2800">
                <a:solidFill>
                  <a:schemeClr val="lt1"/>
                </a:solidFill>
                <a:latin typeface="Google Sans"/>
                <a:ea typeface="Google Sans"/>
                <a:cs typeface="Google Sans"/>
                <a:sym typeface="Google Sans"/>
              </a:defRPr>
            </a:lvl5pPr>
            <a:lvl6pPr lvl="5" rtl="0">
              <a:spcBef>
                <a:spcPts val="0"/>
              </a:spcBef>
              <a:spcAft>
                <a:spcPts val="0"/>
              </a:spcAft>
              <a:buNone/>
              <a:defRPr sz="2800">
                <a:solidFill>
                  <a:schemeClr val="lt1"/>
                </a:solidFill>
                <a:latin typeface="Google Sans"/>
                <a:ea typeface="Google Sans"/>
                <a:cs typeface="Google Sans"/>
                <a:sym typeface="Google Sans"/>
              </a:defRPr>
            </a:lvl6pPr>
            <a:lvl7pPr lvl="6" rtl="0">
              <a:spcBef>
                <a:spcPts val="0"/>
              </a:spcBef>
              <a:spcAft>
                <a:spcPts val="0"/>
              </a:spcAft>
              <a:buNone/>
              <a:defRPr sz="2800">
                <a:solidFill>
                  <a:schemeClr val="lt1"/>
                </a:solidFill>
                <a:latin typeface="Google Sans"/>
                <a:ea typeface="Google Sans"/>
                <a:cs typeface="Google Sans"/>
                <a:sym typeface="Google Sans"/>
              </a:defRPr>
            </a:lvl7pPr>
            <a:lvl8pPr lvl="7" rtl="0">
              <a:spcBef>
                <a:spcPts val="0"/>
              </a:spcBef>
              <a:spcAft>
                <a:spcPts val="0"/>
              </a:spcAft>
              <a:buNone/>
              <a:defRPr sz="2800">
                <a:solidFill>
                  <a:schemeClr val="lt1"/>
                </a:solidFill>
                <a:latin typeface="Google Sans"/>
                <a:ea typeface="Google Sans"/>
                <a:cs typeface="Google Sans"/>
                <a:sym typeface="Google Sans"/>
              </a:defRPr>
            </a:lvl8pPr>
            <a:lvl9pPr lvl="8" rtl="0">
              <a:spcBef>
                <a:spcPts val="0"/>
              </a:spcBef>
              <a:spcAft>
                <a:spcPts val="0"/>
              </a:spcAft>
              <a:buNone/>
              <a:defRPr sz="2800">
                <a:solidFill>
                  <a:schemeClr val="lt1"/>
                </a:solidFill>
                <a:latin typeface="Google Sans"/>
                <a:ea typeface="Google Sans"/>
                <a:cs typeface="Google Sans"/>
                <a:sym typeface="Google Sans"/>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a - Demo/Lab Solution - Presenter - Blue">
  <p:cSld name="CUSTOM_2_4_1_1_1">
    <p:spTree>
      <p:nvGrpSpPr>
        <p:cNvPr id="26" name="Shape 26"/>
        <p:cNvGrpSpPr/>
        <p:nvPr/>
      </p:nvGrpSpPr>
      <p:grpSpPr>
        <a:xfrm>
          <a:off x="0" y="0"/>
          <a:ext cx="0" cy="0"/>
          <a:chOff x="0" y="0"/>
          <a:chExt cx="0" cy="0"/>
        </a:xfrm>
      </p:grpSpPr>
      <p:sp>
        <p:nvSpPr>
          <p:cNvPr id="27" name="Google Shape;27;p5"/>
          <p:cNvSpPr/>
          <p:nvPr/>
        </p:nvSpPr>
        <p:spPr>
          <a:xfrm>
            <a:off x="0" y="0"/>
            <a:ext cx="18288000" cy="10296600"/>
          </a:xfrm>
          <a:prstGeom prst="rect">
            <a:avLst/>
          </a:prstGeom>
          <a:solidFill>
            <a:schemeClr val="accent3"/>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28" name="Google Shape;28;p5"/>
          <p:cNvPicPr preferRelativeResize="0"/>
          <p:nvPr/>
        </p:nvPicPr>
        <p:blipFill>
          <a:blip r:embed="rId2">
            <a:alphaModFix/>
          </a:blip>
          <a:stretch>
            <a:fillRect/>
          </a:stretch>
        </p:blipFill>
        <p:spPr>
          <a:xfrm>
            <a:off x="1" y="0"/>
            <a:ext cx="18288000" cy="10287000"/>
          </a:xfrm>
          <a:prstGeom prst="rect">
            <a:avLst/>
          </a:prstGeom>
          <a:noFill/>
          <a:ln>
            <a:noFill/>
          </a:ln>
        </p:spPr>
      </p:pic>
      <p:sp>
        <p:nvSpPr>
          <p:cNvPr id="29" name="Google Shape;29;p5"/>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rgbClr val="FFFFFF"/>
                </a:solidFill>
                <a:latin typeface="Google Sans"/>
                <a:ea typeface="Google Sans"/>
                <a:cs typeface="Google Sans"/>
                <a:sym typeface="Google Sans"/>
              </a:defRPr>
            </a:lvl1pPr>
            <a:lvl2pPr lvl="1" rtl="0">
              <a:spcBef>
                <a:spcPts val="0"/>
              </a:spcBef>
              <a:spcAft>
                <a:spcPts val="0"/>
              </a:spcAft>
              <a:buNone/>
              <a:defRPr sz="3600">
                <a:solidFill>
                  <a:srgbClr val="FFFFFF"/>
                </a:solidFill>
                <a:latin typeface="Google Sans"/>
                <a:ea typeface="Google Sans"/>
                <a:cs typeface="Google Sans"/>
                <a:sym typeface="Google Sans"/>
              </a:defRPr>
            </a:lvl2pPr>
            <a:lvl3pPr lvl="2" rtl="0">
              <a:spcBef>
                <a:spcPts val="0"/>
              </a:spcBef>
              <a:spcAft>
                <a:spcPts val="0"/>
              </a:spcAft>
              <a:buNone/>
              <a:defRPr sz="3600">
                <a:solidFill>
                  <a:srgbClr val="FFFFFF"/>
                </a:solidFill>
                <a:latin typeface="Google Sans"/>
                <a:ea typeface="Google Sans"/>
                <a:cs typeface="Google Sans"/>
                <a:sym typeface="Google Sans"/>
              </a:defRPr>
            </a:lvl3pPr>
            <a:lvl4pPr lvl="3" rtl="0">
              <a:spcBef>
                <a:spcPts val="0"/>
              </a:spcBef>
              <a:spcAft>
                <a:spcPts val="0"/>
              </a:spcAft>
              <a:buNone/>
              <a:defRPr sz="3600">
                <a:solidFill>
                  <a:srgbClr val="FFFFFF"/>
                </a:solidFill>
                <a:latin typeface="Google Sans"/>
                <a:ea typeface="Google Sans"/>
                <a:cs typeface="Google Sans"/>
                <a:sym typeface="Google Sans"/>
              </a:defRPr>
            </a:lvl4pPr>
            <a:lvl5pPr lvl="4" rtl="0">
              <a:spcBef>
                <a:spcPts val="0"/>
              </a:spcBef>
              <a:spcAft>
                <a:spcPts val="0"/>
              </a:spcAft>
              <a:buNone/>
              <a:defRPr sz="3600">
                <a:solidFill>
                  <a:srgbClr val="FFFFFF"/>
                </a:solidFill>
                <a:latin typeface="Google Sans"/>
                <a:ea typeface="Google Sans"/>
                <a:cs typeface="Google Sans"/>
                <a:sym typeface="Google Sans"/>
              </a:defRPr>
            </a:lvl5pPr>
            <a:lvl6pPr lvl="5" rtl="0">
              <a:spcBef>
                <a:spcPts val="0"/>
              </a:spcBef>
              <a:spcAft>
                <a:spcPts val="0"/>
              </a:spcAft>
              <a:buNone/>
              <a:defRPr sz="3600">
                <a:solidFill>
                  <a:srgbClr val="FFFFFF"/>
                </a:solidFill>
                <a:latin typeface="Google Sans"/>
                <a:ea typeface="Google Sans"/>
                <a:cs typeface="Google Sans"/>
                <a:sym typeface="Google Sans"/>
              </a:defRPr>
            </a:lvl6pPr>
            <a:lvl7pPr lvl="6" rtl="0">
              <a:spcBef>
                <a:spcPts val="0"/>
              </a:spcBef>
              <a:spcAft>
                <a:spcPts val="0"/>
              </a:spcAft>
              <a:buNone/>
              <a:defRPr sz="3600">
                <a:solidFill>
                  <a:srgbClr val="FFFFFF"/>
                </a:solidFill>
                <a:latin typeface="Google Sans"/>
                <a:ea typeface="Google Sans"/>
                <a:cs typeface="Google Sans"/>
                <a:sym typeface="Google Sans"/>
              </a:defRPr>
            </a:lvl7pPr>
            <a:lvl8pPr lvl="7" rtl="0">
              <a:spcBef>
                <a:spcPts val="0"/>
              </a:spcBef>
              <a:spcAft>
                <a:spcPts val="0"/>
              </a:spcAft>
              <a:buNone/>
              <a:defRPr sz="3600">
                <a:solidFill>
                  <a:srgbClr val="FFFFFF"/>
                </a:solidFill>
                <a:latin typeface="Google Sans"/>
                <a:ea typeface="Google Sans"/>
                <a:cs typeface="Google Sans"/>
                <a:sym typeface="Google Sans"/>
              </a:defRPr>
            </a:lvl8pPr>
            <a:lvl9pPr lvl="8" rtl="0">
              <a:spcBef>
                <a:spcPts val="0"/>
              </a:spcBef>
              <a:spcAft>
                <a:spcPts val="0"/>
              </a:spcAft>
              <a:buNone/>
              <a:defRPr sz="3600">
                <a:solidFill>
                  <a:srgbClr val="FFFFFF"/>
                </a:solidFill>
                <a:latin typeface="Google Sans"/>
                <a:ea typeface="Google Sans"/>
                <a:cs typeface="Google Sans"/>
                <a:sym typeface="Google Sans"/>
              </a:defRPr>
            </a:lvl9pPr>
          </a:lstStyle>
          <a:p/>
        </p:txBody>
      </p:sp>
      <p:sp>
        <p:nvSpPr>
          <p:cNvPr id="30" name="Google Shape;30;p5"/>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31" name="Google Shape;31;p5"/>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rgbClr val="FFFFFF"/>
                </a:solidFill>
                <a:latin typeface="Google Sans"/>
                <a:ea typeface="Google Sans"/>
                <a:cs typeface="Google Sans"/>
                <a:sym typeface="Google Sans"/>
              </a:defRPr>
            </a:lvl1pPr>
            <a:lvl2pPr lvl="1" rtl="0">
              <a:spcBef>
                <a:spcPts val="0"/>
              </a:spcBef>
              <a:spcAft>
                <a:spcPts val="0"/>
              </a:spcAft>
              <a:buNone/>
              <a:defRPr sz="6000">
                <a:solidFill>
                  <a:srgbClr val="FFFFFF"/>
                </a:solidFill>
                <a:latin typeface="Google Sans"/>
                <a:ea typeface="Google Sans"/>
                <a:cs typeface="Google Sans"/>
                <a:sym typeface="Google Sans"/>
              </a:defRPr>
            </a:lvl2pPr>
            <a:lvl3pPr lvl="2" rtl="0">
              <a:spcBef>
                <a:spcPts val="0"/>
              </a:spcBef>
              <a:spcAft>
                <a:spcPts val="0"/>
              </a:spcAft>
              <a:buNone/>
              <a:defRPr sz="6000">
                <a:solidFill>
                  <a:srgbClr val="FFFFFF"/>
                </a:solidFill>
                <a:latin typeface="Google Sans"/>
                <a:ea typeface="Google Sans"/>
                <a:cs typeface="Google Sans"/>
                <a:sym typeface="Google Sans"/>
              </a:defRPr>
            </a:lvl3pPr>
            <a:lvl4pPr lvl="3" rtl="0">
              <a:spcBef>
                <a:spcPts val="0"/>
              </a:spcBef>
              <a:spcAft>
                <a:spcPts val="0"/>
              </a:spcAft>
              <a:buNone/>
              <a:defRPr sz="6000">
                <a:solidFill>
                  <a:srgbClr val="FFFFFF"/>
                </a:solidFill>
                <a:latin typeface="Google Sans"/>
                <a:ea typeface="Google Sans"/>
                <a:cs typeface="Google Sans"/>
                <a:sym typeface="Google Sans"/>
              </a:defRPr>
            </a:lvl4pPr>
            <a:lvl5pPr lvl="4" rtl="0">
              <a:spcBef>
                <a:spcPts val="0"/>
              </a:spcBef>
              <a:spcAft>
                <a:spcPts val="0"/>
              </a:spcAft>
              <a:buNone/>
              <a:defRPr sz="6000">
                <a:solidFill>
                  <a:srgbClr val="FFFFFF"/>
                </a:solidFill>
                <a:latin typeface="Google Sans"/>
                <a:ea typeface="Google Sans"/>
                <a:cs typeface="Google Sans"/>
                <a:sym typeface="Google Sans"/>
              </a:defRPr>
            </a:lvl5pPr>
            <a:lvl6pPr lvl="5" rtl="0">
              <a:spcBef>
                <a:spcPts val="0"/>
              </a:spcBef>
              <a:spcAft>
                <a:spcPts val="0"/>
              </a:spcAft>
              <a:buNone/>
              <a:defRPr sz="6000">
                <a:solidFill>
                  <a:srgbClr val="FFFFFF"/>
                </a:solidFill>
                <a:latin typeface="Google Sans"/>
                <a:ea typeface="Google Sans"/>
                <a:cs typeface="Google Sans"/>
                <a:sym typeface="Google Sans"/>
              </a:defRPr>
            </a:lvl6pPr>
            <a:lvl7pPr lvl="6" rtl="0">
              <a:spcBef>
                <a:spcPts val="0"/>
              </a:spcBef>
              <a:spcAft>
                <a:spcPts val="0"/>
              </a:spcAft>
              <a:buNone/>
              <a:defRPr sz="6000">
                <a:solidFill>
                  <a:srgbClr val="FFFFFF"/>
                </a:solidFill>
                <a:latin typeface="Google Sans"/>
                <a:ea typeface="Google Sans"/>
                <a:cs typeface="Google Sans"/>
                <a:sym typeface="Google Sans"/>
              </a:defRPr>
            </a:lvl7pPr>
            <a:lvl8pPr lvl="7" rtl="0">
              <a:spcBef>
                <a:spcPts val="0"/>
              </a:spcBef>
              <a:spcAft>
                <a:spcPts val="0"/>
              </a:spcAft>
              <a:buNone/>
              <a:defRPr sz="6000">
                <a:solidFill>
                  <a:srgbClr val="FFFFFF"/>
                </a:solidFill>
                <a:latin typeface="Google Sans"/>
                <a:ea typeface="Google Sans"/>
                <a:cs typeface="Google Sans"/>
                <a:sym typeface="Google Sans"/>
              </a:defRPr>
            </a:lvl8pPr>
            <a:lvl9pPr lvl="8" rtl="0">
              <a:spcBef>
                <a:spcPts val="0"/>
              </a:spcBef>
              <a:spcAft>
                <a:spcPts val="0"/>
              </a:spcAft>
              <a:buNone/>
              <a:defRPr sz="6000">
                <a:solidFill>
                  <a:srgbClr val="FFFFFF"/>
                </a:solidFill>
                <a:latin typeface="Google Sans"/>
                <a:ea typeface="Google Sans"/>
                <a:cs typeface="Google Sans"/>
                <a:sym typeface="Google Sans"/>
              </a:defRPr>
            </a:lvl9pPr>
          </a:lstStyle>
          <a:p/>
        </p:txBody>
      </p:sp>
      <p:cxnSp>
        <p:nvCxnSpPr>
          <p:cNvPr id="32" name="Google Shape;32;p5"/>
          <p:cNvCxnSpPr/>
          <p:nvPr/>
        </p:nvCxnSpPr>
        <p:spPr>
          <a:xfrm>
            <a:off x="1743427" y="4011224"/>
            <a:ext cx="857400" cy="0"/>
          </a:xfrm>
          <a:prstGeom prst="straightConnector1">
            <a:avLst/>
          </a:prstGeom>
          <a:noFill/>
          <a:ln cap="flat" cmpd="sng" w="38100">
            <a:solidFill>
              <a:srgbClr val="FFFFFF"/>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b - Demo/Lab Solution - Presenter  - Yellow">
  <p:cSld name="CUSTOM_2_4_1_1_1_3">
    <p:spTree>
      <p:nvGrpSpPr>
        <p:cNvPr id="33" name="Shape 33"/>
        <p:cNvGrpSpPr/>
        <p:nvPr/>
      </p:nvGrpSpPr>
      <p:grpSpPr>
        <a:xfrm>
          <a:off x="0" y="0"/>
          <a:ext cx="0" cy="0"/>
          <a:chOff x="0" y="0"/>
          <a:chExt cx="0" cy="0"/>
        </a:xfrm>
      </p:grpSpPr>
      <p:sp>
        <p:nvSpPr>
          <p:cNvPr id="34" name="Google Shape;34;p6"/>
          <p:cNvSpPr/>
          <p:nvPr/>
        </p:nvSpPr>
        <p:spPr>
          <a:xfrm>
            <a:off x="0" y="0"/>
            <a:ext cx="18288000" cy="10296600"/>
          </a:xfrm>
          <a:prstGeom prst="rect">
            <a:avLst/>
          </a:prstGeom>
          <a:solidFill>
            <a:schemeClr val="accent5"/>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35" name="Google Shape;35;p6"/>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36" name="Google Shape;36;p6"/>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rgbClr val="FFFFFF"/>
                </a:solidFill>
                <a:latin typeface="Google Sans"/>
                <a:ea typeface="Google Sans"/>
                <a:cs typeface="Google Sans"/>
                <a:sym typeface="Google Sans"/>
              </a:defRPr>
            </a:lvl1pPr>
            <a:lvl2pPr lvl="1" rtl="0">
              <a:spcBef>
                <a:spcPts val="0"/>
              </a:spcBef>
              <a:spcAft>
                <a:spcPts val="0"/>
              </a:spcAft>
              <a:buNone/>
              <a:defRPr sz="3600">
                <a:solidFill>
                  <a:srgbClr val="FFFFFF"/>
                </a:solidFill>
                <a:latin typeface="Google Sans"/>
                <a:ea typeface="Google Sans"/>
                <a:cs typeface="Google Sans"/>
                <a:sym typeface="Google Sans"/>
              </a:defRPr>
            </a:lvl2pPr>
            <a:lvl3pPr lvl="2" rtl="0">
              <a:spcBef>
                <a:spcPts val="0"/>
              </a:spcBef>
              <a:spcAft>
                <a:spcPts val="0"/>
              </a:spcAft>
              <a:buNone/>
              <a:defRPr sz="3600">
                <a:solidFill>
                  <a:srgbClr val="FFFFFF"/>
                </a:solidFill>
                <a:latin typeface="Google Sans"/>
                <a:ea typeface="Google Sans"/>
                <a:cs typeface="Google Sans"/>
                <a:sym typeface="Google Sans"/>
              </a:defRPr>
            </a:lvl3pPr>
            <a:lvl4pPr lvl="3" rtl="0">
              <a:spcBef>
                <a:spcPts val="0"/>
              </a:spcBef>
              <a:spcAft>
                <a:spcPts val="0"/>
              </a:spcAft>
              <a:buNone/>
              <a:defRPr sz="3600">
                <a:solidFill>
                  <a:srgbClr val="FFFFFF"/>
                </a:solidFill>
                <a:latin typeface="Google Sans"/>
                <a:ea typeface="Google Sans"/>
                <a:cs typeface="Google Sans"/>
                <a:sym typeface="Google Sans"/>
              </a:defRPr>
            </a:lvl4pPr>
            <a:lvl5pPr lvl="4" rtl="0">
              <a:spcBef>
                <a:spcPts val="0"/>
              </a:spcBef>
              <a:spcAft>
                <a:spcPts val="0"/>
              </a:spcAft>
              <a:buNone/>
              <a:defRPr sz="3600">
                <a:solidFill>
                  <a:srgbClr val="FFFFFF"/>
                </a:solidFill>
                <a:latin typeface="Google Sans"/>
                <a:ea typeface="Google Sans"/>
                <a:cs typeface="Google Sans"/>
                <a:sym typeface="Google Sans"/>
              </a:defRPr>
            </a:lvl5pPr>
            <a:lvl6pPr lvl="5" rtl="0">
              <a:spcBef>
                <a:spcPts val="0"/>
              </a:spcBef>
              <a:spcAft>
                <a:spcPts val="0"/>
              </a:spcAft>
              <a:buNone/>
              <a:defRPr sz="3600">
                <a:solidFill>
                  <a:srgbClr val="FFFFFF"/>
                </a:solidFill>
                <a:latin typeface="Google Sans"/>
                <a:ea typeface="Google Sans"/>
                <a:cs typeface="Google Sans"/>
                <a:sym typeface="Google Sans"/>
              </a:defRPr>
            </a:lvl6pPr>
            <a:lvl7pPr lvl="6" rtl="0">
              <a:spcBef>
                <a:spcPts val="0"/>
              </a:spcBef>
              <a:spcAft>
                <a:spcPts val="0"/>
              </a:spcAft>
              <a:buNone/>
              <a:defRPr sz="3600">
                <a:solidFill>
                  <a:srgbClr val="FFFFFF"/>
                </a:solidFill>
                <a:latin typeface="Google Sans"/>
                <a:ea typeface="Google Sans"/>
                <a:cs typeface="Google Sans"/>
                <a:sym typeface="Google Sans"/>
              </a:defRPr>
            </a:lvl7pPr>
            <a:lvl8pPr lvl="7" rtl="0">
              <a:spcBef>
                <a:spcPts val="0"/>
              </a:spcBef>
              <a:spcAft>
                <a:spcPts val="0"/>
              </a:spcAft>
              <a:buNone/>
              <a:defRPr sz="3600">
                <a:solidFill>
                  <a:srgbClr val="FFFFFF"/>
                </a:solidFill>
                <a:latin typeface="Google Sans"/>
                <a:ea typeface="Google Sans"/>
                <a:cs typeface="Google Sans"/>
                <a:sym typeface="Google Sans"/>
              </a:defRPr>
            </a:lvl8pPr>
            <a:lvl9pPr lvl="8" rtl="0">
              <a:spcBef>
                <a:spcPts val="0"/>
              </a:spcBef>
              <a:spcAft>
                <a:spcPts val="0"/>
              </a:spcAft>
              <a:buNone/>
              <a:defRPr sz="3600">
                <a:solidFill>
                  <a:srgbClr val="FFFFFF"/>
                </a:solidFill>
                <a:latin typeface="Google Sans"/>
                <a:ea typeface="Google Sans"/>
                <a:cs typeface="Google Sans"/>
                <a:sym typeface="Google Sans"/>
              </a:defRPr>
            </a:lvl9pPr>
          </a:lstStyle>
          <a:p/>
        </p:txBody>
      </p:sp>
      <p:sp>
        <p:nvSpPr>
          <p:cNvPr id="37" name="Google Shape;37;p6"/>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38" name="Google Shape;38;p6"/>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rgbClr val="FFFFFF"/>
                </a:solidFill>
                <a:latin typeface="Google Sans"/>
                <a:ea typeface="Google Sans"/>
                <a:cs typeface="Google Sans"/>
                <a:sym typeface="Google Sans"/>
              </a:defRPr>
            </a:lvl1pPr>
            <a:lvl2pPr lvl="1" rtl="0">
              <a:spcBef>
                <a:spcPts val="0"/>
              </a:spcBef>
              <a:spcAft>
                <a:spcPts val="0"/>
              </a:spcAft>
              <a:buNone/>
              <a:defRPr sz="6000">
                <a:solidFill>
                  <a:srgbClr val="FFFFFF"/>
                </a:solidFill>
                <a:latin typeface="Google Sans"/>
                <a:ea typeface="Google Sans"/>
                <a:cs typeface="Google Sans"/>
                <a:sym typeface="Google Sans"/>
              </a:defRPr>
            </a:lvl2pPr>
            <a:lvl3pPr lvl="2" rtl="0">
              <a:spcBef>
                <a:spcPts val="0"/>
              </a:spcBef>
              <a:spcAft>
                <a:spcPts val="0"/>
              </a:spcAft>
              <a:buNone/>
              <a:defRPr sz="6000">
                <a:solidFill>
                  <a:srgbClr val="FFFFFF"/>
                </a:solidFill>
                <a:latin typeface="Google Sans"/>
                <a:ea typeface="Google Sans"/>
                <a:cs typeface="Google Sans"/>
                <a:sym typeface="Google Sans"/>
              </a:defRPr>
            </a:lvl3pPr>
            <a:lvl4pPr lvl="3" rtl="0">
              <a:spcBef>
                <a:spcPts val="0"/>
              </a:spcBef>
              <a:spcAft>
                <a:spcPts val="0"/>
              </a:spcAft>
              <a:buNone/>
              <a:defRPr sz="6000">
                <a:solidFill>
                  <a:srgbClr val="FFFFFF"/>
                </a:solidFill>
                <a:latin typeface="Google Sans"/>
                <a:ea typeface="Google Sans"/>
                <a:cs typeface="Google Sans"/>
                <a:sym typeface="Google Sans"/>
              </a:defRPr>
            </a:lvl4pPr>
            <a:lvl5pPr lvl="4" rtl="0">
              <a:spcBef>
                <a:spcPts val="0"/>
              </a:spcBef>
              <a:spcAft>
                <a:spcPts val="0"/>
              </a:spcAft>
              <a:buNone/>
              <a:defRPr sz="6000">
                <a:solidFill>
                  <a:srgbClr val="FFFFFF"/>
                </a:solidFill>
                <a:latin typeface="Google Sans"/>
                <a:ea typeface="Google Sans"/>
                <a:cs typeface="Google Sans"/>
                <a:sym typeface="Google Sans"/>
              </a:defRPr>
            </a:lvl5pPr>
            <a:lvl6pPr lvl="5" rtl="0">
              <a:spcBef>
                <a:spcPts val="0"/>
              </a:spcBef>
              <a:spcAft>
                <a:spcPts val="0"/>
              </a:spcAft>
              <a:buNone/>
              <a:defRPr sz="6000">
                <a:solidFill>
                  <a:srgbClr val="FFFFFF"/>
                </a:solidFill>
                <a:latin typeface="Google Sans"/>
                <a:ea typeface="Google Sans"/>
                <a:cs typeface="Google Sans"/>
                <a:sym typeface="Google Sans"/>
              </a:defRPr>
            </a:lvl6pPr>
            <a:lvl7pPr lvl="6" rtl="0">
              <a:spcBef>
                <a:spcPts val="0"/>
              </a:spcBef>
              <a:spcAft>
                <a:spcPts val="0"/>
              </a:spcAft>
              <a:buNone/>
              <a:defRPr sz="6000">
                <a:solidFill>
                  <a:srgbClr val="FFFFFF"/>
                </a:solidFill>
                <a:latin typeface="Google Sans"/>
                <a:ea typeface="Google Sans"/>
                <a:cs typeface="Google Sans"/>
                <a:sym typeface="Google Sans"/>
              </a:defRPr>
            </a:lvl7pPr>
            <a:lvl8pPr lvl="7" rtl="0">
              <a:spcBef>
                <a:spcPts val="0"/>
              </a:spcBef>
              <a:spcAft>
                <a:spcPts val="0"/>
              </a:spcAft>
              <a:buNone/>
              <a:defRPr sz="6000">
                <a:solidFill>
                  <a:srgbClr val="FFFFFF"/>
                </a:solidFill>
                <a:latin typeface="Google Sans"/>
                <a:ea typeface="Google Sans"/>
                <a:cs typeface="Google Sans"/>
                <a:sym typeface="Google Sans"/>
              </a:defRPr>
            </a:lvl8pPr>
            <a:lvl9pPr lvl="8" rtl="0">
              <a:spcBef>
                <a:spcPts val="0"/>
              </a:spcBef>
              <a:spcAft>
                <a:spcPts val="0"/>
              </a:spcAft>
              <a:buNone/>
              <a:defRPr sz="6000">
                <a:solidFill>
                  <a:srgbClr val="FFFFFF"/>
                </a:solidFill>
                <a:latin typeface="Google Sans"/>
                <a:ea typeface="Google Sans"/>
                <a:cs typeface="Google Sans"/>
                <a:sym typeface="Google Sans"/>
              </a:defRPr>
            </a:lvl9pPr>
          </a:lstStyle>
          <a:p/>
        </p:txBody>
      </p:sp>
      <p:cxnSp>
        <p:nvCxnSpPr>
          <p:cNvPr id="39" name="Google Shape;39;p6"/>
          <p:cNvCxnSpPr/>
          <p:nvPr/>
        </p:nvCxnSpPr>
        <p:spPr>
          <a:xfrm>
            <a:off x="1743427" y="4011224"/>
            <a:ext cx="857400" cy="0"/>
          </a:xfrm>
          <a:prstGeom prst="straightConnector1">
            <a:avLst/>
          </a:prstGeom>
          <a:noFill/>
          <a:ln cap="flat" cmpd="sng" w="38100">
            <a:solidFill>
              <a:srgbClr val="FFFFFF"/>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c - Demo/Lab Solution - Presenter - Green">
  <p:cSld name="CUSTOM_2_4_1_1_1_3_1">
    <p:spTree>
      <p:nvGrpSpPr>
        <p:cNvPr id="40" name="Shape 40"/>
        <p:cNvGrpSpPr/>
        <p:nvPr/>
      </p:nvGrpSpPr>
      <p:grpSpPr>
        <a:xfrm>
          <a:off x="0" y="0"/>
          <a:ext cx="0" cy="0"/>
          <a:chOff x="0" y="0"/>
          <a:chExt cx="0" cy="0"/>
        </a:xfrm>
      </p:grpSpPr>
      <p:sp>
        <p:nvSpPr>
          <p:cNvPr id="41" name="Google Shape;41;p7"/>
          <p:cNvSpPr/>
          <p:nvPr/>
        </p:nvSpPr>
        <p:spPr>
          <a:xfrm>
            <a:off x="0" y="0"/>
            <a:ext cx="18288000" cy="10296600"/>
          </a:xfrm>
          <a:prstGeom prst="rect">
            <a:avLst/>
          </a:prstGeom>
          <a:solidFill>
            <a:schemeClr val="accent6"/>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42" name="Google Shape;42;p7"/>
          <p:cNvPicPr preferRelativeResize="0"/>
          <p:nvPr/>
        </p:nvPicPr>
        <p:blipFill>
          <a:blip r:embed="rId2">
            <a:alphaModFix/>
          </a:blip>
          <a:stretch>
            <a:fillRect/>
          </a:stretch>
        </p:blipFill>
        <p:spPr>
          <a:xfrm>
            <a:off x="0" y="4800"/>
            <a:ext cx="18288000" cy="10287000"/>
          </a:xfrm>
          <a:prstGeom prst="rect">
            <a:avLst/>
          </a:prstGeom>
          <a:noFill/>
          <a:ln>
            <a:noFill/>
          </a:ln>
        </p:spPr>
      </p:pic>
      <p:sp>
        <p:nvSpPr>
          <p:cNvPr id="43" name="Google Shape;43;p7"/>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rgbClr val="FFFFFF"/>
                </a:solidFill>
                <a:latin typeface="Google Sans"/>
                <a:ea typeface="Google Sans"/>
                <a:cs typeface="Google Sans"/>
                <a:sym typeface="Google Sans"/>
              </a:defRPr>
            </a:lvl1pPr>
            <a:lvl2pPr lvl="1" rtl="0">
              <a:spcBef>
                <a:spcPts val="0"/>
              </a:spcBef>
              <a:spcAft>
                <a:spcPts val="0"/>
              </a:spcAft>
              <a:buNone/>
              <a:defRPr sz="3600">
                <a:solidFill>
                  <a:srgbClr val="FFFFFF"/>
                </a:solidFill>
                <a:latin typeface="Google Sans"/>
                <a:ea typeface="Google Sans"/>
                <a:cs typeface="Google Sans"/>
                <a:sym typeface="Google Sans"/>
              </a:defRPr>
            </a:lvl2pPr>
            <a:lvl3pPr lvl="2" rtl="0">
              <a:spcBef>
                <a:spcPts val="0"/>
              </a:spcBef>
              <a:spcAft>
                <a:spcPts val="0"/>
              </a:spcAft>
              <a:buNone/>
              <a:defRPr sz="3600">
                <a:solidFill>
                  <a:srgbClr val="FFFFFF"/>
                </a:solidFill>
                <a:latin typeface="Google Sans"/>
                <a:ea typeface="Google Sans"/>
                <a:cs typeface="Google Sans"/>
                <a:sym typeface="Google Sans"/>
              </a:defRPr>
            </a:lvl3pPr>
            <a:lvl4pPr lvl="3" rtl="0">
              <a:spcBef>
                <a:spcPts val="0"/>
              </a:spcBef>
              <a:spcAft>
                <a:spcPts val="0"/>
              </a:spcAft>
              <a:buNone/>
              <a:defRPr sz="3600">
                <a:solidFill>
                  <a:srgbClr val="FFFFFF"/>
                </a:solidFill>
                <a:latin typeface="Google Sans"/>
                <a:ea typeface="Google Sans"/>
                <a:cs typeface="Google Sans"/>
                <a:sym typeface="Google Sans"/>
              </a:defRPr>
            </a:lvl4pPr>
            <a:lvl5pPr lvl="4" rtl="0">
              <a:spcBef>
                <a:spcPts val="0"/>
              </a:spcBef>
              <a:spcAft>
                <a:spcPts val="0"/>
              </a:spcAft>
              <a:buNone/>
              <a:defRPr sz="3600">
                <a:solidFill>
                  <a:srgbClr val="FFFFFF"/>
                </a:solidFill>
                <a:latin typeface="Google Sans"/>
                <a:ea typeface="Google Sans"/>
                <a:cs typeface="Google Sans"/>
                <a:sym typeface="Google Sans"/>
              </a:defRPr>
            </a:lvl5pPr>
            <a:lvl6pPr lvl="5" rtl="0">
              <a:spcBef>
                <a:spcPts val="0"/>
              </a:spcBef>
              <a:spcAft>
                <a:spcPts val="0"/>
              </a:spcAft>
              <a:buNone/>
              <a:defRPr sz="3600">
                <a:solidFill>
                  <a:srgbClr val="FFFFFF"/>
                </a:solidFill>
                <a:latin typeface="Google Sans"/>
                <a:ea typeface="Google Sans"/>
                <a:cs typeface="Google Sans"/>
                <a:sym typeface="Google Sans"/>
              </a:defRPr>
            </a:lvl6pPr>
            <a:lvl7pPr lvl="6" rtl="0">
              <a:spcBef>
                <a:spcPts val="0"/>
              </a:spcBef>
              <a:spcAft>
                <a:spcPts val="0"/>
              </a:spcAft>
              <a:buNone/>
              <a:defRPr sz="3600">
                <a:solidFill>
                  <a:srgbClr val="FFFFFF"/>
                </a:solidFill>
                <a:latin typeface="Google Sans"/>
                <a:ea typeface="Google Sans"/>
                <a:cs typeface="Google Sans"/>
                <a:sym typeface="Google Sans"/>
              </a:defRPr>
            </a:lvl7pPr>
            <a:lvl8pPr lvl="7" rtl="0">
              <a:spcBef>
                <a:spcPts val="0"/>
              </a:spcBef>
              <a:spcAft>
                <a:spcPts val="0"/>
              </a:spcAft>
              <a:buNone/>
              <a:defRPr sz="3600">
                <a:solidFill>
                  <a:srgbClr val="FFFFFF"/>
                </a:solidFill>
                <a:latin typeface="Google Sans"/>
                <a:ea typeface="Google Sans"/>
                <a:cs typeface="Google Sans"/>
                <a:sym typeface="Google Sans"/>
              </a:defRPr>
            </a:lvl8pPr>
            <a:lvl9pPr lvl="8" rtl="0">
              <a:spcBef>
                <a:spcPts val="0"/>
              </a:spcBef>
              <a:spcAft>
                <a:spcPts val="0"/>
              </a:spcAft>
              <a:buNone/>
              <a:defRPr sz="3600">
                <a:solidFill>
                  <a:srgbClr val="FFFFFF"/>
                </a:solidFill>
                <a:latin typeface="Google Sans"/>
                <a:ea typeface="Google Sans"/>
                <a:cs typeface="Google Sans"/>
                <a:sym typeface="Google Sans"/>
              </a:defRPr>
            </a:lvl9pPr>
          </a:lstStyle>
          <a:p/>
        </p:txBody>
      </p:sp>
      <p:sp>
        <p:nvSpPr>
          <p:cNvPr id="44" name="Google Shape;44;p7"/>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45" name="Google Shape;45;p7"/>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rgbClr val="FFFFFF"/>
                </a:solidFill>
                <a:latin typeface="Google Sans"/>
                <a:ea typeface="Google Sans"/>
                <a:cs typeface="Google Sans"/>
                <a:sym typeface="Google Sans"/>
              </a:defRPr>
            </a:lvl1pPr>
            <a:lvl2pPr lvl="1" rtl="0">
              <a:spcBef>
                <a:spcPts val="0"/>
              </a:spcBef>
              <a:spcAft>
                <a:spcPts val="0"/>
              </a:spcAft>
              <a:buNone/>
              <a:defRPr sz="6000">
                <a:solidFill>
                  <a:srgbClr val="FFFFFF"/>
                </a:solidFill>
                <a:latin typeface="Google Sans"/>
                <a:ea typeface="Google Sans"/>
                <a:cs typeface="Google Sans"/>
                <a:sym typeface="Google Sans"/>
              </a:defRPr>
            </a:lvl2pPr>
            <a:lvl3pPr lvl="2" rtl="0">
              <a:spcBef>
                <a:spcPts val="0"/>
              </a:spcBef>
              <a:spcAft>
                <a:spcPts val="0"/>
              </a:spcAft>
              <a:buNone/>
              <a:defRPr sz="6000">
                <a:solidFill>
                  <a:srgbClr val="FFFFFF"/>
                </a:solidFill>
                <a:latin typeface="Google Sans"/>
                <a:ea typeface="Google Sans"/>
                <a:cs typeface="Google Sans"/>
                <a:sym typeface="Google Sans"/>
              </a:defRPr>
            </a:lvl3pPr>
            <a:lvl4pPr lvl="3" rtl="0">
              <a:spcBef>
                <a:spcPts val="0"/>
              </a:spcBef>
              <a:spcAft>
                <a:spcPts val="0"/>
              </a:spcAft>
              <a:buNone/>
              <a:defRPr sz="6000">
                <a:solidFill>
                  <a:srgbClr val="FFFFFF"/>
                </a:solidFill>
                <a:latin typeface="Google Sans"/>
                <a:ea typeface="Google Sans"/>
                <a:cs typeface="Google Sans"/>
                <a:sym typeface="Google Sans"/>
              </a:defRPr>
            </a:lvl4pPr>
            <a:lvl5pPr lvl="4" rtl="0">
              <a:spcBef>
                <a:spcPts val="0"/>
              </a:spcBef>
              <a:spcAft>
                <a:spcPts val="0"/>
              </a:spcAft>
              <a:buNone/>
              <a:defRPr sz="6000">
                <a:solidFill>
                  <a:srgbClr val="FFFFFF"/>
                </a:solidFill>
                <a:latin typeface="Google Sans"/>
                <a:ea typeface="Google Sans"/>
                <a:cs typeface="Google Sans"/>
                <a:sym typeface="Google Sans"/>
              </a:defRPr>
            </a:lvl5pPr>
            <a:lvl6pPr lvl="5" rtl="0">
              <a:spcBef>
                <a:spcPts val="0"/>
              </a:spcBef>
              <a:spcAft>
                <a:spcPts val="0"/>
              </a:spcAft>
              <a:buNone/>
              <a:defRPr sz="6000">
                <a:solidFill>
                  <a:srgbClr val="FFFFFF"/>
                </a:solidFill>
                <a:latin typeface="Google Sans"/>
                <a:ea typeface="Google Sans"/>
                <a:cs typeface="Google Sans"/>
                <a:sym typeface="Google Sans"/>
              </a:defRPr>
            </a:lvl6pPr>
            <a:lvl7pPr lvl="6" rtl="0">
              <a:spcBef>
                <a:spcPts val="0"/>
              </a:spcBef>
              <a:spcAft>
                <a:spcPts val="0"/>
              </a:spcAft>
              <a:buNone/>
              <a:defRPr sz="6000">
                <a:solidFill>
                  <a:srgbClr val="FFFFFF"/>
                </a:solidFill>
                <a:latin typeface="Google Sans"/>
                <a:ea typeface="Google Sans"/>
                <a:cs typeface="Google Sans"/>
                <a:sym typeface="Google Sans"/>
              </a:defRPr>
            </a:lvl7pPr>
            <a:lvl8pPr lvl="7" rtl="0">
              <a:spcBef>
                <a:spcPts val="0"/>
              </a:spcBef>
              <a:spcAft>
                <a:spcPts val="0"/>
              </a:spcAft>
              <a:buNone/>
              <a:defRPr sz="6000">
                <a:solidFill>
                  <a:srgbClr val="FFFFFF"/>
                </a:solidFill>
                <a:latin typeface="Google Sans"/>
                <a:ea typeface="Google Sans"/>
                <a:cs typeface="Google Sans"/>
                <a:sym typeface="Google Sans"/>
              </a:defRPr>
            </a:lvl8pPr>
            <a:lvl9pPr lvl="8" rtl="0">
              <a:spcBef>
                <a:spcPts val="0"/>
              </a:spcBef>
              <a:spcAft>
                <a:spcPts val="0"/>
              </a:spcAft>
              <a:buNone/>
              <a:defRPr sz="6000">
                <a:solidFill>
                  <a:srgbClr val="FFFFFF"/>
                </a:solidFill>
                <a:latin typeface="Google Sans"/>
                <a:ea typeface="Google Sans"/>
                <a:cs typeface="Google Sans"/>
                <a:sym typeface="Google Sans"/>
              </a:defRPr>
            </a:lvl9pPr>
          </a:lstStyle>
          <a:p/>
        </p:txBody>
      </p:sp>
      <p:cxnSp>
        <p:nvCxnSpPr>
          <p:cNvPr id="46" name="Google Shape;46;p7"/>
          <p:cNvCxnSpPr/>
          <p:nvPr/>
        </p:nvCxnSpPr>
        <p:spPr>
          <a:xfrm>
            <a:off x="1743427" y="4011224"/>
            <a:ext cx="857400" cy="0"/>
          </a:xfrm>
          <a:prstGeom prst="straightConnector1">
            <a:avLst/>
          </a:prstGeom>
          <a:noFill/>
          <a:ln cap="flat" cmpd="sng" w="38100">
            <a:solidFill>
              <a:srgbClr val="FFFFFF"/>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a - Lab Intro - Presenter - Blue">
  <p:cSld name="CUSTOM_2_4_1_1_1_2">
    <p:spTree>
      <p:nvGrpSpPr>
        <p:cNvPr id="47" name="Shape 47"/>
        <p:cNvGrpSpPr/>
        <p:nvPr/>
      </p:nvGrpSpPr>
      <p:grpSpPr>
        <a:xfrm>
          <a:off x="0" y="0"/>
          <a:ext cx="0" cy="0"/>
          <a:chOff x="0" y="0"/>
          <a:chExt cx="0" cy="0"/>
        </a:xfrm>
      </p:grpSpPr>
      <p:pic>
        <p:nvPicPr>
          <p:cNvPr id="48" name="Google Shape;48;p8"/>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49" name="Google Shape;49;p8"/>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50" name="Google Shape;50;p8"/>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51" name="Google Shape;51;p8"/>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chemeClr val="dk1"/>
                </a:solidFill>
                <a:latin typeface="Google Sans"/>
                <a:ea typeface="Google Sans"/>
                <a:cs typeface="Google Sans"/>
                <a:sym typeface="Google Sans"/>
              </a:defRPr>
            </a:lvl1pPr>
            <a:lvl2pPr lvl="1" rtl="0">
              <a:spcBef>
                <a:spcPts val="0"/>
              </a:spcBef>
              <a:spcAft>
                <a:spcPts val="0"/>
              </a:spcAft>
              <a:buNone/>
              <a:defRPr sz="6000">
                <a:solidFill>
                  <a:schemeClr val="dk1"/>
                </a:solidFill>
                <a:latin typeface="Google Sans"/>
                <a:ea typeface="Google Sans"/>
                <a:cs typeface="Google Sans"/>
                <a:sym typeface="Google Sans"/>
              </a:defRPr>
            </a:lvl2pPr>
            <a:lvl3pPr lvl="2" rtl="0">
              <a:spcBef>
                <a:spcPts val="0"/>
              </a:spcBef>
              <a:spcAft>
                <a:spcPts val="0"/>
              </a:spcAft>
              <a:buNone/>
              <a:defRPr sz="6000">
                <a:solidFill>
                  <a:schemeClr val="dk1"/>
                </a:solidFill>
                <a:latin typeface="Google Sans"/>
                <a:ea typeface="Google Sans"/>
                <a:cs typeface="Google Sans"/>
                <a:sym typeface="Google Sans"/>
              </a:defRPr>
            </a:lvl3pPr>
            <a:lvl4pPr lvl="3" rtl="0">
              <a:spcBef>
                <a:spcPts val="0"/>
              </a:spcBef>
              <a:spcAft>
                <a:spcPts val="0"/>
              </a:spcAft>
              <a:buNone/>
              <a:defRPr sz="6000">
                <a:solidFill>
                  <a:schemeClr val="dk1"/>
                </a:solidFill>
                <a:latin typeface="Google Sans"/>
                <a:ea typeface="Google Sans"/>
                <a:cs typeface="Google Sans"/>
                <a:sym typeface="Google Sans"/>
              </a:defRPr>
            </a:lvl4pPr>
            <a:lvl5pPr lvl="4" rtl="0">
              <a:spcBef>
                <a:spcPts val="0"/>
              </a:spcBef>
              <a:spcAft>
                <a:spcPts val="0"/>
              </a:spcAft>
              <a:buNone/>
              <a:defRPr sz="6000">
                <a:solidFill>
                  <a:schemeClr val="dk1"/>
                </a:solidFill>
                <a:latin typeface="Google Sans"/>
                <a:ea typeface="Google Sans"/>
                <a:cs typeface="Google Sans"/>
                <a:sym typeface="Google Sans"/>
              </a:defRPr>
            </a:lvl5pPr>
            <a:lvl6pPr lvl="5" rtl="0">
              <a:spcBef>
                <a:spcPts val="0"/>
              </a:spcBef>
              <a:spcAft>
                <a:spcPts val="0"/>
              </a:spcAft>
              <a:buNone/>
              <a:defRPr sz="6000">
                <a:solidFill>
                  <a:schemeClr val="dk1"/>
                </a:solidFill>
                <a:latin typeface="Google Sans"/>
                <a:ea typeface="Google Sans"/>
                <a:cs typeface="Google Sans"/>
                <a:sym typeface="Google Sans"/>
              </a:defRPr>
            </a:lvl6pPr>
            <a:lvl7pPr lvl="6" rtl="0">
              <a:spcBef>
                <a:spcPts val="0"/>
              </a:spcBef>
              <a:spcAft>
                <a:spcPts val="0"/>
              </a:spcAft>
              <a:buNone/>
              <a:defRPr sz="6000">
                <a:solidFill>
                  <a:schemeClr val="dk1"/>
                </a:solidFill>
                <a:latin typeface="Google Sans"/>
                <a:ea typeface="Google Sans"/>
                <a:cs typeface="Google Sans"/>
                <a:sym typeface="Google Sans"/>
              </a:defRPr>
            </a:lvl7pPr>
            <a:lvl8pPr lvl="7" rtl="0">
              <a:spcBef>
                <a:spcPts val="0"/>
              </a:spcBef>
              <a:spcAft>
                <a:spcPts val="0"/>
              </a:spcAft>
              <a:buNone/>
              <a:defRPr sz="6000">
                <a:solidFill>
                  <a:schemeClr val="dk1"/>
                </a:solidFill>
                <a:latin typeface="Google Sans"/>
                <a:ea typeface="Google Sans"/>
                <a:cs typeface="Google Sans"/>
                <a:sym typeface="Google Sans"/>
              </a:defRPr>
            </a:lvl8pPr>
            <a:lvl9pPr lvl="8" rtl="0">
              <a:spcBef>
                <a:spcPts val="0"/>
              </a:spcBef>
              <a:spcAft>
                <a:spcPts val="0"/>
              </a:spcAft>
              <a:buNone/>
              <a:defRPr sz="6000">
                <a:solidFill>
                  <a:schemeClr val="dk1"/>
                </a:solidFill>
                <a:latin typeface="Google Sans"/>
                <a:ea typeface="Google Sans"/>
                <a:cs typeface="Google Sans"/>
                <a:sym typeface="Google Sans"/>
              </a:defRPr>
            </a:lvl9pPr>
          </a:lstStyle>
          <a:p/>
        </p:txBody>
      </p:sp>
      <p:cxnSp>
        <p:nvCxnSpPr>
          <p:cNvPr id="52" name="Google Shape;52;p8"/>
          <p:cNvCxnSpPr/>
          <p:nvPr/>
        </p:nvCxnSpPr>
        <p:spPr>
          <a:xfrm>
            <a:off x="1743427" y="40112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b - Lab Intro - Presenter - Yellow">
  <p:cSld name="CUSTOM_2_4_1_1_1_2_2">
    <p:spTree>
      <p:nvGrpSpPr>
        <p:cNvPr id="53" name="Shape 53"/>
        <p:cNvGrpSpPr/>
        <p:nvPr/>
      </p:nvGrpSpPr>
      <p:grpSpPr>
        <a:xfrm>
          <a:off x="0" y="0"/>
          <a:ext cx="0" cy="0"/>
          <a:chOff x="0" y="0"/>
          <a:chExt cx="0" cy="0"/>
        </a:xfrm>
      </p:grpSpPr>
      <p:pic>
        <p:nvPicPr>
          <p:cNvPr id="54" name="Google Shape;54;p9"/>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55" name="Google Shape;55;p9"/>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56" name="Google Shape;56;p9"/>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57" name="Google Shape;57;p9"/>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chemeClr val="dk1"/>
                </a:solidFill>
                <a:latin typeface="Google Sans"/>
                <a:ea typeface="Google Sans"/>
                <a:cs typeface="Google Sans"/>
                <a:sym typeface="Google Sans"/>
              </a:defRPr>
            </a:lvl1pPr>
            <a:lvl2pPr lvl="1" rtl="0">
              <a:spcBef>
                <a:spcPts val="0"/>
              </a:spcBef>
              <a:spcAft>
                <a:spcPts val="0"/>
              </a:spcAft>
              <a:buNone/>
              <a:defRPr sz="6000">
                <a:solidFill>
                  <a:schemeClr val="dk1"/>
                </a:solidFill>
                <a:latin typeface="Google Sans"/>
                <a:ea typeface="Google Sans"/>
                <a:cs typeface="Google Sans"/>
                <a:sym typeface="Google Sans"/>
              </a:defRPr>
            </a:lvl2pPr>
            <a:lvl3pPr lvl="2" rtl="0">
              <a:spcBef>
                <a:spcPts val="0"/>
              </a:spcBef>
              <a:spcAft>
                <a:spcPts val="0"/>
              </a:spcAft>
              <a:buNone/>
              <a:defRPr sz="6000">
                <a:solidFill>
                  <a:schemeClr val="dk1"/>
                </a:solidFill>
                <a:latin typeface="Google Sans"/>
                <a:ea typeface="Google Sans"/>
                <a:cs typeface="Google Sans"/>
                <a:sym typeface="Google Sans"/>
              </a:defRPr>
            </a:lvl3pPr>
            <a:lvl4pPr lvl="3" rtl="0">
              <a:spcBef>
                <a:spcPts val="0"/>
              </a:spcBef>
              <a:spcAft>
                <a:spcPts val="0"/>
              </a:spcAft>
              <a:buNone/>
              <a:defRPr sz="6000">
                <a:solidFill>
                  <a:schemeClr val="dk1"/>
                </a:solidFill>
                <a:latin typeface="Google Sans"/>
                <a:ea typeface="Google Sans"/>
                <a:cs typeface="Google Sans"/>
                <a:sym typeface="Google Sans"/>
              </a:defRPr>
            </a:lvl4pPr>
            <a:lvl5pPr lvl="4" rtl="0">
              <a:spcBef>
                <a:spcPts val="0"/>
              </a:spcBef>
              <a:spcAft>
                <a:spcPts val="0"/>
              </a:spcAft>
              <a:buNone/>
              <a:defRPr sz="6000">
                <a:solidFill>
                  <a:schemeClr val="dk1"/>
                </a:solidFill>
                <a:latin typeface="Google Sans"/>
                <a:ea typeface="Google Sans"/>
                <a:cs typeface="Google Sans"/>
                <a:sym typeface="Google Sans"/>
              </a:defRPr>
            </a:lvl5pPr>
            <a:lvl6pPr lvl="5" rtl="0">
              <a:spcBef>
                <a:spcPts val="0"/>
              </a:spcBef>
              <a:spcAft>
                <a:spcPts val="0"/>
              </a:spcAft>
              <a:buNone/>
              <a:defRPr sz="6000">
                <a:solidFill>
                  <a:schemeClr val="dk1"/>
                </a:solidFill>
                <a:latin typeface="Google Sans"/>
                <a:ea typeface="Google Sans"/>
                <a:cs typeface="Google Sans"/>
                <a:sym typeface="Google Sans"/>
              </a:defRPr>
            </a:lvl6pPr>
            <a:lvl7pPr lvl="6" rtl="0">
              <a:spcBef>
                <a:spcPts val="0"/>
              </a:spcBef>
              <a:spcAft>
                <a:spcPts val="0"/>
              </a:spcAft>
              <a:buNone/>
              <a:defRPr sz="6000">
                <a:solidFill>
                  <a:schemeClr val="dk1"/>
                </a:solidFill>
                <a:latin typeface="Google Sans"/>
                <a:ea typeface="Google Sans"/>
                <a:cs typeface="Google Sans"/>
                <a:sym typeface="Google Sans"/>
              </a:defRPr>
            </a:lvl7pPr>
            <a:lvl8pPr lvl="7" rtl="0">
              <a:spcBef>
                <a:spcPts val="0"/>
              </a:spcBef>
              <a:spcAft>
                <a:spcPts val="0"/>
              </a:spcAft>
              <a:buNone/>
              <a:defRPr sz="6000">
                <a:solidFill>
                  <a:schemeClr val="dk1"/>
                </a:solidFill>
                <a:latin typeface="Google Sans"/>
                <a:ea typeface="Google Sans"/>
                <a:cs typeface="Google Sans"/>
                <a:sym typeface="Google Sans"/>
              </a:defRPr>
            </a:lvl8pPr>
            <a:lvl9pPr lvl="8" rtl="0">
              <a:spcBef>
                <a:spcPts val="0"/>
              </a:spcBef>
              <a:spcAft>
                <a:spcPts val="0"/>
              </a:spcAft>
              <a:buNone/>
              <a:defRPr sz="6000">
                <a:solidFill>
                  <a:schemeClr val="dk1"/>
                </a:solidFill>
                <a:latin typeface="Google Sans"/>
                <a:ea typeface="Google Sans"/>
                <a:cs typeface="Google Sans"/>
                <a:sym typeface="Google Sans"/>
              </a:defRPr>
            </a:lvl9pPr>
          </a:lstStyle>
          <a:p/>
        </p:txBody>
      </p:sp>
      <p:cxnSp>
        <p:nvCxnSpPr>
          <p:cNvPr id="58" name="Google Shape;58;p9"/>
          <p:cNvCxnSpPr/>
          <p:nvPr/>
        </p:nvCxnSpPr>
        <p:spPr>
          <a:xfrm>
            <a:off x="1743427" y="40112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c - Lab Intro - Presenter - Green">
  <p:cSld name="CUSTOM_2_4_1_1_1_2_2_1">
    <p:spTree>
      <p:nvGrpSpPr>
        <p:cNvPr id="59" name="Shape 59"/>
        <p:cNvGrpSpPr/>
        <p:nvPr/>
      </p:nvGrpSpPr>
      <p:grpSpPr>
        <a:xfrm>
          <a:off x="0" y="0"/>
          <a:ext cx="0" cy="0"/>
          <a:chOff x="0" y="0"/>
          <a:chExt cx="0" cy="0"/>
        </a:xfrm>
      </p:grpSpPr>
      <p:pic>
        <p:nvPicPr>
          <p:cNvPr id="60" name="Google Shape;60;p10"/>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61" name="Google Shape;61;p10"/>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62" name="Google Shape;62;p10"/>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63" name="Google Shape;63;p10"/>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chemeClr val="dk1"/>
                </a:solidFill>
                <a:latin typeface="Google Sans"/>
                <a:ea typeface="Google Sans"/>
                <a:cs typeface="Google Sans"/>
                <a:sym typeface="Google Sans"/>
              </a:defRPr>
            </a:lvl1pPr>
            <a:lvl2pPr lvl="1" rtl="0">
              <a:spcBef>
                <a:spcPts val="0"/>
              </a:spcBef>
              <a:spcAft>
                <a:spcPts val="0"/>
              </a:spcAft>
              <a:buNone/>
              <a:defRPr sz="6000">
                <a:solidFill>
                  <a:schemeClr val="dk1"/>
                </a:solidFill>
                <a:latin typeface="Google Sans"/>
                <a:ea typeface="Google Sans"/>
                <a:cs typeface="Google Sans"/>
                <a:sym typeface="Google Sans"/>
              </a:defRPr>
            </a:lvl2pPr>
            <a:lvl3pPr lvl="2" rtl="0">
              <a:spcBef>
                <a:spcPts val="0"/>
              </a:spcBef>
              <a:spcAft>
                <a:spcPts val="0"/>
              </a:spcAft>
              <a:buNone/>
              <a:defRPr sz="6000">
                <a:solidFill>
                  <a:schemeClr val="dk1"/>
                </a:solidFill>
                <a:latin typeface="Google Sans"/>
                <a:ea typeface="Google Sans"/>
                <a:cs typeface="Google Sans"/>
                <a:sym typeface="Google Sans"/>
              </a:defRPr>
            </a:lvl3pPr>
            <a:lvl4pPr lvl="3" rtl="0">
              <a:spcBef>
                <a:spcPts val="0"/>
              </a:spcBef>
              <a:spcAft>
                <a:spcPts val="0"/>
              </a:spcAft>
              <a:buNone/>
              <a:defRPr sz="6000">
                <a:solidFill>
                  <a:schemeClr val="dk1"/>
                </a:solidFill>
                <a:latin typeface="Google Sans"/>
                <a:ea typeface="Google Sans"/>
                <a:cs typeface="Google Sans"/>
                <a:sym typeface="Google Sans"/>
              </a:defRPr>
            </a:lvl4pPr>
            <a:lvl5pPr lvl="4" rtl="0">
              <a:spcBef>
                <a:spcPts val="0"/>
              </a:spcBef>
              <a:spcAft>
                <a:spcPts val="0"/>
              </a:spcAft>
              <a:buNone/>
              <a:defRPr sz="6000">
                <a:solidFill>
                  <a:schemeClr val="dk1"/>
                </a:solidFill>
                <a:latin typeface="Google Sans"/>
                <a:ea typeface="Google Sans"/>
                <a:cs typeface="Google Sans"/>
                <a:sym typeface="Google Sans"/>
              </a:defRPr>
            </a:lvl5pPr>
            <a:lvl6pPr lvl="5" rtl="0">
              <a:spcBef>
                <a:spcPts val="0"/>
              </a:spcBef>
              <a:spcAft>
                <a:spcPts val="0"/>
              </a:spcAft>
              <a:buNone/>
              <a:defRPr sz="6000">
                <a:solidFill>
                  <a:schemeClr val="dk1"/>
                </a:solidFill>
                <a:latin typeface="Google Sans"/>
                <a:ea typeface="Google Sans"/>
                <a:cs typeface="Google Sans"/>
                <a:sym typeface="Google Sans"/>
              </a:defRPr>
            </a:lvl6pPr>
            <a:lvl7pPr lvl="6" rtl="0">
              <a:spcBef>
                <a:spcPts val="0"/>
              </a:spcBef>
              <a:spcAft>
                <a:spcPts val="0"/>
              </a:spcAft>
              <a:buNone/>
              <a:defRPr sz="6000">
                <a:solidFill>
                  <a:schemeClr val="dk1"/>
                </a:solidFill>
                <a:latin typeface="Google Sans"/>
                <a:ea typeface="Google Sans"/>
                <a:cs typeface="Google Sans"/>
                <a:sym typeface="Google Sans"/>
              </a:defRPr>
            </a:lvl7pPr>
            <a:lvl8pPr lvl="7" rtl="0">
              <a:spcBef>
                <a:spcPts val="0"/>
              </a:spcBef>
              <a:spcAft>
                <a:spcPts val="0"/>
              </a:spcAft>
              <a:buNone/>
              <a:defRPr sz="6000">
                <a:solidFill>
                  <a:schemeClr val="dk1"/>
                </a:solidFill>
                <a:latin typeface="Google Sans"/>
                <a:ea typeface="Google Sans"/>
                <a:cs typeface="Google Sans"/>
                <a:sym typeface="Google Sans"/>
              </a:defRPr>
            </a:lvl8pPr>
            <a:lvl9pPr lvl="8" rtl="0">
              <a:spcBef>
                <a:spcPts val="0"/>
              </a:spcBef>
              <a:spcAft>
                <a:spcPts val="0"/>
              </a:spcAft>
              <a:buNone/>
              <a:defRPr sz="6000">
                <a:solidFill>
                  <a:schemeClr val="dk1"/>
                </a:solidFill>
                <a:latin typeface="Google Sans"/>
                <a:ea typeface="Google Sans"/>
                <a:cs typeface="Google Sans"/>
                <a:sym typeface="Google Sans"/>
              </a:defRPr>
            </a:lvl9pPr>
          </a:lstStyle>
          <a:p/>
        </p:txBody>
      </p:sp>
      <p:cxnSp>
        <p:nvCxnSpPr>
          <p:cNvPr id="64" name="Google Shape;64;p10"/>
          <p:cNvCxnSpPr/>
          <p:nvPr/>
        </p:nvCxnSpPr>
        <p:spPr>
          <a:xfrm>
            <a:off x="1743427" y="40112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c - Lab Intro - Full">
  <p:cSld name="CUSTOM_2_4_1_1_1_2_1">
    <p:spTree>
      <p:nvGrpSpPr>
        <p:cNvPr id="65" name="Shape 65"/>
        <p:cNvGrpSpPr/>
        <p:nvPr/>
      </p:nvGrpSpPr>
      <p:grpSpPr>
        <a:xfrm>
          <a:off x="0" y="0"/>
          <a:ext cx="0" cy="0"/>
          <a:chOff x="0" y="0"/>
          <a:chExt cx="0" cy="0"/>
        </a:xfrm>
      </p:grpSpPr>
      <p:sp>
        <p:nvSpPr>
          <p:cNvPr id="66" name="Google Shape;66;p11"/>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67" name="Google Shape;67;p11"/>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chemeClr val="dk1"/>
                </a:solidFill>
                <a:latin typeface="Google Sans"/>
                <a:ea typeface="Google Sans"/>
                <a:cs typeface="Google Sans"/>
                <a:sym typeface="Google Sans"/>
              </a:defRPr>
            </a:lvl1pPr>
            <a:lvl2pPr lvl="1" rtl="0">
              <a:spcBef>
                <a:spcPts val="0"/>
              </a:spcBef>
              <a:spcAft>
                <a:spcPts val="0"/>
              </a:spcAft>
              <a:buNone/>
              <a:defRPr sz="6000">
                <a:solidFill>
                  <a:schemeClr val="dk1"/>
                </a:solidFill>
                <a:latin typeface="Google Sans"/>
                <a:ea typeface="Google Sans"/>
                <a:cs typeface="Google Sans"/>
                <a:sym typeface="Google Sans"/>
              </a:defRPr>
            </a:lvl2pPr>
            <a:lvl3pPr lvl="2" rtl="0">
              <a:spcBef>
                <a:spcPts val="0"/>
              </a:spcBef>
              <a:spcAft>
                <a:spcPts val="0"/>
              </a:spcAft>
              <a:buNone/>
              <a:defRPr sz="6000">
                <a:solidFill>
                  <a:schemeClr val="dk1"/>
                </a:solidFill>
                <a:latin typeface="Google Sans"/>
                <a:ea typeface="Google Sans"/>
                <a:cs typeface="Google Sans"/>
                <a:sym typeface="Google Sans"/>
              </a:defRPr>
            </a:lvl3pPr>
            <a:lvl4pPr lvl="3" rtl="0">
              <a:spcBef>
                <a:spcPts val="0"/>
              </a:spcBef>
              <a:spcAft>
                <a:spcPts val="0"/>
              </a:spcAft>
              <a:buNone/>
              <a:defRPr sz="6000">
                <a:solidFill>
                  <a:schemeClr val="dk1"/>
                </a:solidFill>
                <a:latin typeface="Google Sans"/>
                <a:ea typeface="Google Sans"/>
                <a:cs typeface="Google Sans"/>
                <a:sym typeface="Google Sans"/>
              </a:defRPr>
            </a:lvl4pPr>
            <a:lvl5pPr lvl="4" rtl="0">
              <a:spcBef>
                <a:spcPts val="0"/>
              </a:spcBef>
              <a:spcAft>
                <a:spcPts val="0"/>
              </a:spcAft>
              <a:buNone/>
              <a:defRPr sz="6000">
                <a:solidFill>
                  <a:schemeClr val="dk1"/>
                </a:solidFill>
                <a:latin typeface="Google Sans"/>
                <a:ea typeface="Google Sans"/>
                <a:cs typeface="Google Sans"/>
                <a:sym typeface="Google Sans"/>
              </a:defRPr>
            </a:lvl5pPr>
            <a:lvl6pPr lvl="5" rtl="0">
              <a:spcBef>
                <a:spcPts val="0"/>
              </a:spcBef>
              <a:spcAft>
                <a:spcPts val="0"/>
              </a:spcAft>
              <a:buNone/>
              <a:defRPr sz="6000">
                <a:solidFill>
                  <a:schemeClr val="dk1"/>
                </a:solidFill>
                <a:latin typeface="Google Sans"/>
                <a:ea typeface="Google Sans"/>
                <a:cs typeface="Google Sans"/>
                <a:sym typeface="Google Sans"/>
              </a:defRPr>
            </a:lvl6pPr>
            <a:lvl7pPr lvl="6" rtl="0">
              <a:spcBef>
                <a:spcPts val="0"/>
              </a:spcBef>
              <a:spcAft>
                <a:spcPts val="0"/>
              </a:spcAft>
              <a:buNone/>
              <a:defRPr sz="6000">
                <a:solidFill>
                  <a:schemeClr val="dk1"/>
                </a:solidFill>
                <a:latin typeface="Google Sans"/>
                <a:ea typeface="Google Sans"/>
                <a:cs typeface="Google Sans"/>
                <a:sym typeface="Google Sans"/>
              </a:defRPr>
            </a:lvl7pPr>
            <a:lvl8pPr lvl="7" rtl="0">
              <a:spcBef>
                <a:spcPts val="0"/>
              </a:spcBef>
              <a:spcAft>
                <a:spcPts val="0"/>
              </a:spcAft>
              <a:buNone/>
              <a:defRPr sz="6000">
                <a:solidFill>
                  <a:schemeClr val="dk1"/>
                </a:solidFill>
                <a:latin typeface="Google Sans"/>
                <a:ea typeface="Google Sans"/>
                <a:cs typeface="Google Sans"/>
                <a:sym typeface="Google Sans"/>
              </a:defRPr>
            </a:lvl8pPr>
            <a:lvl9pPr lvl="8" rtl="0">
              <a:spcBef>
                <a:spcPts val="0"/>
              </a:spcBef>
              <a:spcAft>
                <a:spcPts val="0"/>
              </a:spcAft>
              <a:buNone/>
              <a:defRPr sz="6000">
                <a:solidFill>
                  <a:schemeClr val="dk1"/>
                </a:solidFill>
                <a:latin typeface="Google Sans"/>
                <a:ea typeface="Google Sans"/>
                <a:cs typeface="Google Sans"/>
                <a:sym typeface="Google Sans"/>
              </a:defRPr>
            </a:lvl9pPr>
          </a:lstStyle>
          <a:p/>
        </p:txBody>
      </p:sp>
      <p:cxnSp>
        <p:nvCxnSpPr>
          <p:cNvPr id="68" name="Google Shape;68;p11"/>
          <p:cNvCxnSpPr/>
          <p:nvPr/>
        </p:nvCxnSpPr>
        <p:spPr>
          <a:xfrm>
            <a:off x="1743427" y="4011224"/>
            <a:ext cx="857400" cy="0"/>
          </a:xfrm>
          <a:prstGeom prst="straightConnector1">
            <a:avLst/>
          </a:prstGeom>
          <a:noFill/>
          <a:ln cap="flat" cmpd="sng" w="38100">
            <a:solidFill>
              <a:srgbClr val="4285F4"/>
            </a:solidFill>
            <a:prstDash val="solid"/>
            <a:round/>
            <a:headEnd len="med" w="med" type="none"/>
            <a:tailEnd len="med" w="med" type="none"/>
          </a:ln>
        </p:spPr>
      </p:cxnSp>
      <p:sp>
        <p:nvSpPr>
          <p:cNvPr id="69" name="Google Shape;69;p11"/>
          <p:cNvSpPr txBox="1"/>
          <p:nvPr>
            <p:ph idx="2" type="body"/>
          </p:nvPr>
        </p:nvSpPr>
        <p:spPr>
          <a:xfrm>
            <a:off x="9158975" y="2432125"/>
            <a:ext cx="7428900" cy="67752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2900"/>
              </a:spcBef>
              <a:spcAft>
                <a:spcPts val="290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a - Agenda/Learn how to... - Presenter">
  <p:cSld name="CUSTOM_2_4_1_1_2">
    <p:spTree>
      <p:nvGrpSpPr>
        <p:cNvPr id="70" name="Shape 70"/>
        <p:cNvGrpSpPr/>
        <p:nvPr/>
      </p:nvGrpSpPr>
      <p:grpSpPr>
        <a:xfrm>
          <a:off x="0" y="0"/>
          <a:ext cx="0" cy="0"/>
          <a:chOff x="0" y="0"/>
          <a:chExt cx="0" cy="0"/>
        </a:xfrm>
      </p:grpSpPr>
      <p:pic>
        <p:nvPicPr>
          <p:cNvPr id="71" name="Google Shape;71;p12"/>
          <p:cNvPicPr preferRelativeResize="0"/>
          <p:nvPr/>
        </p:nvPicPr>
        <p:blipFill>
          <a:blip r:embed="rId2">
            <a:alphaModFix/>
          </a:blip>
          <a:stretch>
            <a:fillRect/>
          </a:stretch>
        </p:blipFill>
        <p:spPr>
          <a:xfrm>
            <a:off x="0" y="0"/>
            <a:ext cx="18288000" cy="10287000"/>
          </a:xfrm>
          <a:prstGeom prst="rect">
            <a:avLst/>
          </a:prstGeom>
          <a:noFill/>
          <a:ln>
            <a:noFill/>
          </a:ln>
        </p:spPr>
      </p:pic>
      <p:cxnSp>
        <p:nvCxnSpPr>
          <p:cNvPr id="72" name="Google Shape;72;p12"/>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73" name="Google Shape;73;p12"/>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74" name="Google Shape;74;p12"/>
          <p:cNvSpPr txBox="1"/>
          <p:nvPr>
            <p:ph idx="1" type="body"/>
          </p:nvPr>
        </p:nvSpPr>
        <p:spPr>
          <a:xfrm>
            <a:off x="1701275" y="2432125"/>
            <a:ext cx="7319700" cy="6775200"/>
          </a:xfrm>
          <a:prstGeom prst="rect">
            <a:avLst/>
          </a:prstGeom>
          <a:noFill/>
          <a:ln>
            <a:noFill/>
          </a:ln>
        </p:spPr>
        <p:txBody>
          <a:bodyPr anchorCtr="0" anchor="t" bIns="91425" lIns="91425" spcFirstLastPara="1" rIns="91425" wrap="square" tIns="91425">
            <a:noAutofit/>
          </a:bodyPr>
          <a:lstStyle>
            <a:lvl1pPr indent="-457200" lvl="0" marL="457200" rtl="0">
              <a:lnSpc>
                <a:spcPct val="100000"/>
              </a:lnSpc>
              <a:spcBef>
                <a:spcPts val="0"/>
              </a:spcBef>
              <a:spcAft>
                <a:spcPts val="0"/>
              </a:spcAft>
              <a:buClr>
                <a:schemeClr val="lt1"/>
              </a:buClr>
              <a:buSzPts val="3600"/>
              <a:buFont typeface="Roboto"/>
              <a:buChar char="●"/>
              <a:defRPr sz="3600">
                <a:solidFill>
                  <a:schemeClr val="lt1"/>
                </a:solidFill>
                <a:latin typeface="Roboto"/>
                <a:ea typeface="Roboto"/>
                <a:cs typeface="Roboto"/>
                <a:sym typeface="Roboto"/>
              </a:defRPr>
            </a:lvl1pPr>
            <a:lvl2pPr indent="-457200" lvl="1" marL="914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2pPr>
            <a:lvl3pPr indent="-457200" lvl="2" marL="1371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3pPr>
            <a:lvl4pPr indent="-457200" lvl="3" marL="18288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4pPr>
            <a:lvl5pPr indent="-457200" lvl="4" marL="22860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5pPr>
            <a:lvl6pPr indent="-457200" lvl="5" marL="27432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6pPr>
            <a:lvl7pPr indent="-457200" lvl="6" marL="3200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7pPr>
            <a:lvl8pPr indent="-457200" lvl="7" marL="3657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8pPr>
            <a:lvl9pPr indent="-457200" lvl="8" marL="4114800" rtl="0">
              <a:lnSpc>
                <a:spcPct val="100000"/>
              </a:lnSpc>
              <a:spcBef>
                <a:spcPts val="2900"/>
              </a:spcBef>
              <a:spcAft>
                <a:spcPts val="2900"/>
              </a:spcAft>
              <a:buClr>
                <a:schemeClr val="lt1"/>
              </a:buClr>
              <a:buSzPts val="3600"/>
              <a:buFont typeface="Roboto"/>
              <a:buChar char="■"/>
              <a:defRPr sz="3600">
                <a:solidFill>
                  <a:schemeClr val="lt1"/>
                </a:solidFill>
                <a:latin typeface="Roboto"/>
                <a:ea typeface="Roboto"/>
                <a:cs typeface="Roboto"/>
                <a:sym typeface="Robot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b - Agenda/Learn how to... - Full">
  <p:cSld name="CUSTOM_2_4_1_1_1_1">
    <p:spTree>
      <p:nvGrpSpPr>
        <p:cNvPr id="75" name="Shape 75"/>
        <p:cNvGrpSpPr/>
        <p:nvPr/>
      </p:nvGrpSpPr>
      <p:grpSpPr>
        <a:xfrm>
          <a:off x="0" y="0"/>
          <a:ext cx="0" cy="0"/>
          <a:chOff x="0" y="0"/>
          <a:chExt cx="0" cy="0"/>
        </a:xfrm>
      </p:grpSpPr>
      <p:sp>
        <p:nvSpPr>
          <p:cNvPr id="76" name="Google Shape;76;p13"/>
          <p:cNvSpPr txBox="1"/>
          <p:nvPr>
            <p:ph idx="1" type="body"/>
          </p:nvPr>
        </p:nvSpPr>
        <p:spPr>
          <a:xfrm>
            <a:off x="1701275" y="2432125"/>
            <a:ext cx="7319700" cy="6775200"/>
          </a:xfrm>
          <a:prstGeom prst="rect">
            <a:avLst/>
          </a:prstGeom>
          <a:noFill/>
          <a:ln>
            <a:noFill/>
          </a:ln>
        </p:spPr>
        <p:txBody>
          <a:bodyPr anchorCtr="0" anchor="t" bIns="91425" lIns="91425" spcFirstLastPara="1" rIns="91425" wrap="square" tIns="91425">
            <a:noAutofit/>
          </a:bodyPr>
          <a:lstStyle>
            <a:lvl1pPr indent="-457200" lvl="0" marL="457200" rtl="0">
              <a:lnSpc>
                <a:spcPct val="100000"/>
              </a:lnSpc>
              <a:spcBef>
                <a:spcPts val="0"/>
              </a:spcBef>
              <a:spcAft>
                <a:spcPts val="0"/>
              </a:spcAft>
              <a:buClr>
                <a:schemeClr val="lt1"/>
              </a:buClr>
              <a:buSzPts val="3600"/>
              <a:buFont typeface="Roboto"/>
              <a:buChar char="●"/>
              <a:defRPr sz="3600">
                <a:solidFill>
                  <a:schemeClr val="lt1"/>
                </a:solidFill>
                <a:latin typeface="Roboto"/>
                <a:ea typeface="Roboto"/>
                <a:cs typeface="Roboto"/>
                <a:sym typeface="Roboto"/>
              </a:defRPr>
            </a:lvl1pPr>
            <a:lvl2pPr indent="-457200" lvl="1" marL="914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2pPr>
            <a:lvl3pPr indent="-457200" lvl="2" marL="1371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3pPr>
            <a:lvl4pPr indent="-457200" lvl="3" marL="18288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4pPr>
            <a:lvl5pPr indent="-457200" lvl="4" marL="22860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5pPr>
            <a:lvl6pPr indent="-457200" lvl="5" marL="27432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6pPr>
            <a:lvl7pPr indent="-457200" lvl="6" marL="3200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7pPr>
            <a:lvl8pPr indent="-457200" lvl="7" marL="3657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8pPr>
            <a:lvl9pPr indent="-457200" lvl="8" marL="4114800" rtl="0">
              <a:lnSpc>
                <a:spcPct val="100000"/>
              </a:lnSpc>
              <a:spcBef>
                <a:spcPts val="2900"/>
              </a:spcBef>
              <a:spcAft>
                <a:spcPts val="2900"/>
              </a:spcAft>
              <a:buClr>
                <a:schemeClr val="lt1"/>
              </a:buClr>
              <a:buSzPts val="3600"/>
              <a:buFont typeface="Roboto"/>
              <a:buChar char="■"/>
              <a:defRPr sz="3600">
                <a:solidFill>
                  <a:schemeClr val="lt1"/>
                </a:solidFill>
                <a:latin typeface="Roboto"/>
                <a:ea typeface="Roboto"/>
                <a:cs typeface="Roboto"/>
                <a:sym typeface="Roboto"/>
              </a:defRPr>
            </a:lvl9pPr>
          </a:lstStyle>
          <a:p/>
        </p:txBody>
      </p:sp>
      <p:cxnSp>
        <p:nvCxnSpPr>
          <p:cNvPr id="77" name="Google Shape;77;p13"/>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78" name="Google Shape;78;p13"/>
          <p:cNvSpPr txBox="1"/>
          <p:nvPr>
            <p:ph idx="2" type="body"/>
          </p:nvPr>
        </p:nvSpPr>
        <p:spPr>
          <a:xfrm>
            <a:off x="9158975" y="2432125"/>
            <a:ext cx="7428900" cy="6775200"/>
          </a:xfrm>
          <a:prstGeom prst="rect">
            <a:avLst/>
          </a:prstGeom>
          <a:noFill/>
          <a:ln>
            <a:noFill/>
          </a:ln>
        </p:spPr>
        <p:txBody>
          <a:bodyPr anchorCtr="0" anchor="t" bIns="91425" lIns="91425" spcFirstLastPara="1" rIns="91425" wrap="square" tIns="91425">
            <a:noAutofit/>
          </a:bodyPr>
          <a:lstStyle>
            <a:lvl1pPr indent="-457200" lvl="0" marL="457200" rtl="0">
              <a:lnSpc>
                <a:spcPct val="100000"/>
              </a:lnSpc>
              <a:spcBef>
                <a:spcPts val="0"/>
              </a:spcBef>
              <a:spcAft>
                <a:spcPts val="0"/>
              </a:spcAft>
              <a:buClr>
                <a:schemeClr val="lt1"/>
              </a:buClr>
              <a:buSzPts val="3600"/>
              <a:buFont typeface="Roboto"/>
              <a:buChar char="●"/>
              <a:defRPr sz="3600">
                <a:solidFill>
                  <a:schemeClr val="lt1"/>
                </a:solidFill>
                <a:latin typeface="Roboto"/>
                <a:ea typeface="Roboto"/>
                <a:cs typeface="Roboto"/>
                <a:sym typeface="Roboto"/>
              </a:defRPr>
            </a:lvl1pPr>
            <a:lvl2pPr indent="-457200" lvl="1" marL="914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2pPr>
            <a:lvl3pPr indent="-457200" lvl="2" marL="1371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3pPr>
            <a:lvl4pPr indent="-457200" lvl="3" marL="18288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4pPr>
            <a:lvl5pPr indent="-457200" lvl="4" marL="22860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5pPr>
            <a:lvl6pPr indent="-457200" lvl="5" marL="27432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6pPr>
            <a:lvl7pPr indent="-457200" lvl="6" marL="3200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7pPr>
            <a:lvl8pPr indent="-457200" lvl="7" marL="3657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8pPr>
            <a:lvl9pPr indent="-457200" lvl="8" marL="4114800" rtl="0">
              <a:lnSpc>
                <a:spcPct val="100000"/>
              </a:lnSpc>
              <a:spcBef>
                <a:spcPts val="2900"/>
              </a:spcBef>
              <a:spcAft>
                <a:spcPts val="2900"/>
              </a:spcAft>
              <a:buClr>
                <a:schemeClr val="lt1"/>
              </a:buClr>
              <a:buSzPts val="3600"/>
              <a:buFont typeface="Roboto"/>
              <a:buChar char="■"/>
              <a:defRPr sz="3600">
                <a:solidFill>
                  <a:schemeClr val="lt1"/>
                </a:solidFill>
                <a:latin typeface="Roboto"/>
                <a:ea typeface="Roboto"/>
                <a:cs typeface="Roboto"/>
                <a:sym typeface="Roboto"/>
              </a:defRPr>
            </a:lvl9pPr>
          </a:lstStyle>
          <a:p/>
        </p:txBody>
      </p:sp>
      <p:sp>
        <p:nvSpPr>
          <p:cNvPr id="79" name="Google Shape;79;p13"/>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c - Agenda/Learn how to... - Journal ">
  <p:cSld name="CUSTOM_2_4_1_1_1_1_1">
    <p:spTree>
      <p:nvGrpSpPr>
        <p:cNvPr id="80" name="Shape 80"/>
        <p:cNvGrpSpPr/>
        <p:nvPr/>
      </p:nvGrpSpPr>
      <p:grpSpPr>
        <a:xfrm>
          <a:off x="0" y="0"/>
          <a:ext cx="0" cy="0"/>
          <a:chOff x="0" y="0"/>
          <a:chExt cx="0" cy="0"/>
        </a:xfrm>
      </p:grpSpPr>
      <p:sp>
        <p:nvSpPr>
          <p:cNvPr id="81" name="Google Shape;81;p14"/>
          <p:cNvSpPr txBox="1"/>
          <p:nvPr>
            <p:ph idx="1" type="body"/>
          </p:nvPr>
        </p:nvSpPr>
        <p:spPr>
          <a:xfrm>
            <a:off x="1701275" y="2432125"/>
            <a:ext cx="7319700" cy="6775200"/>
          </a:xfrm>
          <a:prstGeom prst="rect">
            <a:avLst/>
          </a:prstGeom>
          <a:noFill/>
          <a:ln>
            <a:noFill/>
          </a:ln>
        </p:spPr>
        <p:txBody>
          <a:bodyPr anchorCtr="0" anchor="t" bIns="91425" lIns="91425" spcFirstLastPara="1" rIns="91425" wrap="square" tIns="91425">
            <a:noAutofit/>
          </a:bodyPr>
          <a:lstStyle>
            <a:lvl1pPr indent="-457200" lvl="0" marL="457200" rtl="0">
              <a:lnSpc>
                <a:spcPct val="100000"/>
              </a:lnSpc>
              <a:spcBef>
                <a:spcPts val="0"/>
              </a:spcBef>
              <a:spcAft>
                <a:spcPts val="0"/>
              </a:spcAft>
              <a:buClr>
                <a:schemeClr val="lt1"/>
              </a:buClr>
              <a:buSzPts val="3600"/>
              <a:buFont typeface="Roboto"/>
              <a:buChar char="●"/>
              <a:defRPr sz="3600">
                <a:solidFill>
                  <a:schemeClr val="lt1"/>
                </a:solidFill>
                <a:latin typeface="Roboto"/>
                <a:ea typeface="Roboto"/>
                <a:cs typeface="Roboto"/>
                <a:sym typeface="Roboto"/>
              </a:defRPr>
            </a:lvl1pPr>
            <a:lvl2pPr indent="-457200" lvl="1" marL="914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2pPr>
            <a:lvl3pPr indent="-457200" lvl="2" marL="1371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3pPr>
            <a:lvl4pPr indent="-457200" lvl="3" marL="18288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4pPr>
            <a:lvl5pPr indent="-457200" lvl="4" marL="22860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5pPr>
            <a:lvl6pPr indent="-457200" lvl="5" marL="27432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6pPr>
            <a:lvl7pPr indent="-457200" lvl="6" marL="3200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7pPr>
            <a:lvl8pPr indent="-457200" lvl="7" marL="3657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8pPr>
            <a:lvl9pPr indent="-457200" lvl="8" marL="4114800" rtl="0">
              <a:lnSpc>
                <a:spcPct val="100000"/>
              </a:lnSpc>
              <a:spcBef>
                <a:spcPts val="2900"/>
              </a:spcBef>
              <a:spcAft>
                <a:spcPts val="2900"/>
              </a:spcAft>
              <a:buClr>
                <a:schemeClr val="lt1"/>
              </a:buClr>
              <a:buSzPts val="3600"/>
              <a:buFont typeface="Roboto"/>
              <a:buChar char="■"/>
              <a:defRPr sz="3600">
                <a:solidFill>
                  <a:schemeClr val="lt1"/>
                </a:solidFill>
                <a:latin typeface="Roboto"/>
                <a:ea typeface="Roboto"/>
                <a:cs typeface="Roboto"/>
                <a:sym typeface="Roboto"/>
              </a:defRPr>
            </a:lvl9pPr>
          </a:lstStyle>
          <a:p/>
        </p:txBody>
      </p:sp>
      <p:cxnSp>
        <p:nvCxnSpPr>
          <p:cNvPr id="82" name="Google Shape;82;p14"/>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83" name="Google Shape;83;p14"/>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pic>
        <p:nvPicPr>
          <p:cNvPr id="84" name="Google Shape;84;p14"/>
          <p:cNvPicPr preferRelativeResize="0"/>
          <p:nvPr/>
        </p:nvPicPr>
        <p:blipFill>
          <a:blip r:embed="rId2">
            <a:alphaModFix/>
          </a:blip>
          <a:stretch>
            <a:fillRect/>
          </a:stretch>
        </p:blipFill>
        <p:spPr>
          <a:xfrm>
            <a:off x="10118401" y="2312725"/>
            <a:ext cx="5661547" cy="5661547"/>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c - Circle - Title">
  <p:cSld name="CUSTOM_3_1_1_1_1">
    <p:spTree>
      <p:nvGrpSpPr>
        <p:cNvPr id="85" name="Shape 85"/>
        <p:cNvGrpSpPr/>
        <p:nvPr/>
      </p:nvGrpSpPr>
      <p:grpSpPr>
        <a:xfrm>
          <a:off x="0" y="0"/>
          <a:ext cx="0" cy="0"/>
          <a:chOff x="0" y="0"/>
          <a:chExt cx="0" cy="0"/>
        </a:xfrm>
      </p:grpSpPr>
      <p:pic>
        <p:nvPicPr>
          <p:cNvPr id="86" name="Google Shape;86;p15"/>
          <p:cNvPicPr preferRelativeResize="0"/>
          <p:nvPr/>
        </p:nvPicPr>
        <p:blipFill>
          <a:blip r:embed="rId2">
            <a:alphaModFix/>
          </a:blip>
          <a:stretch>
            <a:fillRect/>
          </a:stretch>
        </p:blipFill>
        <p:spPr>
          <a:xfrm>
            <a:off x="-4" y="-2"/>
            <a:ext cx="18288000" cy="10286978"/>
          </a:xfrm>
          <a:prstGeom prst="rect">
            <a:avLst/>
          </a:prstGeom>
          <a:noFill/>
          <a:ln>
            <a:noFill/>
          </a:ln>
        </p:spPr>
      </p:pic>
      <p:cxnSp>
        <p:nvCxnSpPr>
          <p:cNvPr id="87" name="Google Shape;87;p15"/>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88" name="Google Shape;88;p15"/>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a - Pesenter - Title">
  <p:cSld name="CUSTOM_3_1_1_1_1_2">
    <p:spTree>
      <p:nvGrpSpPr>
        <p:cNvPr id="89" name="Shape 89"/>
        <p:cNvGrpSpPr/>
        <p:nvPr/>
      </p:nvGrpSpPr>
      <p:grpSpPr>
        <a:xfrm>
          <a:off x="0" y="0"/>
          <a:ext cx="0" cy="0"/>
          <a:chOff x="0" y="0"/>
          <a:chExt cx="0" cy="0"/>
        </a:xfrm>
      </p:grpSpPr>
      <p:pic>
        <p:nvPicPr>
          <p:cNvPr id="90" name="Google Shape;90;p16"/>
          <p:cNvPicPr preferRelativeResize="0"/>
          <p:nvPr/>
        </p:nvPicPr>
        <p:blipFill>
          <a:blip r:embed="rId2">
            <a:alphaModFix/>
          </a:blip>
          <a:stretch>
            <a:fillRect/>
          </a:stretch>
        </p:blipFill>
        <p:spPr>
          <a:xfrm>
            <a:off x="0" y="0"/>
            <a:ext cx="18288000" cy="10287000"/>
          </a:xfrm>
          <a:prstGeom prst="rect">
            <a:avLst/>
          </a:prstGeom>
          <a:noFill/>
          <a:ln>
            <a:noFill/>
          </a:ln>
        </p:spPr>
      </p:pic>
      <p:cxnSp>
        <p:nvCxnSpPr>
          <p:cNvPr id="91" name="Google Shape;91;p16"/>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92" name="Google Shape;92;p16"/>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b - Full - Title">
  <p:cSld name="CUSTOM_3_1_1_1_1_1">
    <p:spTree>
      <p:nvGrpSpPr>
        <p:cNvPr id="93" name="Shape 93"/>
        <p:cNvGrpSpPr/>
        <p:nvPr/>
      </p:nvGrpSpPr>
      <p:grpSpPr>
        <a:xfrm>
          <a:off x="0" y="0"/>
          <a:ext cx="0" cy="0"/>
          <a:chOff x="0" y="0"/>
          <a:chExt cx="0" cy="0"/>
        </a:xfrm>
      </p:grpSpPr>
      <p:cxnSp>
        <p:nvCxnSpPr>
          <p:cNvPr id="94" name="Google Shape;94;p17"/>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95" name="Google Shape;95;p17"/>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c - Circle - Title, Body">
  <p:cSld name="CUSTOM_3_1_1_1_1_4">
    <p:spTree>
      <p:nvGrpSpPr>
        <p:cNvPr id="96" name="Shape 96"/>
        <p:cNvGrpSpPr/>
        <p:nvPr/>
      </p:nvGrpSpPr>
      <p:grpSpPr>
        <a:xfrm>
          <a:off x="0" y="0"/>
          <a:ext cx="0" cy="0"/>
          <a:chOff x="0" y="0"/>
          <a:chExt cx="0" cy="0"/>
        </a:xfrm>
      </p:grpSpPr>
      <p:pic>
        <p:nvPicPr>
          <p:cNvPr id="97" name="Google Shape;97;p18"/>
          <p:cNvPicPr preferRelativeResize="0"/>
          <p:nvPr/>
        </p:nvPicPr>
        <p:blipFill>
          <a:blip r:embed="rId2">
            <a:alphaModFix/>
          </a:blip>
          <a:stretch>
            <a:fillRect/>
          </a:stretch>
        </p:blipFill>
        <p:spPr>
          <a:xfrm>
            <a:off x="-4" y="-2"/>
            <a:ext cx="18288000" cy="10286978"/>
          </a:xfrm>
          <a:prstGeom prst="rect">
            <a:avLst/>
          </a:prstGeom>
          <a:noFill/>
          <a:ln>
            <a:noFill/>
          </a:ln>
        </p:spPr>
      </p:pic>
      <p:sp>
        <p:nvSpPr>
          <p:cNvPr id="98" name="Google Shape;98;p18"/>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99" name="Google Shape;99;p18"/>
          <p:cNvSpPr txBox="1"/>
          <p:nvPr>
            <p:ph idx="1" type="body"/>
          </p:nvPr>
        </p:nvSpPr>
        <p:spPr>
          <a:xfrm>
            <a:off x="1742475" y="2432125"/>
            <a:ext cx="7251900" cy="6768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cxnSp>
        <p:nvCxnSpPr>
          <p:cNvPr id="100" name="Google Shape;100;p18"/>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a - Presenter - Title, Body">
  <p:cSld name="CUSTOM_3_1_1_1_1_2_2">
    <p:spTree>
      <p:nvGrpSpPr>
        <p:cNvPr id="101" name="Shape 101"/>
        <p:cNvGrpSpPr/>
        <p:nvPr/>
      </p:nvGrpSpPr>
      <p:grpSpPr>
        <a:xfrm>
          <a:off x="0" y="0"/>
          <a:ext cx="0" cy="0"/>
          <a:chOff x="0" y="0"/>
          <a:chExt cx="0" cy="0"/>
        </a:xfrm>
      </p:grpSpPr>
      <p:pic>
        <p:nvPicPr>
          <p:cNvPr id="102" name="Google Shape;102;p19"/>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103" name="Google Shape;103;p19"/>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04" name="Google Shape;104;p19"/>
          <p:cNvSpPr txBox="1"/>
          <p:nvPr>
            <p:ph idx="1" type="body"/>
          </p:nvPr>
        </p:nvSpPr>
        <p:spPr>
          <a:xfrm>
            <a:off x="1742475" y="2432125"/>
            <a:ext cx="7428900" cy="6768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cxnSp>
        <p:nvCxnSpPr>
          <p:cNvPr id="105" name="Google Shape;105;p19"/>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b - Full - Title, Body">
  <p:cSld name="CUSTOM_3_1_1_1_1_1_3">
    <p:spTree>
      <p:nvGrpSpPr>
        <p:cNvPr id="106" name="Shape 106"/>
        <p:cNvGrpSpPr/>
        <p:nvPr/>
      </p:nvGrpSpPr>
      <p:grpSpPr>
        <a:xfrm>
          <a:off x="0" y="0"/>
          <a:ext cx="0" cy="0"/>
          <a:chOff x="0" y="0"/>
          <a:chExt cx="0" cy="0"/>
        </a:xfrm>
      </p:grpSpPr>
      <p:cxnSp>
        <p:nvCxnSpPr>
          <p:cNvPr id="107" name="Google Shape;107;p20"/>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108" name="Google Shape;108;p20"/>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09" name="Google Shape;109;p20"/>
          <p:cNvSpPr txBox="1"/>
          <p:nvPr>
            <p:ph idx="1" type="body"/>
          </p:nvPr>
        </p:nvSpPr>
        <p:spPr>
          <a:xfrm>
            <a:off x="1742475" y="2432125"/>
            <a:ext cx="7251900" cy="6768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c - Circle - Title, Subtitle, Body">
  <p:cSld name="CUSTOM_3_1_1_1_1_3_1">
    <p:spTree>
      <p:nvGrpSpPr>
        <p:cNvPr id="110" name="Shape 110"/>
        <p:cNvGrpSpPr/>
        <p:nvPr/>
      </p:nvGrpSpPr>
      <p:grpSpPr>
        <a:xfrm>
          <a:off x="0" y="0"/>
          <a:ext cx="0" cy="0"/>
          <a:chOff x="0" y="0"/>
          <a:chExt cx="0" cy="0"/>
        </a:xfrm>
      </p:grpSpPr>
      <p:pic>
        <p:nvPicPr>
          <p:cNvPr id="111" name="Google Shape;111;p21"/>
          <p:cNvPicPr preferRelativeResize="0"/>
          <p:nvPr/>
        </p:nvPicPr>
        <p:blipFill>
          <a:blip r:embed="rId2">
            <a:alphaModFix/>
          </a:blip>
          <a:stretch>
            <a:fillRect/>
          </a:stretch>
        </p:blipFill>
        <p:spPr>
          <a:xfrm>
            <a:off x="-4" y="-2"/>
            <a:ext cx="18288000" cy="10286978"/>
          </a:xfrm>
          <a:prstGeom prst="rect">
            <a:avLst/>
          </a:prstGeom>
          <a:noFill/>
          <a:ln>
            <a:noFill/>
          </a:ln>
        </p:spPr>
      </p:pic>
      <p:cxnSp>
        <p:nvCxnSpPr>
          <p:cNvPr id="112" name="Google Shape;112;p21"/>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113" name="Google Shape;113;p21"/>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14" name="Google Shape;114;p21"/>
          <p:cNvSpPr txBox="1"/>
          <p:nvPr>
            <p:ph idx="1" type="subTitle"/>
          </p:nvPr>
        </p:nvSpPr>
        <p:spPr>
          <a:xfrm>
            <a:off x="1730150" y="2027325"/>
            <a:ext cx="146931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15" name="Google Shape;115;p21"/>
          <p:cNvSpPr txBox="1"/>
          <p:nvPr>
            <p:ph idx="2" type="body"/>
          </p:nvPr>
        </p:nvSpPr>
        <p:spPr>
          <a:xfrm>
            <a:off x="1754525" y="3011100"/>
            <a:ext cx="7217100" cy="6189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a - Presenter - Title, Subtitle, Body">
  <p:cSld name="CUSTOM_3_1_1_1_1_2_1">
    <p:spTree>
      <p:nvGrpSpPr>
        <p:cNvPr id="116" name="Shape 116"/>
        <p:cNvGrpSpPr/>
        <p:nvPr/>
      </p:nvGrpSpPr>
      <p:grpSpPr>
        <a:xfrm>
          <a:off x="0" y="0"/>
          <a:ext cx="0" cy="0"/>
          <a:chOff x="0" y="0"/>
          <a:chExt cx="0" cy="0"/>
        </a:xfrm>
      </p:grpSpPr>
      <p:pic>
        <p:nvPicPr>
          <p:cNvPr id="117" name="Google Shape;117;p22"/>
          <p:cNvPicPr preferRelativeResize="0"/>
          <p:nvPr/>
        </p:nvPicPr>
        <p:blipFill>
          <a:blip r:embed="rId2">
            <a:alphaModFix/>
          </a:blip>
          <a:stretch>
            <a:fillRect/>
          </a:stretch>
        </p:blipFill>
        <p:spPr>
          <a:xfrm>
            <a:off x="0" y="0"/>
            <a:ext cx="18288000" cy="10287000"/>
          </a:xfrm>
          <a:prstGeom prst="rect">
            <a:avLst/>
          </a:prstGeom>
          <a:noFill/>
          <a:ln>
            <a:noFill/>
          </a:ln>
        </p:spPr>
      </p:pic>
      <p:cxnSp>
        <p:nvCxnSpPr>
          <p:cNvPr id="118" name="Google Shape;118;p22"/>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119" name="Google Shape;119;p22"/>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20" name="Google Shape;120;p22"/>
          <p:cNvSpPr txBox="1"/>
          <p:nvPr>
            <p:ph idx="1" type="subTitle"/>
          </p:nvPr>
        </p:nvSpPr>
        <p:spPr>
          <a:xfrm>
            <a:off x="1730150" y="20273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21" name="Google Shape;121;p22"/>
          <p:cNvSpPr txBox="1"/>
          <p:nvPr>
            <p:ph idx="2" type="body"/>
          </p:nvPr>
        </p:nvSpPr>
        <p:spPr>
          <a:xfrm>
            <a:off x="1754525" y="3011100"/>
            <a:ext cx="7217100" cy="6189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b - Full - Title, Subtitle, Body">
  <p:cSld name="CUSTOM_3_1_1_1_1_1_2">
    <p:spTree>
      <p:nvGrpSpPr>
        <p:cNvPr id="122" name="Shape 122"/>
        <p:cNvGrpSpPr/>
        <p:nvPr/>
      </p:nvGrpSpPr>
      <p:grpSpPr>
        <a:xfrm>
          <a:off x="0" y="0"/>
          <a:ext cx="0" cy="0"/>
          <a:chOff x="0" y="0"/>
          <a:chExt cx="0" cy="0"/>
        </a:xfrm>
      </p:grpSpPr>
      <p:cxnSp>
        <p:nvCxnSpPr>
          <p:cNvPr id="123" name="Google Shape;123;p23"/>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124" name="Google Shape;124;p23"/>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25" name="Google Shape;125;p23"/>
          <p:cNvSpPr txBox="1"/>
          <p:nvPr>
            <p:ph idx="1" type="subTitle"/>
          </p:nvPr>
        </p:nvSpPr>
        <p:spPr>
          <a:xfrm>
            <a:off x="1730150" y="2027325"/>
            <a:ext cx="146931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26" name="Google Shape;126;p23"/>
          <p:cNvSpPr txBox="1"/>
          <p:nvPr>
            <p:ph idx="2" type="body"/>
          </p:nvPr>
        </p:nvSpPr>
        <p:spPr>
          <a:xfrm>
            <a:off x="1754525" y="3011100"/>
            <a:ext cx="7217100" cy="6189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b - Full - Presenter only">
  <p:cSld name="CUSTOM">
    <p:spTree>
      <p:nvGrpSpPr>
        <p:cNvPr id="127" name="Shape 127"/>
        <p:cNvGrpSpPr/>
        <p:nvPr/>
      </p:nvGrpSpPr>
      <p:grpSpPr>
        <a:xfrm>
          <a:off x="0" y="0"/>
          <a:ext cx="0" cy="0"/>
          <a:chOff x="0" y="0"/>
          <a:chExt cx="0" cy="0"/>
        </a:xfrm>
      </p:grpSpPr>
      <p:pic>
        <p:nvPicPr>
          <p:cNvPr id="128" name="Google Shape;128;p24"/>
          <p:cNvPicPr preferRelativeResize="0"/>
          <p:nvPr/>
        </p:nvPicPr>
        <p:blipFill>
          <a:blip r:embed="rId2">
            <a:alphaModFix/>
          </a:blip>
          <a:stretch>
            <a:fillRect/>
          </a:stretch>
        </p:blipFill>
        <p:spPr>
          <a:xfrm>
            <a:off x="0" y="0"/>
            <a:ext cx="18288000" cy="1028699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a - Presenter - No text">
  <p:cSld name="CUSTOM_2">
    <p:spTree>
      <p:nvGrpSpPr>
        <p:cNvPr id="129" name="Shape 129"/>
        <p:cNvGrpSpPr/>
        <p:nvPr/>
      </p:nvGrpSpPr>
      <p:grpSpPr>
        <a:xfrm>
          <a:off x="0" y="0"/>
          <a:ext cx="0" cy="0"/>
          <a:chOff x="0" y="0"/>
          <a:chExt cx="0" cy="0"/>
        </a:xfrm>
      </p:grpSpPr>
      <p:pic>
        <p:nvPicPr>
          <p:cNvPr id="130" name="Google Shape;130;p25"/>
          <p:cNvPicPr preferRelativeResize="0"/>
          <p:nvPr/>
        </p:nvPicPr>
        <p:blipFill>
          <a:blip r:embed="rId2">
            <a:alphaModFix/>
          </a:blip>
          <a:stretch>
            <a:fillRect/>
          </a:stretch>
        </p:blipFill>
        <p:spPr>
          <a:xfrm>
            <a:off x="0" y="0"/>
            <a:ext cx="18288000" cy="102870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b - Full - No text">
  <p:cSld name="CUSTOM_2_6">
    <p:spTree>
      <p:nvGrpSpPr>
        <p:cNvPr id="131" name="Shape 131"/>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c - Circle - No text">
  <p:cSld name="CUSTOM_2_5">
    <p:spTree>
      <p:nvGrpSpPr>
        <p:cNvPr id="132" name="Shape 132"/>
        <p:cNvGrpSpPr/>
        <p:nvPr/>
      </p:nvGrpSpPr>
      <p:grpSpPr>
        <a:xfrm>
          <a:off x="0" y="0"/>
          <a:ext cx="0" cy="0"/>
          <a:chOff x="0" y="0"/>
          <a:chExt cx="0" cy="0"/>
        </a:xfrm>
      </p:grpSpPr>
      <p:pic>
        <p:nvPicPr>
          <p:cNvPr id="133" name="Google Shape;133;p27"/>
          <p:cNvPicPr preferRelativeResize="0"/>
          <p:nvPr/>
        </p:nvPicPr>
        <p:blipFill>
          <a:blip r:embed="rId2">
            <a:alphaModFix/>
          </a:blip>
          <a:stretch>
            <a:fillRect/>
          </a:stretch>
        </p:blipFill>
        <p:spPr>
          <a:xfrm>
            <a:off x="-4" y="-2"/>
            <a:ext cx="18288000" cy="10286978"/>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a - Screencast Placeholder">
  <p:cSld name="CUSTOM_1">
    <p:spTree>
      <p:nvGrpSpPr>
        <p:cNvPr id="134" name="Shape 134"/>
        <p:cNvGrpSpPr/>
        <p:nvPr/>
      </p:nvGrpSpPr>
      <p:grpSpPr>
        <a:xfrm>
          <a:off x="0" y="0"/>
          <a:ext cx="0" cy="0"/>
          <a:chOff x="0" y="0"/>
          <a:chExt cx="0" cy="0"/>
        </a:xfrm>
      </p:grpSpPr>
      <p:sp>
        <p:nvSpPr>
          <p:cNvPr id="135" name="Google Shape;135;p28"/>
          <p:cNvSpPr/>
          <p:nvPr/>
        </p:nvSpPr>
        <p:spPr>
          <a:xfrm>
            <a:off x="910625" y="529125"/>
            <a:ext cx="16451100" cy="8700600"/>
          </a:xfrm>
          <a:prstGeom prst="rect">
            <a:avLst/>
          </a:prstGeom>
          <a:solidFill>
            <a:srgbClr val="FBBC05"/>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36" name="Google Shape;136;p28"/>
          <p:cNvSpPr txBox="1"/>
          <p:nvPr/>
        </p:nvSpPr>
        <p:spPr>
          <a:xfrm>
            <a:off x="2350950" y="4552950"/>
            <a:ext cx="13662600" cy="159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200">
                <a:solidFill>
                  <a:schemeClr val="lt1"/>
                </a:solidFill>
                <a:latin typeface="Google Sans"/>
                <a:ea typeface="Google Sans"/>
                <a:cs typeface="Google Sans"/>
                <a:sym typeface="Google Sans"/>
              </a:rPr>
              <a:t>Screencast</a:t>
            </a:r>
            <a:endParaRPr sz="7200">
              <a:solidFill>
                <a:schemeClr val="lt1"/>
              </a:solidFill>
              <a:latin typeface="Google Sans"/>
              <a:ea typeface="Google Sans"/>
              <a:cs typeface="Google Sans"/>
              <a:sym typeface="Google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a - Template - Video Info" showMasterSp="0">
  <p:cSld name="Blank_1_1">
    <p:bg>
      <p:bgPr>
        <a:noFill/>
      </p:bgPr>
    </p:bg>
    <p:spTree>
      <p:nvGrpSpPr>
        <p:cNvPr id="137" name="Shape 137"/>
        <p:cNvGrpSpPr/>
        <p:nvPr/>
      </p:nvGrpSpPr>
      <p:grpSpPr>
        <a:xfrm>
          <a:off x="0" y="0"/>
          <a:ext cx="0" cy="0"/>
          <a:chOff x="0" y="0"/>
          <a:chExt cx="0" cy="0"/>
        </a:xfrm>
      </p:grpSpPr>
      <p:sp>
        <p:nvSpPr>
          <p:cNvPr id="138" name="Google Shape;138;p29"/>
          <p:cNvSpPr/>
          <p:nvPr/>
        </p:nvSpPr>
        <p:spPr>
          <a:xfrm>
            <a:off x="-18300" y="-95250"/>
            <a:ext cx="18400800" cy="10496400"/>
          </a:xfrm>
          <a:prstGeom prst="rect">
            <a:avLst/>
          </a:prstGeom>
          <a:solidFill>
            <a:srgbClr val="4285F4"/>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39" name="Google Shape;139;p29"/>
          <p:cNvSpPr txBox="1"/>
          <p:nvPr>
            <p:ph type="title"/>
          </p:nvPr>
        </p:nvSpPr>
        <p:spPr>
          <a:xfrm>
            <a:off x="1503300" y="2771400"/>
            <a:ext cx="15357600" cy="4744200"/>
          </a:xfrm>
          <a:prstGeom prst="rect">
            <a:avLst/>
          </a:prstGeom>
          <a:noFill/>
          <a:ln>
            <a:noFill/>
          </a:ln>
        </p:spPr>
        <p:txBody>
          <a:bodyPr anchorCtr="0" anchor="t" bIns="91450" lIns="91450" spcFirstLastPara="1" rIns="91450" wrap="square" tIns="91450">
            <a:noAutofit/>
          </a:bodyPr>
          <a:lstStyle>
            <a:lvl1pPr lvl="0" rtl="0">
              <a:spcBef>
                <a:spcPts val="0"/>
              </a:spcBef>
              <a:spcAft>
                <a:spcPts val="0"/>
              </a:spcAft>
              <a:buNone/>
              <a:defRPr sz="4800">
                <a:solidFill>
                  <a:srgbClr val="FAFAFA"/>
                </a:solidFill>
                <a:latin typeface="Google Sans"/>
                <a:ea typeface="Google Sans"/>
                <a:cs typeface="Google Sans"/>
                <a:sym typeface="Google Sans"/>
              </a:defRPr>
            </a:lvl1pPr>
            <a:lvl2pPr lvl="1" rtl="0">
              <a:spcBef>
                <a:spcPts val="0"/>
              </a:spcBef>
              <a:spcAft>
                <a:spcPts val="0"/>
              </a:spcAft>
              <a:buNone/>
              <a:defRPr sz="4800"/>
            </a:lvl2pPr>
            <a:lvl3pPr lvl="2" rtl="0">
              <a:spcBef>
                <a:spcPts val="0"/>
              </a:spcBef>
              <a:spcAft>
                <a:spcPts val="0"/>
              </a:spcAft>
              <a:buNone/>
              <a:defRPr sz="4800"/>
            </a:lvl3pPr>
            <a:lvl4pPr lvl="3" rtl="0">
              <a:spcBef>
                <a:spcPts val="0"/>
              </a:spcBef>
              <a:spcAft>
                <a:spcPts val="0"/>
              </a:spcAft>
              <a:buNone/>
              <a:defRPr sz="4800"/>
            </a:lvl4pPr>
            <a:lvl5pPr lvl="4" rtl="0">
              <a:spcBef>
                <a:spcPts val="0"/>
              </a:spcBef>
              <a:spcAft>
                <a:spcPts val="0"/>
              </a:spcAft>
              <a:buNone/>
              <a:defRPr sz="4800"/>
            </a:lvl5pPr>
            <a:lvl6pPr lvl="5" rtl="0">
              <a:spcBef>
                <a:spcPts val="0"/>
              </a:spcBef>
              <a:spcAft>
                <a:spcPts val="0"/>
              </a:spcAft>
              <a:buNone/>
              <a:defRPr sz="4800"/>
            </a:lvl6pPr>
            <a:lvl7pPr lvl="6" rtl="0">
              <a:spcBef>
                <a:spcPts val="0"/>
              </a:spcBef>
              <a:spcAft>
                <a:spcPts val="0"/>
              </a:spcAft>
              <a:buNone/>
              <a:defRPr sz="4800"/>
            </a:lvl7pPr>
            <a:lvl8pPr lvl="7" rtl="0">
              <a:spcBef>
                <a:spcPts val="0"/>
              </a:spcBef>
              <a:spcAft>
                <a:spcPts val="0"/>
              </a:spcAft>
              <a:buNone/>
              <a:defRPr sz="4800"/>
            </a:lvl8pPr>
            <a:lvl9pPr lvl="8" rtl="0">
              <a:spcBef>
                <a:spcPts val="0"/>
              </a:spcBef>
              <a:spcAft>
                <a:spcPts val="0"/>
              </a:spcAft>
              <a:buNone/>
              <a:defRPr sz="4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c - Template - Instructions Slide" showMasterSp="0">
  <p:cSld name="Blank_1_1_1">
    <p:bg>
      <p:bgPr>
        <a:noFill/>
      </p:bgPr>
    </p:bg>
    <p:spTree>
      <p:nvGrpSpPr>
        <p:cNvPr id="140" name="Shape 140"/>
        <p:cNvGrpSpPr/>
        <p:nvPr/>
      </p:nvGrpSpPr>
      <p:grpSpPr>
        <a:xfrm>
          <a:off x="0" y="0"/>
          <a:ext cx="0" cy="0"/>
          <a:chOff x="0" y="0"/>
          <a:chExt cx="0" cy="0"/>
        </a:xfrm>
      </p:grpSpPr>
      <p:sp>
        <p:nvSpPr>
          <p:cNvPr id="141" name="Google Shape;141;p30"/>
          <p:cNvSpPr/>
          <p:nvPr/>
        </p:nvSpPr>
        <p:spPr>
          <a:xfrm>
            <a:off x="-18300" y="-95250"/>
            <a:ext cx="18400800" cy="10496400"/>
          </a:xfrm>
          <a:prstGeom prst="rect">
            <a:avLst/>
          </a:prstGeom>
          <a:solidFill>
            <a:schemeClr val="accent1"/>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42" name="Google Shape;142;p30"/>
          <p:cNvSpPr txBox="1"/>
          <p:nvPr>
            <p:ph type="title"/>
          </p:nvPr>
        </p:nvSpPr>
        <p:spPr>
          <a:xfrm>
            <a:off x="1733550" y="4552950"/>
            <a:ext cx="14897400" cy="2362200"/>
          </a:xfrm>
          <a:prstGeom prst="rect">
            <a:avLst/>
          </a:prstGeom>
          <a:noFill/>
          <a:ln>
            <a:noFill/>
          </a:ln>
        </p:spPr>
        <p:txBody>
          <a:bodyPr anchorCtr="0" anchor="t" bIns="91450" lIns="91450" spcFirstLastPara="1" rIns="91450" wrap="square" tIns="91450">
            <a:noAutofit/>
          </a:bodyPr>
          <a:lstStyle>
            <a:lvl1pPr lvl="0" rtl="0" algn="ctr">
              <a:spcBef>
                <a:spcPts val="0"/>
              </a:spcBef>
              <a:spcAft>
                <a:spcPts val="0"/>
              </a:spcAft>
              <a:buNone/>
              <a:defRPr sz="7200">
                <a:solidFill>
                  <a:srgbClr val="FAFAFA"/>
                </a:solidFill>
                <a:latin typeface="Google Sans"/>
                <a:ea typeface="Google Sans"/>
                <a:cs typeface="Google Sans"/>
                <a:sym typeface="Google Sans"/>
              </a:defRPr>
            </a:lvl1pPr>
            <a:lvl2pPr lvl="1" rtl="0">
              <a:spcBef>
                <a:spcPts val="0"/>
              </a:spcBef>
              <a:spcAft>
                <a:spcPts val="0"/>
              </a:spcAft>
              <a:buNone/>
              <a:defRPr sz="7200"/>
            </a:lvl2pPr>
            <a:lvl3pPr lvl="2" rtl="0">
              <a:spcBef>
                <a:spcPts val="0"/>
              </a:spcBef>
              <a:spcAft>
                <a:spcPts val="0"/>
              </a:spcAft>
              <a:buNone/>
              <a:defRPr sz="7200"/>
            </a:lvl3pPr>
            <a:lvl4pPr lvl="3" rtl="0">
              <a:spcBef>
                <a:spcPts val="0"/>
              </a:spcBef>
              <a:spcAft>
                <a:spcPts val="0"/>
              </a:spcAft>
              <a:buNone/>
              <a:defRPr sz="7200"/>
            </a:lvl4pPr>
            <a:lvl5pPr lvl="4" rtl="0">
              <a:spcBef>
                <a:spcPts val="0"/>
              </a:spcBef>
              <a:spcAft>
                <a:spcPts val="0"/>
              </a:spcAft>
              <a:buNone/>
              <a:defRPr sz="7200"/>
            </a:lvl5pPr>
            <a:lvl6pPr lvl="5" rtl="0">
              <a:spcBef>
                <a:spcPts val="0"/>
              </a:spcBef>
              <a:spcAft>
                <a:spcPts val="0"/>
              </a:spcAft>
              <a:buNone/>
              <a:defRPr sz="7200"/>
            </a:lvl6pPr>
            <a:lvl7pPr lvl="6" rtl="0">
              <a:spcBef>
                <a:spcPts val="0"/>
              </a:spcBef>
              <a:spcAft>
                <a:spcPts val="0"/>
              </a:spcAft>
              <a:buNone/>
              <a:defRPr sz="7200"/>
            </a:lvl7pPr>
            <a:lvl8pPr lvl="7" rtl="0">
              <a:spcBef>
                <a:spcPts val="0"/>
              </a:spcBef>
              <a:spcAft>
                <a:spcPts val="0"/>
              </a:spcAft>
              <a:buNone/>
              <a:defRPr sz="7200"/>
            </a:lvl8pPr>
            <a:lvl9pPr lvl="8" rtl="0">
              <a:spcBef>
                <a:spcPts val="0"/>
              </a:spcBef>
              <a:spcAft>
                <a:spcPts val="0"/>
              </a:spcAft>
              <a:buNone/>
              <a:defRPr sz="7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b - Template - ILT Start/End" showMasterSp="0">
  <p:cSld name="Blank_1_1_1_1">
    <p:bg>
      <p:bgPr>
        <a:noFill/>
      </p:bgPr>
    </p:bg>
    <p:spTree>
      <p:nvGrpSpPr>
        <p:cNvPr id="143" name="Shape 143"/>
        <p:cNvGrpSpPr/>
        <p:nvPr/>
      </p:nvGrpSpPr>
      <p:grpSpPr>
        <a:xfrm>
          <a:off x="0" y="0"/>
          <a:ext cx="0" cy="0"/>
          <a:chOff x="0" y="0"/>
          <a:chExt cx="0" cy="0"/>
        </a:xfrm>
      </p:grpSpPr>
      <p:sp>
        <p:nvSpPr>
          <p:cNvPr id="144" name="Google Shape;144;p31"/>
          <p:cNvSpPr/>
          <p:nvPr/>
        </p:nvSpPr>
        <p:spPr>
          <a:xfrm>
            <a:off x="-18300" y="-95250"/>
            <a:ext cx="18400800" cy="10496400"/>
          </a:xfrm>
          <a:prstGeom prst="rect">
            <a:avLst/>
          </a:prstGeom>
          <a:solidFill>
            <a:schemeClr val="accent6"/>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45" name="Google Shape;145;p31"/>
          <p:cNvSpPr txBox="1"/>
          <p:nvPr>
            <p:ph type="title"/>
          </p:nvPr>
        </p:nvSpPr>
        <p:spPr>
          <a:xfrm>
            <a:off x="1733550" y="4552950"/>
            <a:ext cx="14897400" cy="2362200"/>
          </a:xfrm>
          <a:prstGeom prst="rect">
            <a:avLst/>
          </a:prstGeom>
          <a:noFill/>
          <a:ln>
            <a:noFill/>
          </a:ln>
        </p:spPr>
        <p:txBody>
          <a:bodyPr anchorCtr="0" anchor="t" bIns="91450" lIns="91450" spcFirstLastPara="1" rIns="91450" wrap="square" tIns="91450">
            <a:noAutofit/>
          </a:bodyPr>
          <a:lstStyle>
            <a:lvl1pPr lvl="0" rtl="0" algn="ctr">
              <a:spcBef>
                <a:spcPts val="0"/>
              </a:spcBef>
              <a:spcAft>
                <a:spcPts val="0"/>
              </a:spcAft>
              <a:buNone/>
              <a:defRPr sz="7200">
                <a:solidFill>
                  <a:srgbClr val="FAFAFA"/>
                </a:solidFill>
                <a:latin typeface="Google Sans"/>
                <a:ea typeface="Google Sans"/>
                <a:cs typeface="Google Sans"/>
                <a:sym typeface="Google Sans"/>
              </a:defRPr>
            </a:lvl1pPr>
            <a:lvl2pPr lvl="1" rtl="0">
              <a:spcBef>
                <a:spcPts val="0"/>
              </a:spcBef>
              <a:spcAft>
                <a:spcPts val="0"/>
              </a:spcAft>
              <a:buNone/>
              <a:defRPr sz="7200"/>
            </a:lvl2pPr>
            <a:lvl3pPr lvl="2" rtl="0">
              <a:spcBef>
                <a:spcPts val="0"/>
              </a:spcBef>
              <a:spcAft>
                <a:spcPts val="0"/>
              </a:spcAft>
              <a:buNone/>
              <a:defRPr sz="7200"/>
            </a:lvl3pPr>
            <a:lvl4pPr lvl="3" rtl="0">
              <a:spcBef>
                <a:spcPts val="0"/>
              </a:spcBef>
              <a:spcAft>
                <a:spcPts val="0"/>
              </a:spcAft>
              <a:buNone/>
              <a:defRPr sz="7200"/>
            </a:lvl4pPr>
            <a:lvl5pPr lvl="4" rtl="0">
              <a:spcBef>
                <a:spcPts val="0"/>
              </a:spcBef>
              <a:spcAft>
                <a:spcPts val="0"/>
              </a:spcAft>
              <a:buNone/>
              <a:defRPr sz="7200"/>
            </a:lvl5pPr>
            <a:lvl6pPr lvl="5" rtl="0">
              <a:spcBef>
                <a:spcPts val="0"/>
              </a:spcBef>
              <a:spcAft>
                <a:spcPts val="0"/>
              </a:spcAft>
              <a:buNone/>
              <a:defRPr sz="7200"/>
            </a:lvl6pPr>
            <a:lvl7pPr lvl="6" rtl="0">
              <a:spcBef>
                <a:spcPts val="0"/>
              </a:spcBef>
              <a:spcAft>
                <a:spcPts val="0"/>
              </a:spcAft>
              <a:buNone/>
              <a:defRPr sz="7200"/>
            </a:lvl7pPr>
            <a:lvl8pPr lvl="7" rtl="0">
              <a:spcBef>
                <a:spcPts val="0"/>
              </a:spcBef>
              <a:spcAft>
                <a:spcPts val="0"/>
              </a:spcAft>
              <a:buNone/>
              <a:defRPr sz="7200"/>
            </a:lvl8pPr>
            <a:lvl9pPr lvl="8" rtl="0">
              <a:spcBef>
                <a:spcPts val="0"/>
              </a:spcBef>
              <a:spcAft>
                <a:spcPts val="0"/>
              </a:spcAft>
              <a:buNone/>
              <a:defRPr sz="72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afe and Google Cloud logo Saved Here - Copy to Master Slide when needed">
  <p:cSld name="CUSTOM_3">
    <p:spTree>
      <p:nvGrpSpPr>
        <p:cNvPr id="146" name="Shape 146"/>
        <p:cNvGrpSpPr/>
        <p:nvPr/>
      </p:nvGrpSpPr>
      <p:grpSpPr>
        <a:xfrm>
          <a:off x="0" y="0"/>
          <a:ext cx="0" cy="0"/>
          <a:chOff x="0" y="0"/>
          <a:chExt cx="0" cy="0"/>
        </a:xfrm>
      </p:grpSpPr>
      <p:pic>
        <p:nvPicPr>
          <p:cNvPr id="147" name="Google Shape;147;p32"/>
          <p:cNvPicPr preferRelativeResize="0"/>
          <p:nvPr/>
        </p:nvPicPr>
        <p:blipFill>
          <a:blip r:embed="rId2">
            <a:alphaModFix/>
          </a:blip>
          <a:stretch>
            <a:fillRect/>
          </a:stretch>
        </p:blipFill>
        <p:spPr>
          <a:xfrm>
            <a:off x="0" y="26"/>
            <a:ext cx="18288000" cy="10286960"/>
          </a:xfrm>
          <a:prstGeom prst="rect">
            <a:avLst/>
          </a:prstGeom>
          <a:noFill/>
          <a:ln>
            <a:noFill/>
          </a:ln>
        </p:spPr>
      </p:pic>
      <p:pic>
        <p:nvPicPr>
          <p:cNvPr id="148" name="Google Shape;148;p32"/>
          <p:cNvPicPr preferRelativeResize="0"/>
          <p:nvPr/>
        </p:nvPicPr>
        <p:blipFill rotWithShape="1">
          <a:blip r:embed="rId3">
            <a:alphaModFix/>
          </a:blip>
          <a:srcRect b="0" l="0" r="-21669" t="0"/>
          <a:stretch/>
        </p:blipFill>
        <p:spPr>
          <a:xfrm>
            <a:off x="1010600" y="9256050"/>
            <a:ext cx="3223152" cy="507026"/>
          </a:xfrm>
          <a:prstGeom prst="rect">
            <a:avLst/>
          </a:prstGeom>
          <a:noFill/>
          <a:ln>
            <a:noFill/>
          </a:ln>
        </p:spPr>
      </p:pic>
      <p:sp>
        <p:nvSpPr>
          <p:cNvPr id="149" name="Google Shape;149;p32"/>
          <p:cNvSpPr txBox="1"/>
          <p:nvPr/>
        </p:nvSpPr>
        <p:spPr>
          <a:xfrm>
            <a:off x="594300" y="8552850"/>
            <a:ext cx="1225800" cy="450000"/>
          </a:xfrm>
          <a:prstGeom prst="rect">
            <a:avLst/>
          </a:prstGeom>
          <a:noFill/>
          <a:ln>
            <a:noFill/>
          </a:ln>
        </p:spPr>
        <p:txBody>
          <a:bodyPr anchorCtr="0" anchor="t" bIns="91450" lIns="91450" spcFirstLastPara="1" rIns="91450" wrap="square" tIns="91450">
            <a:noAutofit/>
          </a:bodyPr>
          <a:lstStyle/>
          <a:p>
            <a:pPr indent="0" lvl="0" marL="0" rtl="0" algn="r">
              <a:spcBef>
                <a:spcPts val="0"/>
              </a:spcBef>
              <a:spcAft>
                <a:spcPts val="0"/>
              </a:spcAft>
              <a:buNone/>
            </a:pPr>
            <a:r>
              <a:rPr lang="en" sz="1400">
                <a:solidFill>
                  <a:srgbClr val="EA4335"/>
                </a:solidFill>
                <a:latin typeface="Google Sans"/>
                <a:ea typeface="Google Sans"/>
                <a:cs typeface="Google Sans"/>
                <a:sym typeface="Google Sans"/>
              </a:rPr>
              <a:t>  Title Safe &gt;  </a:t>
            </a:r>
            <a:endParaRPr sz="1400"/>
          </a:p>
        </p:txBody>
      </p:sp>
      <p:sp>
        <p:nvSpPr>
          <p:cNvPr id="150" name="Google Shape;150;p32"/>
          <p:cNvSpPr txBox="1"/>
          <p:nvPr/>
        </p:nvSpPr>
        <p:spPr>
          <a:xfrm>
            <a:off x="858200" y="7957950"/>
            <a:ext cx="1368600" cy="450000"/>
          </a:xfrm>
          <a:prstGeom prst="rect">
            <a:avLst/>
          </a:prstGeom>
          <a:noFill/>
          <a:ln>
            <a:noFill/>
          </a:ln>
        </p:spPr>
        <p:txBody>
          <a:bodyPr anchorCtr="0" anchor="t" bIns="91450" lIns="91450" spcFirstLastPara="1" rIns="91450" wrap="square" tIns="91450">
            <a:noAutofit/>
          </a:bodyPr>
          <a:lstStyle/>
          <a:p>
            <a:pPr indent="0" lvl="0" marL="0" rtl="0" algn="l">
              <a:spcBef>
                <a:spcPts val="0"/>
              </a:spcBef>
              <a:spcAft>
                <a:spcPts val="0"/>
              </a:spcAft>
              <a:buNone/>
            </a:pPr>
            <a:r>
              <a:rPr lang="en" sz="1400">
                <a:solidFill>
                  <a:srgbClr val="EA4335"/>
                </a:solidFill>
                <a:latin typeface="Google Sans"/>
                <a:ea typeface="Google Sans"/>
                <a:cs typeface="Google Sans"/>
                <a:sym typeface="Google Sans"/>
              </a:rPr>
              <a:t> &lt; Action Safe </a:t>
            </a:r>
            <a:endParaRPr sz="140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USTOM_5">
    <p:spTree>
      <p:nvGrpSpPr>
        <p:cNvPr id="151" name="Shape 151"/>
        <p:cNvGrpSpPr/>
        <p:nvPr/>
      </p:nvGrpSpPr>
      <p:grpSpPr>
        <a:xfrm>
          <a:off x="0" y="0"/>
          <a:ext cx="0" cy="0"/>
          <a:chOff x="0" y="0"/>
          <a:chExt cx="0" cy="0"/>
        </a:xfrm>
      </p:grpSpPr>
      <p:pic>
        <p:nvPicPr>
          <p:cNvPr id="152" name="Google Shape;152;p33"/>
          <p:cNvPicPr preferRelativeResize="0"/>
          <p:nvPr/>
        </p:nvPicPr>
        <p:blipFill>
          <a:blip r:embed="rId2">
            <a:alphaModFix/>
          </a:blip>
          <a:stretch>
            <a:fillRect/>
          </a:stretch>
        </p:blipFill>
        <p:spPr>
          <a:xfrm>
            <a:off x="5180400" y="4192500"/>
            <a:ext cx="7530232" cy="1441176"/>
          </a:xfrm>
          <a:prstGeom prst="rect">
            <a:avLst/>
          </a:prstGeom>
          <a:noFill/>
          <a:ln>
            <a:noFill/>
          </a:ln>
        </p:spPr>
      </p:pic>
      <p:sp>
        <p:nvSpPr>
          <p:cNvPr id="153" name="Google Shape;153;p33"/>
          <p:cNvSpPr/>
          <p:nvPr/>
        </p:nvSpPr>
        <p:spPr>
          <a:xfrm>
            <a:off x="590450" y="8936550"/>
            <a:ext cx="3670500" cy="9735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Content">
  <p:cSld name="CUSTOM_2_3">
    <p:spTree>
      <p:nvGrpSpPr>
        <p:cNvPr id="154" name="Shape 154"/>
        <p:cNvGrpSpPr/>
        <p:nvPr/>
      </p:nvGrpSpPr>
      <p:grpSpPr>
        <a:xfrm>
          <a:off x="0" y="0"/>
          <a:ext cx="0" cy="0"/>
          <a:chOff x="0" y="0"/>
          <a:chExt cx="0" cy="0"/>
        </a:xfrm>
      </p:grpSpPr>
      <p:sp>
        <p:nvSpPr>
          <p:cNvPr id="155" name="Google Shape;155;p34"/>
          <p:cNvSpPr txBox="1"/>
          <p:nvPr>
            <p:ph type="title"/>
          </p:nvPr>
        </p:nvSpPr>
        <p:spPr>
          <a:xfrm>
            <a:off x="1523900" y="1619150"/>
            <a:ext cx="10160400" cy="704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56" name="Google Shape;156;p34"/>
          <p:cNvSpPr txBox="1"/>
          <p:nvPr>
            <p:ph idx="1" type="body"/>
          </p:nvPr>
        </p:nvSpPr>
        <p:spPr>
          <a:xfrm>
            <a:off x="1524050" y="3028450"/>
            <a:ext cx="10160400" cy="5639400"/>
          </a:xfrm>
          <a:prstGeom prst="rect">
            <a:avLst/>
          </a:prstGeom>
          <a:noFill/>
          <a:ln>
            <a:noFill/>
          </a:ln>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grpSp>
        <p:nvGrpSpPr>
          <p:cNvPr id="157" name="Google Shape;157;p34"/>
          <p:cNvGrpSpPr/>
          <p:nvPr/>
        </p:nvGrpSpPr>
        <p:grpSpPr>
          <a:xfrm>
            <a:off x="1228241" y="9137251"/>
            <a:ext cx="580334" cy="466754"/>
            <a:chOff x="614120" y="4568626"/>
            <a:chExt cx="290167" cy="233377"/>
          </a:xfrm>
        </p:grpSpPr>
        <p:sp>
          <p:nvSpPr>
            <p:cNvPr id="158" name="Google Shape;158;p34"/>
            <p:cNvSpPr/>
            <p:nvPr/>
          </p:nvSpPr>
          <p:spPr>
            <a:xfrm>
              <a:off x="649563" y="4568626"/>
              <a:ext cx="184863" cy="83805"/>
            </a:xfrm>
            <a:custGeom>
              <a:rect b="b" l="l" r="r" t="t"/>
              <a:pathLst>
                <a:path extrusionOk="0" h="12669" w="27946">
                  <a:moveTo>
                    <a:pt x="16372" y="0"/>
                  </a:moveTo>
                  <a:lnTo>
                    <a:pt x="14729" y="95"/>
                  </a:lnTo>
                  <a:lnTo>
                    <a:pt x="13098" y="345"/>
                  </a:lnTo>
                  <a:lnTo>
                    <a:pt x="11502" y="762"/>
                  </a:lnTo>
                  <a:lnTo>
                    <a:pt x="9942" y="1322"/>
                  </a:lnTo>
                  <a:lnTo>
                    <a:pt x="8430" y="2036"/>
                  </a:lnTo>
                  <a:lnTo>
                    <a:pt x="6989" y="2905"/>
                  </a:lnTo>
                  <a:lnTo>
                    <a:pt x="5620" y="3929"/>
                  </a:lnTo>
                  <a:lnTo>
                    <a:pt x="4334" y="5108"/>
                  </a:lnTo>
                  <a:lnTo>
                    <a:pt x="3739" y="5751"/>
                  </a:lnTo>
                  <a:lnTo>
                    <a:pt x="3405" y="6132"/>
                  </a:lnTo>
                  <a:lnTo>
                    <a:pt x="2798" y="6906"/>
                  </a:lnTo>
                  <a:lnTo>
                    <a:pt x="2227" y="7716"/>
                  </a:lnTo>
                  <a:lnTo>
                    <a:pt x="1703" y="8561"/>
                  </a:lnTo>
                  <a:lnTo>
                    <a:pt x="1238" y="9430"/>
                  </a:lnTo>
                  <a:lnTo>
                    <a:pt x="810" y="10335"/>
                  </a:lnTo>
                  <a:lnTo>
                    <a:pt x="453" y="11252"/>
                  </a:lnTo>
                  <a:lnTo>
                    <a:pt x="131" y="12192"/>
                  </a:lnTo>
                  <a:lnTo>
                    <a:pt x="0" y="12669"/>
                  </a:lnTo>
                  <a:lnTo>
                    <a:pt x="179" y="12573"/>
                  </a:lnTo>
                  <a:lnTo>
                    <a:pt x="595" y="12514"/>
                  </a:lnTo>
                  <a:lnTo>
                    <a:pt x="1203" y="12573"/>
                  </a:lnTo>
                  <a:lnTo>
                    <a:pt x="1310" y="12597"/>
                  </a:lnTo>
                  <a:lnTo>
                    <a:pt x="8930" y="11347"/>
                  </a:lnTo>
                  <a:lnTo>
                    <a:pt x="8978" y="11264"/>
                  </a:lnTo>
                  <a:lnTo>
                    <a:pt x="9252" y="10906"/>
                  </a:lnTo>
                  <a:lnTo>
                    <a:pt x="9442" y="10740"/>
                  </a:lnTo>
                  <a:lnTo>
                    <a:pt x="9526" y="10740"/>
                  </a:lnTo>
                  <a:lnTo>
                    <a:pt x="9847" y="10395"/>
                  </a:lnTo>
                  <a:lnTo>
                    <a:pt x="10538" y="9775"/>
                  </a:lnTo>
                  <a:lnTo>
                    <a:pt x="11276" y="9240"/>
                  </a:lnTo>
                  <a:lnTo>
                    <a:pt x="12050" y="8775"/>
                  </a:lnTo>
                  <a:lnTo>
                    <a:pt x="12847" y="8382"/>
                  </a:lnTo>
                  <a:lnTo>
                    <a:pt x="13681" y="8085"/>
                  </a:lnTo>
                  <a:lnTo>
                    <a:pt x="14538" y="7846"/>
                  </a:lnTo>
                  <a:lnTo>
                    <a:pt x="15407" y="7704"/>
                  </a:lnTo>
                  <a:lnTo>
                    <a:pt x="16289" y="7644"/>
                  </a:lnTo>
                  <a:lnTo>
                    <a:pt x="17170" y="7656"/>
                  </a:lnTo>
                  <a:lnTo>
                    <a:pt x="18039" y="7751"/>
                  </a:lnTo>
                  <a:lnTo>
                    <a:pt x="18908" y="7930"/>
                  </a:lnTo>
                  <a:lnTo>
                    <a:pt x="19765" y="8192"/>
                  </a:lnTo>
                  <a:lnTo>
                    <a:pt x="20599" y="8537"/>
                  </a:lnTo>
                  <a:lnTo>
                    <a:pt x="21408" y="8966"/>
                  </a:lnTo>
                  <a:lnTo>
                    <a:pt x="22182" y="9478"/>
                  </a:lnTo>
                  <a:lnTo>
                    <a:pt x="22551" y="9775"/>
                  </a:lnTo>
                  <a:lnTo>
                    <a:pt x="22551" y="9740"/>
                  </a:lnTo>
                  <a:lnTo>
                    <a:pt x="23956" y="9775"/>
                  </a:lnTo>
                  <a:lnTo>
                    <a:pt x="27767" y="5965"/>
                  </a:lnTo>
                  <a:lnTo>
                    <a:pt x="27945" y="4334"/>
                  </a:lnTo>
                  <a:lnTo>
                    <a:pt x="27267" y="3763"/>
                  </a:lnTo>
                  <a:lnTo>
                    <a:pt x="25862" y="2750"/>
                  </a:lnTo>
                  <a:lnTo>
                    <a:pt x="24385" y="1893"/>
                  </a:lnTo>
                  <a:lnTo>
                    <a:pt x="22849" y="1191"/>
                  </a:lnTo>
                  <a:lnTo>
                    <a:pt x="21266" y="655"/>
                  </a:lnTo>
                  <a:lnTo>
                    <a:pt x="19646" y="274"/>
                  </a:lnTo>
                  <a:lnTo>
                    <a:pt x="18015" y="60"/>
                  </a:lnTo>
                  <a:lnTo>
                    <a:pt x="16372" y="0"/>
                  </a:lnTo>
                  <a:close/>
                </a:path>
              </a:pathLst>
            </a:custGeom>
            <a:solidFill>
              <a:schemeClr val="accen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59" name="Google Shape;159;p34"/>
            <p:cNvSpPr/>
            <p:nvPr/>
          </p:nvSpPr>
          <p:spPr>
            <a:xfrm>
              <a:off x="752817" y="4597368"/>
              <a:ext cx="151470" cy="204556"/>
            </a:xfrm>
            <a:custGeom>
              <a:rect b="b" l="l" r="r" t="t"/>
              <a:pathLst>
                <a:path extrusionOk="0" h="30923" w="22898">
                  <a:moveTo>
                    <a:pt x="12348" y="1"/>
                  </a:moveTo>
                  <a:lnTo>
                    <a:pt x="6942" y="5395"/>
                  </a:lnTo>
                  <a:lnTo>
                    <a:pt x="7359" y="5740"/>
                  </a:lnTo>
                  <a:lnTo>
                    <a:pt x="8109" y="6502"/>
                  </a:lnTo>
                  <a:lnTo>
                    <a:pt x="8764" y="7335"/>
                  </a:lnTo>
                  <a:lnTo>
                    <a:pt x="9324" y="8228"/>
                  </a:lnTo>
                  <a:lnTo>
                    <a:pt x="9788" y="9181"/>
                  </a:lnTo>
                  <a:lnTo>
                    <a:pt x="10133" y="10169"/>
                  </a:lnTo>
                  <a:lnTo>
                    <a:pt x="10372" y="11205"/>
                  </a:lnTo>
                  <a:lnTo>
                    <a:pt x="10491" y="12265"/>
                  </a:lnTo>
                  <a:lnTo>
                    <a:pt x="10503" y="12812"/>
                  </a:lnTo>
                  <a:lnTo>
                    <a:pt x="10503" y="13777"/>
                  </a:lnTo>
                  <a:lnTo>
                    <a:pt x="10991" y="13789"/>
                  </a:lnTo>
                  <a:lnTo>
                    <a:pt x="11920" y="13979"/>
                  </a:lnTo>
                  <a:lnTo>
                    <a:pt x="12777" y="14348"/>
                  </a:lnTo>
                  <a:lnTo>
                    <a:pt x="13539" y="14860"/>
                  </a:lnTo>
                  <a:lnTo>
                    <a:pt x="14182" y="15503"/>
                  </a:lnTo>
                  <a:lnTo>
                    <a:pt x="14694" y="16265"/>
                  </a:lnTo>
                  <a:lnTo>
                    <a:pt x="15051" y="17123"/>
                  </a:lnTo>
                  <a:lnTo>
                    <a:pt x="15241" y="18051"/>
                  </a:lnTo>
                  <a:lnTo>
                    <a:pt x="15265" y="18540"/>
                  </a:lnTo>
                  <a:lnTo>
                    <a:pt x="15241" y="19028"/>
                  </a:lnTo>
                  <a:lnTo>
                    <a:pt x="15051" y="19956"/>
                  </a:lnTo>
                  <a:lnTo>
                    <a:pt x="14694" y="20814"/>
                  </a:lnTo>
                  <a:lnTo>
                    <a:pt x="14182" y="21576"/>
                  </a:lnTo>
                  <a:lnTo>
                    <a:pt x="13539" y="22219"/>
                  </a:lnTo>
                  <a:lnTo>
                    <a:pt x="12777" y="22731"/>
                  </a:lnTo>
                  <a:lnTo>
                    <a:pt x="11920" y="23100"/>
                  </a:lnTo>
                  <a:lnTo>
                    <a:pt x="10991" y="23290"/>
                  </a:lnTo>
                  <a:lnTo>
                    <a:pt x="10503" y="23302"/>
                  </a:lnTo>
                  <a:lnTo>
                    <a:pt x="977" y="23302"/>
                  </a:lnTo>
                  <a:lnTo>
                    <a:pt x="1" y="24267"/>
                  </a:lnTo>
                  <a:lnTo>
                    <a:pt x="1" y="29958"/>
                  </a:lnTo>
                  <a:lnTo>
                    <a:pt x="977" y="30922"/>
                  </a:lnTo>
                  <a:lnTo>
                    <a:pt x="10503" y="30922"/>
                  </a:lnTo>
                  <a:lnTo>
                    <a:pt x="11134" y="30911"/>
                  </a:lnTo>
                  <a:lnTo>
                    <a:pt x="12384" y="30780"/>
                  </a:lnTo>
                  <a:lnTo>
                    <a:pt x="13598" y="30541"/>
                  </a:lnTo>
                  <a:lnTo>
                    <a:pt x="14765" y="30172"/>
                  </a:lnTo>
                  <a:lnTo>
                    <a:pt x="15873" y="29708"/>
                  </a:lnTo>
                  <a:lnTo>
                    <a:pt x="16932" y="29136"/>
                  </a:lnTo>
                  <a:lnTo>
                    <a:pt x="17921" y="28470"/>
                  </a:lnTo>
                  <a:lnTo>
                    <a:pt x="18837" y="27708"/>
                  </a:lnTo>
                  <a:lnTo>
                    <a:pt x="19671" y="26874"/>
                  </a:lnTo>
                  <a:lnTo>
                    <a:pt x="20433" y="25957"/>
                  </a:lnTo>
                  <a:lnTo>
                    <a:pt x="21100" y="24969"/>
                  </a:lnTo>
                  <a:lnTo>
                    <a:pt x="21671" y="23909"/>
                  </a:lnTo>
                  <a:lnTo>
                    <a:pt x="22147" y="22802"/>
                  </a:lnTo>
                  <a:lnTo>
                    <a:pt x="22505" y="21635"/>
                  </a:lnTo>
                  <a:lnTo>
                    <a:pt x="22755" y="20433"/>
                  </a:lnTo>
                  <a:lnTo>
                    <a:pt x="22886" y="19183"/>
                  </a:lnTo>
                  <a:lnTo>
                    <a:pt x="22898" y="18540"/>
                  </a:lnTo>
                  <a:lnTo>
                    <a:pt x="22886" y="17778"/>
                  </a:lnTo>
                  <a:lnTo>
                    <a:pt x="22695" y="16289"/>
                  </a:lnTo>
                  <a:lnTo>
                    <a:pt x="22338" y="14837"/>
                  </a:lnTo>
                  <a:lnTo>
                    <a:pt x="21802" y="13455"/>
                  </a:lnTo>
                  <a:lnTo>
                    <a:pt x="21112" y="12134"/>
                  </a:lnTo>
                  <a:lnTo>
                    <a:pt x="20266" y="10907"/>
                  </a:lnTo>
                  <a:lnTo>
                    <a:pt x="19278" y="9788"/>
                  </a:lnTo>
                  <a:lnTo>
                    <a:pt x="18147" y="8776"/>
                  </a:lnTo>
                  <a:lnTo>
                    <a:pt x="17528" y="8336"/>
                  </a:lnTo>
                  <a:lnTo>
                    <a:pt x="17349" y="7728"/>
                  </a:lnTo>
                  <a:lnTo>
                    <a:pt x="16944" y="6550"/>
                  </a:lnTo>
                  <a:lnTo>
                    <a:pt x="16444" y="5407"/>
                  </a:lnTo>
                  <a:lnTo>
                    <a:pt x="15861" y="4311"/>
                  </a:lnTo>
                  <a:lnTo>
                    <a:pt x="15206" y="3263"/>
                  </a:lnTo>
                  <a:lnTo>
                    <a:pt x="14479" y="2263"/>
                  </a:lnTo>
                  <a:lnTo>
                    <a:pt x="13682" y="1311"/>
                  </a:lnTo>
                  <a:lnTo>
                    <a:pt x="12813" y="418"/>
                  </a:lnTo>
                  <a:lnTo>
                    <a:pt x="12348" y="1"/>
                  </a:ln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0" name="Google Shape;160;p34"/>
            <p:cNvSpPr/>
            <p:nvPr/>
          </p:nvSpPr>
          <p:spPr>
            <a:xfrm>
              <a:off x="646726" y="4748673"/>
              <a:ext cx="112561" cy="53330"/>
            </a:xfrm>
            <a:custGeom>
              <a:rect b="b" l="l" r="r" t="t"/>
              <a:pathLst>
                <a:path extrusionOk="0" h="8062" w="17016">
                  <a:moveTo>
                    <a:pt x="5513" y="1"/>
                  </a:moveTo>
                  <a:lnTo>
                    <a:pt x="4144" y="417"/>
                  </a:lnTo>
                  <a:lnTo>
                    <a:pt x="334" y="4227"/>
                  </a:lnTo>
                  <a:lnTo>
                    <a:pt x="0" y="5525"/>
                  </a:lnTo>
                  <a:lnTo>
                    <a:pt x="405" y="5823"/>
                  </a:lnTo>
                  <a:lnTo>
                    <a:pt x="1251" y="6359"/>
                  </a:lnTo>
                  <a:lnTo>
                    <a:pt x="2144" y="6835"/>
                  </a:lnTo>
                  <a:lnTo>
                    <a:pt x="3061" y="7228"/>
                  </a:lnTo>
                  <a:lnTo>
                    <a:pt x="4001" y="7549"/>
                  </a:lnTo>
                  <a:lnTo>
                    <a:pt x="4977" y="7799"/>
                  </a:lnTo>
                  <a:lnTo>
                    <a:pt x="5966" y="7966"/>
                  </a:lnTo>
                  <a:lnTo>
                    <a:pt x="6966" y="8049"/>
                  </a:lnTo>
                  <a:lnTo>
                    <a:pt x="7478" y="8061"/>
                  </a:lnTo>
                  <a:lnTo>
                    <a:pt x="17015" y="8061"/>
                  </a:lnTo>
                  <a:lnTo>
                    <a:pt x="17015" y="429"/>
                  </a:lnTo>
                  <a:lnTo>
                    <a:pt x="7478" y="429"/>
                  </a:lnTo>
                  <a:lnTo>
                    <a:pt x="6966" y="405"/>
                  </a:lnTo>
                  <a:lnTo>
                    <a:pt x="5978" y="191"/>
                  </a:lnTo>
                  <a:lnTo>
                    <a:pt x="5513" y="1"/>
                  </a:lnTo>
                  <a:close/>
                </a:path>
              </a:pathLst>
            </a:custGeom>
            <a:solidFill>
              <a:schemeClr val="accent4"/>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1" name="Google Shape;161;p34"/>
            <p:cNvSpPr/>
            <p:nvPr/>
          </p:nvSpPr>
          <p:spPr>
            <a:xfrm>
              <a:off x="614120" y="4638010"/>
              <a:ext cx="147290" cy="147376"/>
            </a:xfrm>
            <a:custGeom>
              <a:rect b="b" l="l" r="r" t="t"/>
              <a:pathLst>
                <a:path extrusionOk="0" h="22279" w="22266">
                  <a:moveTo>
                    <a:pt x="12407" y="1"/>
                  </a:moveTo>
                  <a:lnTo>
                    <a:pt x="11764" y="13"/>
                  </a:lnTo>
                  <a:lnTo>
                    <a:pt x="10514" y="132"/>
                  </a:lnTo>
                  <a:lnTo>
                    <a:pt x="9299" y="382"/>
                  </a:lnTo>
                  <a:lnTo>
                    <a:pt x="8132" y="739"/>
                  </a:lnTo>
                  <a:lnTo>
                    <a:pt x="7025" y="1203"/>
                  </a:lnTo>
                  <a:lnTo>
                    <a:pt x="5965" y="1775"/>
                  </a:lnTo>
                  <a:lnTo>
                    <a:pt x="4977" y="2442"/>
                  </a:lnTo>
                  <a:lnTo>
                    <a:pt x="4060" y="3192"/>
                  </a:lnTo>
                  <a:lnTo>
                    <a:pt x="3215" y="4037"/>
                  </a:lnTo>
                  <a:lnTo>
                    <a:pt x="2465" y="4954"/>
                  </a:lnTo>
                  <a:lnTo>
                    <a:pt x="1798" y="5942"/>
                  </a:lnTo>
                  <a:lnTo>
                    <a:pt x="1226" y="6990"/>
                  </a:lnTo>
                  <a:lnTo>
                    <a:pt x="750" y="8097"/>
                  </a:lnTo>
                  <a:lnTo>
                    <a:pt x="393" y="9264"/>
                  </a:lnTo>
                  <a:lnTo>
                    <a:pt x="143" y="10479"/>
                  </a:lnTo>
                  <a:lnTo>
                    <a:pt x="12" y="11729"/>
                  </a:lnTo>
                  <a:lnTo>
                    <a:pt x="0" y="12360"/>
                  </a:lnTo>
                  <a:lnTo>
                    <a:pt x="12" y="13098"/>
                  </a:lnTo>
                  <a:lnTo>
                    <a:pt x="179" y="14527"/>
                  </a:lnTo>
                  <a:lnTo>
                    <a:pt x="512" y="15920"/>
                  </a:lnTo>
                  <a:lnTo>
                    <a:pt x="1000" y="17265"/>
                  </a:lnTo>
                  <a:lnTo>
                    <a:pt x="1631" y="18527"/>
                  </a:lnTo>
                  <a:lnTo>
                    <a:pt x="2405" y="19730"/>
                  </a:lnTo>
                  <a:lnTo>
                    <a:pt x="3310" y="20825"/>
                  </a:lnTo>
                  <a:lnTo>
                    <a:pt x="4358" y="21826"/>
                  </a:lnTo>
                  <a:lnTo>
                    <a:pt x="4929" y="22278"/>
                  </a:lnTo>
                  <a:lnTo>
                    <a:pt x="10454" y="16741"/>
                  </a:lnTo>
                  <a:lnTo>
                    <a:pt x="10014" y="16527"/>
                  </a:lnTo>
                  <a:lnTo>
                    <a:pt x="9240" y="15979"/>
                  </a:lnTo>
                  <a:lnTo>
                    <a:pt x="8609" y="15301"/>
                  </a:lnTo>
                  <a:lnTo>
                    <a:pt x="8120" y="14515"/>
                  </a:lnTo>
                  <a:lnTo>
                    <a:pt x="7799" y="13670"/>
                  </a:lnTo>
                  <a:lnTo>
                    <a:pt x="7644" y="12765"/>
                  </a:lnTo>
                  <a:lnTo>
                    <a:pt x="7656" y="11836"/>
                  </a:lnTo>
                  <a:lnTo>
                    <a:pt x="7870" y="10895"/>
                  </a:lnTo>
                  <a:lnTo>
                    <a:pt x="8061" y="10443"/>
                  </a:lnTo>
                  <a:lnTo>
                    <a:pt x="8275" y="10002"/>
                  </a:lnTo>
                  <a:lnTo>
                    <a:pt x="8823" y="9240"/>
                  </a:lnTo>
                  <a:lnTo>
                    <a:pt x="9502" y="8597"/>
                  </a:lnTo>
                  <a:lnTo>
                    <a:pt x="10276" y="8121"/>
                  </a:lnTo>
                  <a:lnTo>
                    <a:pt x="11133" y="7788"/>
                  </a:lnTo>
                  <a:lnTo>
                    <a:pt x="12038" y="7633"/>
                  </a:lnTo>
                  <a:lnTo>
                    <a:pt x="12967" y="7657"/>
                  </a:lnTo>
                  <a:lnTo>
                    <a:pt x="13895" y="7859"/>
                  </a:lnTo>
                  <a:lnTo>
                    <a:pt x="14348" y="8050"/>
                  </a:lnTo>
                  <a:lnTo>
                    <a:pt x="14741" y="8240"/>
                  </a:lnTo>
                  <a:lnTo>
                    <a:pt x="15455" y="8728"/>
                  </a:lnTo>
                  <a:lnTo>
                    <a:pt x="16062" y="9347"/>
                  </a:lnTo>
                  <a:lnTo>
                    <a:pt x="16562" y="10050"/>
                  </a:lnTo>
                  <a:lnTo>
                    <a:pt x="16753" y="10443"/>
                  </a:lnTo>
                  <a:lnTo>
                    <a:pt x="22266" y="4930"/>
                  </a:lnTo>
                  <a:lnTo>
                    <a:pt x="21825" y="4347"/>
                  </a:lnTo>
                  <a:lnTo>
                    <a:pt x="20825" y="3311"/>
                  </a:lnTo>
                  <a:lnTo>
                    <a:pt x="19730" y="2394"/>
                  </a:lnTo>
                  <a:lnTo>
                    <a:pt x="18539" y="1620"/>
                  </a:lnTo>
                  <a:lnTo>
                    <a:pt x="17277" y="989"/>
                  </a:lnTo>
                  <a:lnTo>
                    <a:pt x="15943" y="513"/>
                  </a:lnTo>
                  <a:lnTo>
                    <a:pt x="14550" y="179"/>
                  </a:lnTo>
                  <a:lnTo>
                    <a:pt x="13133" y="13"/>
                  </a:lnTo>
                  <a:lnTo>
                    <a:pt x="12407" y="1"/>
                  </a:lnTo>
                  <a:close/>
                </a:path>
              </a:pathLst>
            </a:custGeom>
            <a:solidFill>
              <a:schemeClr val="accent3"/>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itle Slide">
  <p:cSld name="Image Slide_2_2">
    <p:spTree>
      <p:nvGrpSpPr>
        <p:cNvPr id="162" name="Shape 162"/>
        <p:cNvGrpSpPr/>
        <p:nvPr/>
      </p:nvGrpSpPr>
      <p:grpSpPr>
        <a:xfrm>
          <a:off x="0" y="0"/>
          <a:ext cx="0" cy="0"/>
          <a:chOff x="0" y="0"/>
          <a:chExt cx="0" cy="0"/>
        </a:xfrm>
      </p:grpSpPr>
      <p:sp>
        <p:nvSpPr>
          <p:cNvPr id="163" name="Google Shape;163;p35"/>
          <p:cNvSpPr/>
          <p:nvPr/>
        </p:nvSpPr>
        <p:spPr>
          <a:xfrm>
            <a:off x="-18300" y="0"/>
            <a:ext cx="18400800" cy="104964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164" name="Google Shape;164;p35"/>
          <p:cNvPicPr preferRelativeResize="0"/>
          <p:nvPr/>
        </p:nvPicPr>
        <p:blipFill>
          <a:blip r:embed="rId2">
            <a:alphaModFix/>
          </a:blip>
          <a:stretch>
            <a:fillRect/>
          </a:stretch>
        </p:blipFill>
        <p:spPr>
          <a:xfrm>
            <a:off x="991050" y="1828800"/>
            <a:ext cx="8680651" cy="2215375"/>
          </a:xfrm>
          <a:prstGeom prst="rect">
            <a:avLst/>
          </a:prstGeom>
          <a:noFill/>
          <a:ln>
            <a:noFill/>
          </a:ln>
        </p:spPr>
      </p:pic>
      <p:cxnSp>
        <p:nvCxnSpPr>
          <p:cNvPr id="165" name="Google Shape;165;p35"/>
          <p:cNvCxnSpPr/>
          <p:nvPr/>
        </p:nvCxnSpPr>
        <p:spPr>
          <a:xfrm>
            <a:off x="1901952" y="3657600"/>
            <a:ext cx="7156200" cy="0"/>
          </a:xfrm>
          <a:prstGeom prst="straightConnector1">
            <a:avLst/>
          </a:prstGeom>
          <a:noFill/>
          <a:ln cap="flat" cmpd="sng" w="28575">
            <a:solidFill>
              <a:srgbClr val="666666"/>
            </a:solidFill>
            <a:prstDash val="solid"/>
            <a:round/>
            <a:headEnd len="med" w="med" type="none"/>
            <a:tailEnd len="med" w="med" type="none"/>
          </a:ln>
        </p:spPr>
      </p:cxnSp>
      <p:sp>
        <p:nvSpPr>
          <p:cNvPr id="166" name="Google Shape;166;p35"/>
          <p:cNvSpPr txBox="1"/>
          <p:nvPr>
            <p:ph idx="1" type="subTitle"/>
          </p:nvPr>
        </p:nvSpPr>
        <p:spPr>
          <a:xfrm>
            <a:off x="1901950" y="3735575"/>
            <a:ext cx="7156200" cy="1216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67" name="Google Shape;167;p35"/>
          <p:cNvSpPr/>
          <p:nvPr/>
        </p:nvSpPr>
        <p:spPr>
          <a:xfrm>
            <a:off x="887500" y="9265025"/>
            <a:ext cx="2918100" cy="537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Agenda Slide">
  <p:cSld name="CUSTOM_1_1">
    <p:spTree>
      <p:nvGrpSpPr>
        <p:cNvPr id="168" name="Shape 168"/>
        <p:cNvGrpSpPr/>
        <p:nvPr/>
      </p:nvGrpSpPr>
      <p:grpSpPr>
        <a:xfrm>
          <a:off x="0" y="0"/>
          <a:ext cx="0" cy="0"/>
          <a:chOff x="0" y="0"/>
          <a:chExt cx="0" cy="0"/>
        </a:xfrm>
      </p:grpSpPr>
      <p:sp>
        <p:nvSpPr>
          <p:cNvPr id="169" name="Google Shape;169;p36"/>
          <p:cNvSpPr/>
          <p:nvPr/>
        </p:nvSpPr>
        <p:spPr>
          <a:xfrm>
            <a:off x="-18300" y="0"/>
            <a:ext cx="18400800" cy="104964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170" name="Google Shape;170;p36"/>
          <p:cNvPicPr preferRelativeResize="0"/>
          <p:nvPr/>
        </p:nvPicPr>
        <p:blipFill rotWithShape="1">
          <a:blip r:embed="rId2">
            <a:alphaModFix/>
          </a:blip>
          <a:srcRect b="0" l="0" r="-21669" t="0"/>
          <a:stretch/>
        </p:blipFill>
        <p:spPr>
          <a:xfrm>
            <a:off x="1010600" y="9256050"/>
            <a:ext cx="3223152" cy="507026"/>
          </a:xfrm>
          <a:prstGeom prst="rect">
            <a:avLst/>
          </a:prstGeom>
          <a:noFill/>
          <a:ln>
            <a:noFill/>
          </a:ln>
        </p:spPr>
      </p:pic>
      <p:sp>
        <p:nvSpPr>
          <p:cNvPr id="171" name="Google Shape;171;p36"/>
          <p:cNvSpPr txBox="1"/>
          <p:nvPr>
            <p:ph type="title"/>
          </p:nvPr>
        </p:nvSpPr>
        <p:spPr>
          <a:xfrm>
            <a:off x="1828800" y="1075775"/>
            <a:ext cx="14639700" cy="1075800"/>
          </a:xfrm>
          <a:prstGeom prst="rect">
            <a:avLst/>
          </a:prstGeom>
          <a:noFill/>
          <a:ln>
            <a:noFill/>
          </a:ln>
        </p:spPr>
        <p:txBody>
          <a:bodyPr anchorCtr="0" anchor="t" bIns="91425" lIns="0" spcFirstLastPara="1" rIns="91425" wrap="square" tIns="0">
            <a:noAutofit/>
          </a:bodyPr>
          <a:lstStyle>
            <a:lvl1pPr lvl="0" rtl="0">
              <a:spcBef>
                <a:spcPts val="0"/>
              </a:spcBef>
              <a:spcAft>
                <a:spcPts val="0"/>
              </a:spcAft>
              <a:buNone/>
              <a:defRPr sz="7000">
                <a:solidFill>
                  <a:srgbClr val="4343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172" name="Google Shape;172;p36"/>
          <p:cNvCxnSpPr/>
          <p:nvPr/>
        </p:nvCxnSpPr>
        <p:spPr>
          <a:xfrm>
            <a:off x="1828800" y="2293760"/>
            <a:ext cx="7091400" cy="0"/>
          </a:xfrm>
          <a:prstGeom prst="straightConnector1">
            <a:avLst/>
          </a:prstGeom>
          <a:noFill/>
          <a:ln cap="flat" cmpd="sng" w="28575">
            <a:solidFill>
              <a:srgbClr val="3C4043"/>
            </a:solidFill>
            <a:prstDash val="solid"/>
            <a:round/>
            <a:headEnd len="med" w="med" type="none"/>
            <a:tailEnd len="med" w="med"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Background">
  <p:cSld name="CUSTOM_1_2">
    <p:spTree>
      <p:nvGrpSpPr>
        <p:cNvPr id="173" name="Shape 173"/>
        <p:cNvGrpSpPr/>
        <p:nvPr/>
      </p:nvGrpSpPr>
      <p:grpSpPr>
        <a:xfrm>
          <a:off x="0" y="0"/>
          <a:ext cx="0" cy="0"/>
          <a:chOff x="0" y="0"/>
          <a:chExt cx="0" cy="0"/>
        </a:xfrm>
      </p:grpSpPr>
      <p:sp>
        <p:nvSpPr>
          <p:cNvPr id="174" name="Google Shape;174;p37"/>
          <p:cNvSpPr/>
          <p:nvPr/>
        </p:nvSpPr>
        <p:spPr>
          <a:xfrm>
            <a:off x="-18300" y="0"/>
            <a:ext cx="18400800" cy="104964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175" name="Google Shape;175;p37"/>
          <p:cNvPicPr preferRelativeResize="0"/>
          <p:nvPr/>
        </p:nvPicPr>
        <p:blipFill rotWithShape="1">
          <a:blip r:embed="rId2">
            <a:alphaModFix/>
          </a:blip>
          <a:srcRect b="0" l="0" r="-21669" t="0"/>
          <a:stretch/>
        </p:blipFill>
        <p:spPr>
          <a:xfrm>
            <a:off x="1010600" y="9256050"/>
            <a:ext cx="3223152" cy="507026"/>
          </a:xfrm>
          <a:prstGeom prst="rect">
            <a:avLst/>
          </a:prstGeom>
          <a:noFill/>
          <a:ln>
            <a:noFill/>
          </a:ln>
        </p:spPr>
      </p:pic>
      <p:sp>
        <p:nvSpPr>
          <p:cNvPr id="176" name="Google Shape;176;p37"/>
          <p:cNvSpPr txBox="1"/>
          <p:nvPr>
            <p:ph type="title"/>
          </p:nvPr>
        </p:nvSpPr>
        <p:spPr>
          <a:xfrm>
            <a:off x="1828800" y="914400"/>
            <a:ext cx="14630400" cy="1075800"/>
          </a:xfrm>
          <a:prstGeom prst="rect">
            <a:avLst/>
          </a:prstGeom>
          <a:noFill/>
          <a:ln>
            <a:noFill/>
          </a:ln>
        </p:spPr>
        <p:txBody>
          <a:bodyPr anchorCtr="0" anchor="t" bIns="91425" lIns="0" spcFirstLastPara="1" rIns="91425" wrap="square" tIns="0">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solidFill>
                  <a:srgbClr val="434343"/>
                </a:solidFill>
              </a:defRPr>
            </a:lvl2pPr>
            <a:lvl3pPr lvl="2" rtl="0">
              <a:spcBef>
                <a:spcPts val="0"/>
              </a:spcBef>
              <a:spcAft>
                <a:spcPts val="0"/>
              </a:spcAft>
              <a:buNone/>
              <a:defRPr>
                <a:solidFill>
                  <a:srgbClr val="434343"/>
                </a:solidFill>
              </a:defRPr>
            </a:lvl3pPr>
            <a:lvl4pPr lvl="3" rtl="0">
              <a:spcBef>
                <a:spcPts val="0"/>
              </a:spcBef>
              <a:spcAft>
                <a:spcPts val="0"/>
              </a:spcAft>
              <a:buNone/>
              <a:defRPr>
                <a:solidFill>
                  <a:srgbClr val="434343"/>
                </a:solidFill>
              </a:defRPr>
            </a:lvl4pPr>
            <a:lvl5pPr lvl="4" rtl="0">
              <a:spcBef>
                <a:spcPts val="0"/>
              </a:spcBef>
              <a:spcAft>
                <a:spcPts val="0"/>
              </a:spcAft>
              <a:buNone/>
              <a:defRPr>
                <a:solidFill>
                  <a:srgbClr val="434343"/>
                </a:solidFill>
              </a:defRPr>
            </a:lvl5pPr>
            <a:lvl6pPr lvl="5" rtl="0">
              <a:spcBef>
                <a:spcPts val="0"/>
              </a:spcBef>
              <a:spcAft>
                <a:spcPts val="0"/>
              </a:spcAft>
              <a:buNone/>
              <a:defRPr>
                <a:solidFill>
                  <a:srgbClr val="434343"/>
                </a:solidFill>
              </a:defRPr>
            </a:lvl6pPr>
            <a:lvl7pPr lvl="6" rtl="0">
              <a:spcBef>
                <a:spcPts val="0"/>
              </a:spcBef>
              <a:spcAft>
                <a:spcPts val="0"/>
              </a:spcAft>
              <a:buNone/>
              <a:defRPr>
                <a:solidFill>
                  <a:srgbClr val="434343"/>
                </a:solidFill>
              </a:defRPr>
            </a:lvl7pPr>
            <a:lvl8pPr lvl="7" rtl="0">
              <a:spcBef>
                <a:spcPts val="0"/>
              </a:spcBef>
              <a:spcAft>
                <a:spcPts val="0"/>
              </a:spcAft>
              <a:buNone/>
              <a:defRPr>
                <a:solidFill>
                  <a:srgbClr val="434343"/>
                </a:solidFill>
              </a:defRPr>
            </a:lvl8pPr>
            <a:lvl9pPr lvl="8" rtl="0">
              <a:spcBef>
                <a:spcPts val="0"/>
              </a:spcBef>
              <a:spcAft>
                <a:spcPts val="0"/>
              </a:spcAft>
              <a:buNone/>
              <a:defRPr>
                <a:solidFill>
                  <a:srgbClr val="434343"/>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Lab intro">
  <p:cSld name="Image Slide_2_1_1">
    <p:spTree>
      <p:nvGrpSpPr>
        <p:cNvPr id="177" name="Shape 177"/>
        <p:cNvGrpSpPr/>
        <p:nvPr/>
      </p:nvGrpSpPr>
      <p:grpSpPr>
        <a:xfrm>
          <a:off x="0" y="0"/>
          <a:ext cx="0" cy="0"/>
          <a:chOff x="0" y="0"/>
          <a:chExt cx="0" cy="0"/>
        </a:xfrm>
      </p:grpSpPr>
      <p:sp>
        <p:nvSpPr>
          <p:cNvPr id="178" name="Google Shape;178;p38"/>
          <p:cNvSpPr/>
          <p:nvPr/>
        </p:nvSpPr>
        <p:spPr>
          <a:xfrm>
            <a:off x="-18300" y="0"/>
            <a:ext cx="18400800" cy="104964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179" name="Google Shape;179;p38"/>
          <p:cNvPicPr preferRelativeResize="0"/>
          <p:nvPr/>
        </p:nvPicPr>
        <p:blipFill rotWithShape="1">
          <a:blip r:embed="rId2">
            <a:alphaModFix/>
          </a:blip>
          <a:srcRect b="0" l="0" r="72622" t="0"/>
          <a:stretch/>
        </p:blipFill>
        <p:spPr>
          <a:xfrm>
            <a:off x="991050" y="1828800"/>
            <a:ext cx="2376552" cy="2215375"/>
          </a:xfrm>
          <a:prstGeom prst="rect">
            <a:avLst/>
          </a:prstGeom>
          <a:noFill/>
          <a:ln>
            <a:noFill/>
          </a:ln>
        </p:spPr>
      </p:pic>
      <p:cxnSp>
        <p:nvCxnSpPr>
          <p:cNvPr id="180" name="Google Shape;180;p38"/>
          <p:cNvCxnSpPr/>
          <p:nvPr/>
        </p:nvCxnSpPr>
        <p:spPr>
          <a:xfrm>
            <a:off x="1901952" y="3657600"/>
            <a:ext cx="7156200" cy="0"/>
          </a:xfrm>
          <a:prstGeom prst="straightConnector1">
            <a:avLst/>
          </a:prstGeom>
          <a:noFill/>
          <a:ln cap="flat" cmpd="sng" w="28575">
            <a:solidFill>
              <a:srgbClr val="666666"/>
            </a:solidFill>
            <a:prstDash val="solid"/>
            <a:round/>
            <a:headEnd len="med" w="med" type="none"/>
            <a:tailEnd len="med" w="med" type="none"/>
          </a:ln>
        </p:spPr>
      </p:cxnSp>
      <p:sp>
        <p:nvSpPr>
          <p:cNvPr id="181" name="Google Shape;181;p38"/>
          <p:cNvSpPr txBox="1"/>
          <p:nvPr>
            <p:ph idx="1" type="subTitle"/>
          </p:nvPr>
        </p:nvSpPr>
        <p:spPr>
          <a:xfrm>
            <a:off x="1901950" y="3735575"/>
            <a:ext cx="7156200" cy="1216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82" name="Google Shape;182;p38"/>
          <p:cNvSpPr txBox="1"/>
          <p:nvPr>
            <p:ph type="title"/>
          </p:nvPr>
        </p:nvSpPr>
        <p:spPr>
          <a:xfrm>
            <a:off x="3297450" y="2198300"/>
            <a:ext cx="14569500" cy="1432800"/>
          </a:xfrm>
          <a:prstGeom prst="rect">
            <a:avLst/>
          </a:prstGeom>
          <a:noFill/>
          <a:ln>
            <a:noFill/>
          </a:ln>
        </p:spPr>
        <p:txBody>
          <a:bodyPr anchorCtr="0" anchor="t" bIns="0" lIns="91425" spcFirstLastPara="1" rIns="91425" wrap="square" tIns="0">
            <a:noAutofit/>
          </a:bodyPr>
          <a:lstStyle>
            <a:lvl1pPr lvl="0" rtl="0">
              <a:spcBef>
                <a:spcPts val="0"/>
              </a:spcBef>
              <a:spcAft>
                <a:spcPts val="0"/>
              </a:spcAft>
              <a:buNone/>
              <a:defRPr sz="9600">
                <a:solidFill>
                  <a:srgbClr val="3C40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83" name="Google Shape;183;p38"/>
          <p:cNvSpPr/>
          <p:nvPr/>
        </p:nvSpPr>
        <p:spPr>
          <a:xfrm>
            <a:off x="887500" y="9265025"/>
            <a:ext cx="2918100" cy="537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29" Type="http://schemas.openxmlformats.org/officeDocument/2006/relationships/slideLayout" Target="../slideLayouts/slideLayout28.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11" Type="http://schemas.openxmlformats.org/officeDocument/2006/relationships/slideLayout" Target="../slideLayouts/slideLayout10.xml"/><Relationship Id="rId33" Type="http://schemas.openxmlformats.org/officeDocument/2006/relationships/slideLayout" Target="../slideLayouts/slideLayout32.xml"/><Relationship Id="rId10" Type="http://schemas.openxmlformats.org/officeDocument/2006/relationships/slideLayout" Target="../slideLayouts/slideLayout9.xml"/><Relationship Id="rId32" Type="http://schemas.openxmlformats.org/officeDocument/2006/relationships/slideLayout" Target="../slideLayouts/slideLayout31.xml"/><Relationship Id="rId13" Type="http://schemas.openxmlformats.org/officeDocument/2006/relationships/slideLayout" Target="../slideLayouts/slideLayout12.xml"/><Relationship Id="rId35" Type="http://schemas.openxmlformats.org/officeDocument/2006/relationships/slideLayout" Target="../slideLayouts/slideLayout34.xml"/><Relationship Id="rId12" Type="http://schemas.openxmlformats.org/officeDocument/2006/relationships/slideLayout" Target="../slideLayouts/slideLayout11.xml"/><Relationship Id="rId34" Type="http://schemas.openxmlformats.org/officeDocument/2006/relationships/slideLayout" Target="../slideLayouts/slideLayout33.xml"/><Relationship Id="rId15" Type="http://schemas.openxmlformats.org/officeDocument/2006/relationships/slideLayout" Target="../slideLayouts/slideLayout14.xml"/><Relationship Id="rId37" Type="http://schemas.openxmlformats.org/officeDocument/2006/relationships/slideLayout" Target="../slideLayouts/slideLayout36.xml"/><Relationship Id="rId14" Type="http://schemas.openxmlformats.org/officeDocument/2006/relationships/slideLayout" Target="../slideLayouts/slideLayout13.xml"/><Relationship Id="rId36" Type="http://schemas.openxmlformats.org/officeDocument/2006/relationships/slideLayout" Target="../slideLayouts/slideLayout35.xml"/><Relationship Id="rId17" Type="http://schemas.openxmlformats.org/officeDocument/2006/relationships/slideLayout" Target="../slideLayouts/slideLayout16.xml"/><Relationship Id="rId39" Type="http://schemas.openxmlformats.org/officeDocument/2006/relationships/theme" Target="../theme/theme1.xml"/><Relationship Id="rId16" Type="http://schemas.openxmlformats.org/officeDocument/2006/relationships/slideLayout" Target="../slideLayouts/slideLayout15.xml"/><Relationship Id="rId38" Type="http://schemas.openxmlformats.org/officeDocument/2006/relationships/slideLayout" Target="../slideLayouts/slideLayout37.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21669" t="0"/>
          <a:stretch/>
        </p:blipFill>
        <p:spPr>
          <a:xfrm>
            <a:off x="1010600" y="9256050"/>
            <a:ext cx="3223152" cy="50702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xml"/><Relationship Id="rId3" Type="http://schemas.openxmlformats.org/officeDocument/2006/relationships/hyperlink" Target="https://www.google.com/intl/en/policies/terms/" TargetMode="External"/><Relationship Id="rId4" Type="http://schemas.openxmlformats.org/officeDocument/2006/relationships/hyperlink" Target="https://www.google.com/intl/en/policies/privacy/" TargetMode="External"/><Relationship Id="rId5" Type="http://schemas.openxmlformats.org/officeDocument/2006/relationships/hyperlink" Target="https://www.google.com/intl/en/policies/terms/" TargetMode="External"/><Relationship Id="rId6" Type="http://schemas.openxmlformats.org/officeDocument/2006/relationships/hyperlink" Target="https://sites.google.com/google.com/gcp-teachingresources/privacy-and-terms"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sites.google.com/google.com/gcp-teachingresources/privacy-and-term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hyperlink" Target="https://sites.google.com/google.com/gcp-teachingresources/privacy-and-term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image" Target="../media/image50.png"/><Relationship Id="rId4" Type="http://schemas.openxmlformats.org/officeDocument/2006/relationships/hyperlink" Target="https://sites.google.com/google.com/gcp-teachingresources/privacy-and-term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hyperlink" Target="https://sites.google.com/google.com/gcp-teachingresources/privacy-and-term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hyperlink" Target="https://sites.google.com/google.com/gcp-teachingresources/privacy-and-term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hyperlink" Target="https://sites.google.com/google.com/gcp-teachingresources/privacy-and-term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hyperlink" Target="https://sites.google.com/google.com/gcp-teachingresources/privacy-and-term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hyperlink" Target="https://sites.google.com/google.com/gcp-teachingresources/privacy-and-term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hyperlink" Target="https://sites.google.com/google.com/gcp-teachingresources/privacy-and-term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hyperlink" Target="https://sites.google.com/google.com/gcp-teachingresources/privacy-and-term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26.png"/><Relationship Id="rId5" Type="http://schemas.openxmlformats.org/officeDocument/2006/relationships/image" Target="../media/image22.png"/><Relationship Id="rId6" Type="http://schemas.openxmlformats.org/officeDocument/2006/relationships/image" Target="../media/image29.png"/><Relationship Id="rId7" Type="http://schemas.openxmlformats.org/officeDocument/2006/relationships/hyperlink" Target="https://sites.google.com/google.com/gcp-teachingresources/privacy-and-term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23.png"/><Relationship Id="rId4" Type="http://schemas.openxmlformats.org/officeDocument/2006/relationships/image" Target="../media/image16.png"/><Relationship Id="rId9" Type="http://schemas.openxmlformats.org/officeDocument/2006/relationships/image" Target="../media/image31.png"/><Relationship Id="rId5" Type="http://schemas.openxmlformats.org/officeDocument/2006/relationships/image" Target="../media/image21.png"/><Relationship Id="rId6" Type="http://schemas.openxmlformats.org/officeDocument/2006/relationships/image" Target="../media/image27.png"/><Relationship Id="rId7" Type="http://schemas.openxmlformats.org/officeDocument/2006/relationships/image" Target="../media/image35.png"/><Relationship Id="rId8" Type="http://schemas.openxmlformats.org/officeDocument/2006/relationships/image" Target="../media/image28.png"/><Relationship Id="rId11" Type="http://schemas.openxmlformats.org/officeDocument/2006/relationships/image" Target="../media/image32.png"/><Relationship Id="rId10" Type="http://schemas.openxmlformats.org/officeDocument/2006/relationships/image" Target="../media/image33.png"/><Relationship Id="rId12" Type="http://schemas.openxmlformats.org/officeDocument/2006/relationships/hyperlink" Target="https://sites.google.com/google.com/gcp-teachingresources/privacy-and-term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hyperlink" Target="https://sites.google.com/google.com/gcp-teachingresources/privacy-and-term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hyperlink" Target="https://sites.google.com/google.com/gcp-teachingresources/privacy-and-term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hyperlink" Target="https://sites.google.com/google.com/gcp-teachingresources/privacy-and-terms" TargetMode="External"/><Relationship Id="rId4" Type="http://schemas.openxmlformats.org/officeDocument/2006/relationships/hyperlink" Target="https://run.qwiklabs.com/focuses/767?parent=catalo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hyperlink" Target="https://sites.google.com/google.com/gcp-teachingresources/privacy-and-terms" TargetMode="External"/><Relationship Id="rId4" Type="http://schemas.openxmlformats.org/officeDocument/2006/relationships/image" Target="../media/image6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hyperlink" Target="https://sites.google.com/google.com/gcp-teachingresources/privacy-and-terms" TargetMode="External"/><Relationship Id="rId4" Type="http://schemas.openxmlformats.org/officeDocument/2006/relationships/hyperlink" Target="https://www.qwiklabs.com/focuses/3473?parent=catalo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hyperlink" Target="https://sites.google.com/google.com/gcp-teachingresources/privacy-and-terms" TargetMode="External"/><Relationship Id="rId4" Type="http://schemas.openxmlformats.org/officeDocument/2006/relationships/image" Target="../media/image6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hyperlink" Target="https://sites.google.com/google.com/gcp-teachingresources/privacy-and-term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 Id="rId3" Type="http://schemas.openxmlformats.org/officeDocument/2006/relationships/image" Target="../media/image46.png"/><Relationship Id="rId4" Type="http://schemas.openxmlformats.org/officeDocument/2006/relationships/image" Target="../media/image30.png"/><Relationship Id="rId5" Type="http://schemas.openxmlformats.org/officeDocument/2006/relationships/hyperlink" Target="https://sites.google.com/google.com/gcp-teachingresources/privacy-and-term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34.png"/><Relationship Id="rId4" Type="http://schemas.openxmlformats.org/officeDocument/2006/relationships/image" Target="../media/image38.png"/><Relationship Id="rId9" Type="http://schemas.openxmlformats.org/officeDocument/2006/relationships/image" Target="../media/image39.png"/><Relationship Id="rId5" Type="http://schemas.openxmlformats.org/officeDocument/2006/relationships/image" Target="../media/image42.png"/><Relationship Id="rId6" Type="http://schemas.openxmlformats.org/officeDocument/2006/relationships/image" Target="../media/image41.png"/><Relationship Id="rId7" Type="http://schemas.openxmlformats.org/officeDocument/2006/relationships/image" Target="../media/image40.png"/><Relationship Id="rId8" Type="http://schemas.openxmlformats.org/officeDocument/2006/relationships/image" Target="../media/image37.png"/><Relationship Id="rId10" Type="http://schemas.openxmlformats.org/officeDocument/2006/relationships/hyperlink" Target="https://sites.google.com/google.com/gcp-teachingresources/privacy-and-term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hyperlink" Target="https://sites.google.com/google.com/gcp-teachingresources/privacy-and-term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45.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hyperlink" Target="https://sites.google.com/google.com/gcp-teachingresources/privacy-and-term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43.png"/><Relationship Id="rId4" Type="http://schemas.openxmlformats.org/officeDocument/2006/relationships/image" Target="../media/image48.png"/><Relationship Id="rId5" Type="http://schemas.openxmlformats.org/officeDocument/2006/relationships/hyperlink" Target="https://sites.google.com/google.com/gcp-teachingresources/privacy-and-term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 Id="rId3" Type="http://schemas.openxmlformats.org/officeDocument/2006/relationships/image" Target="../media/image49.png"/><Relationship Id="rId4" Type="http://schemas.openxmlformats.org/officeDocument/2006/relationships/image" Target="../media/image53.png"/><Relationship Id="rId5" Type="http://schemas.openxmlformats.org/officeDocument/2006/relationships/image" Target="../media/image51.png"/><Relationship Id="rId6" Type="http://schemas.openxmlformats.org/officeDocument/2006/relationships/image" Target="../media/image56.png"/><Relationship Id="rId7" Type="http://schemas.openxmlformats.org/officeDocument/2006/relationships/hyperlink" Target="https://sites.google.com/google.com/gcp-teachingresources/privacy-and-term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hyperlink" Target="https://sites.google.com/google.com/gcp-teachingresources/privacy-and-term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 Id="rId3" Type="http://schemas.openxmlformats.org/officeDocument/2006/relationships/image" Target="../media/image58.png"/><Relationship Id="rId4" Type="http://schemas.openxmlformats.org/officeDocument/2006/relationships/image" Target="../media/image52.png"/><Relationship Id="rId5" Type="http://schemas.openxmlformats.org/officeDocument/2006/relationships/image" Target="../media/image68.png"/><Relationship Id="rId6" Type="http://schemas.openxmlformats.org/officeDocument/2006/relationships/hyperlink" Target="https://sites.google.com/google.com/gcp-teachingresources/privacy-and-term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 Id="rId3" Type="http://schemas.openxmlformats.org/officeDocument/2006/relationships/image" Target="../media/image55.png"/><Relationship Id="rId4" Type="http://schemas.openxmlformats.org/officeDocument/2006/relationships/hyperlink" Target="https://sites.google.com/google.com/gcp-teachingresources/privacy-and-terms"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 Id="rId3" Type="http://schemas.openxmlformats.org/officeDocument/2006/relationships/hyperlink" Target="https://sites.google.com/google.com/gcp-teachingresources/privacy-and-terms" TargetMode="External"/><Relationship Id="rId4" Type="http://schemas.openxmlformats.org/officeDocument/2006/relationships/image" Target="../media/image5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 Id="rId3" Type="http://schemas.openxmlformats.org/officeDocument/2006/relationships/image" Target="../media/image55.png"/><Relationship Id="rId4" Type="http://schemas.openxmlformats.org/officeDocument/2006/relationships/hyperlink" Target="https://sites.google.com/google.com/gcp-teachingresources/privacy-and-terms"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 Id="rId3" Type="http://schemas.openxmlformats.org/officeDocument/2006/relationships/image" Target="../media/image55.png"/><Relationship Id="rId4" Type="http://schemas.openxmlformats.org/officeDocument/2006/relationships/hyperlink" Target="https://sites.google.com/google.com/gcp-teachingresources/privacy-and-terms" TargetMode="External"/></Relationships>
</file>

<file path=ppt/slides/_rels/slide33.xml.rels><?xml version="1.0" encoding="UTF-8" standalone="yes"?><Relationships xmlns="http://schemas.openxmlformats.org/package/2006/relationships"><Relationship Id="rId20" Type="http://schemas.openxmlformats.org/officeDocument/2006/relationships/hyperlink" Target="https://sites.google.com/google.com/gcp-teachingresources/privacy-and-terms" TargetMode="External"/><Relationship Id="rId1" Type="http://schemas.openxmlformats.org/officeDocument/2006/relationships/slideLayout" Target="../slideLayouts/slideLayout16.xml"/><Relationship Id="rId2" Type="http://schemas.openxmlformats.org/officeDocument/2006/relationships/notesSlide" Target="../notesSlides/notesSlide33.xml"/><Relationship Id="rId3" Type="http://schemas.openxmlformats.org/officeDocument/2006/relationships/image" Target="../media/image67.png"/><Relationship Id="rId4" Type="http://schemas.openxmlformats.org/officeDocument/2006/relationships/image" Target="../media/image64.png"/><Relationship Id="rId9" Type="http://schemas.openxmlformats.org/officeDocument/2006/relationships/image" Target="../media/image63.png"/><Relationship Id="rId5" Type="http://schemas.openxmlformats.org/officeDocument/2006/relationships/image" Target="../media/image57.png"/><Relationship Id="rId6" Type="http://schemas.openxmlformats.org/officeDocument/2006/relationships/image" Target="../media/image54.png"/><Relationship Id="rId7" Type="http://schemas.openxmlformats.org/officeDocument/2006/relationships/image" Target="../media/image59.png"/><Relationship Id="rId8" Type="http://schemas.openxmlformats.org/officeDocument/2006/relationships/image" Target="../media/image61.png"/><Relationship Id="rId11" Type="http://schemas.openxmlformats.org/officeDocument/2006/relationships/image" Target="../media/image69.png"/><Relationship Id="rId10" Type="http://schemas.openxmlformats.org/officeDocument/2006/relationships/image" Target="../media/image62.png"/><Relationship Id="rId13" Type="http://schemas.openxmlformats.org/officeDocument/2006/relationships/image" Target="../media/image74.png"/><Relationship Id="rId12" Type="http://schemas.openxmlformats.org/officeDocument/2006/relationships/image" Target="../media/image66.png"/><Relationship Id="rId15" Type="http://schemas.openxmlformats.org/officeDocument/2006/relationships/image" Target="../media/image70.png"/><Relationship Id="rId14" Type="http://schemas.openxmlformats.org/officeDocument/2006/relationships/image" Target="../media/image71.png"/><Relationship Id="rId17" Type="http://schemas.openxmlformats.org/officeDocument/2006/relationships/image" Target="../media/image72.png"/><Relationship Id="rId16" Type="http://schemas.openxmlformats.org/officeDocument/2006/relationships/image" Target="../media/image65.png"/><Relationship Id="rId19" Type="http://schemas.openxmlformats.org/officeDocument/2006/relationships/image" Target="../media/image73.png"/><Relationship Id="rId18"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 Id="rId3" Type="http://schemas.openxmlformats.org/officeDocument/2006/relationships/image" Target="../media/image75.png"/><Relationship Id="rId4" Type="http://schemas.openxmlformats.org/officeDocument/2006/relationships/image" Target="../media/image77.png"/><Relationship Id="rId5" Type="http://schemas.openxmlformats.org/officeDocument/2006/relationships/image" Target="../media/image76.png"/><Relationship Id="rId6" Type="http://schemas.openxmlformats.org/officeDocument/2006/relationships/hyperlink" Target="https://sites.google.com/google.com/gcp-teachingresources/privacy-and-terms"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hyperlink" Target="https://sites.google.com/google.com/gcp-teachingresources/privacy-and-terms"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hyperlink" Target="https://sites.google.com/google.com/gcp-teachingresources/privacy-and-terms" TargetMode="External"/><Relationship Id="rId4" Type="http://schemas.openxmlformats.org/officeDocument/2006/relationships/hyperlink" Target="https://run.qwiklabs.com/focuses/2775?parent=catalog"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7.xml"/><Relationship Id="rId3" Type="http://schemas.openxmlformats.org/officeDocument/2006/relationships/hyperlink" Target="https://sites.google.com/google.com/gcp-teachingresources/privacy-and-terms" TargetMode="External"/><Relationship Id="rId4" Type="http://schemas.openxmlformats.org/officeDocument/2006/relationships/image" Target="../media/image7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hyperlink" Target="https://sites.google.com/google.com/gcp-teachingresources/privacy-and-terms" TargetMode="External"/><Relationship Id="rId4" Type="http://schemas.openxmlformats.org/officeDocument/2006/relationships/hyperlink" Target="https://run.qwiklabs.com/focuses/3719?parent=catalog"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9.xml"/><Relationship Id="rId3" Type="http://schemas.openxmlformats.org/officeDocument/2006/relationships/hyperlink" Target="https://sites.google.com/google.com/gcp-teachingresources/privacy-and-terms" TargetMode="External"/><Relationship Id="rId4" Type="http://schemas.openxmlformats.org/officeDocument/2006/relationships/image" Target="../media/image7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hyperlink" Target="https://sites.google.com/google.com/gcp-teachingresources/privacy-and-term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1.xml"/><Relationship Id="rId3" Type="http://schemas.openxmlformats.org/officeDocument/2006/relationships/hyperlink" Target="https://sites.google.com/google.com/gcp-teachingresources/privacy-and-term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2.xml"/><Relationship Id="rId3" Type="http://schemas.openxmlformats.org/officeDocument/2006/relationships/hyperlink" Target="https://sites.google.com/google.com/gcp-teachingresources/privacy-and-terms"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3.xml"/><Relationship Id="rId3" Type="http://schemas.openxmlformats.org/officeDocument/2006/relationships/hyperlink" Target="https://sites.google.com/google.com/gcp-teachingresources/privacy-and-terms"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4.xml"/><Relationship Id="rId3" Type="http://schemas.openxmlformats.org/officeDocument/2006/relationships/hyperlink" Target="https://sites.google.com/google.com/gcp-teachingresources/privacy-and-terms"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5.xml"/><Relationship Id="rId3" Type="http://schemas.openxmlformats.org/officeDocument/2006/relationships/hyperlink" Target="https://sites.google.com/google.com/gcp-teachingresources/privacy-and-terms"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6.xml"/><Relationship Id="rId3" Type="http://schemas.openxmlformats.org/officeDocument/2006/relationships/hyperlink" Target="https://sites.google.com/google.com/gcp-teachingresources/privacy-and-terms"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 Id="rId3" Type="http://schemas.openxmlformats.org/officeDocument/2006/relationships/hyperlink" Target="https://sites.google.com/google.com/gcp-teachingresources/privacy-and-terms"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8.xml"/><Relationship Id="rId3" Type="http://schemas.openxmlformats.org/officeDocument/2006/relationships/hyperlink" Target="https://sites.google.com/google.com/gcp-teachingresources/privacy-and-terms"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9.xml"/><Relationship Id="rId3" Type="http://schemas.openxmlformats.org/officeDocument/2006/relationships/hyperlink" Target="https://sites.google.com/google.com/gcp-teachingresources/privacy-and-terms"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9"/>
          <p:cNvSpPr txBox="1"/>
          <p:nvPr/>
        </p:nvSpPr>
        <p:spPr>
          <a:xfrm>
            <a:off x="1640300" y="2303225"/>
            <a:ext cx="14775300" cy="66642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1900">
                <a:solidFill>
                  <a:srgbClr val="3C4043"/>
                </a:solidFill>
                <a:highlight>
                  <a:srgbClr val="FFFFFF"/>
                </a:highlight>
                <a:latin typeface="Roboto"/>
                <a:ea typeface="Roboto"/>
                <a:cs typeface="Roboto"/>
                <a:sym typeface="Roboto"/>
              </a:rPr>
              <a:t>Thank you for your interest in using Google Cloud training material. We are excited about the content we are able to provide you (collectively, “Teaching Resources”) and hope you are too. </a:t>
            </a:r>
            <a:endParaRPr sz="1900">
              <a:solidFill>
                <a:srgbClr val="3C4043"/>
              </a:solidFill>
              <a:highlight>
                <a:srgbClr val="FFFFFF"/>
              </a:highlight>
              <a:latin typeface="Roboto"/>
              <a:ea typeface="Roboto"/>
              <a:cs typeface="Roboto"/>
              <a:sym typeface="Roboto"/>
            </a:endParaRPr>
          </a:p>
          <a:p>
            <a:pPr indent="0" lvl="0" marL="0" rtl="0" algn="l">
              <a:spcBef>
                <a:spcPts val="1200"/>
              </a:spcBef>
              <a:spcAft>
                <a:spcPts val="0"/>
              </a:spcAft>
              <a:buNone/>
            </a:pPr>
            <a:r>
              <a:rPr lang="en" sz="1900">
                <a:solidFill>
                  <a:srgbClr val="3C4043"/>
                </a:solidFill>
                <a:highlight>
                  <a:srgbClr val="FFFFFF"/>
                </a:highlight>
                <a:latin typeface="Roboto"/>
                <a:ea typeface="Roboto"/>
                <a:cs typeface="Roboto"/>
                <a:sym typeface="Roboto"/>
              </a:rPr>
              <a:t>By using Teaching Resources, you agree to be bound by all of the following terms, as well as the </a:t>
            </a:r>
            <a:r>
              <a:rPr lang="en" sz="1900" u="sng">
                <a:solidFill>
                  <a:srgbClr val="1A73E8"/>
                </a:solidFill>
                <a:highlight>
                  <a:srgbClr val="FFFFFF"/>
                </a:highlight>
                <a:latin typeface="Roboto"/>
                <a:ea typeface="Roboto"/>
                <a:cs typeface="Roboto"/>
                <a:sym typeface="Roboto"/>
                <a:hlinkClick r:id="rId3">
                  <a:extLst>
                    <a:ext uri="{A12FA001-AC4F-418D-AE19-62706E023703}">
                      <ahyp:hlinkClr val="tx"/>
                    </a:ext>
                  </a:extLst>
                </a:hlinkClick>
              </a:rPr>
              <a:t>Google terms of service</a:t>
            </a:r>
            <a:r>
              <a:rPr lang="en" sz="1900">
                <a:solidFill>
                  <a:srgbClr val="3C4043"/>
                </a:solidFill>
                <a:highlight>
                  <a:srgbClr val="FFFFFF"/>
                </a:highlight>
                <a:latin typeface="Roboto"/>
                <a:ea typeface="Roboto"/>
                <a:cs typeface="Roboto"/>
                <a:sym typeface="Roboto"/>
              </a:rPr>
              <a:t> and the </a:t>
            </a:r>
            <a:r>
              <a:rPr lang="en" sz="1900" u="sng">
                <a:solidFill>
                  <a:srgbClr val="1A73E8"/>
                </a:solidFill>
                <a:highlight>
                  <a:srgbClr val="FFFFFF"/>
                </a:highlight>
                <a:latin typeface="Roboto"/>
                <a:ea typeface="Roboto"/>
                <a:cs typeface="Roboto"/>
                <a:sym typeface="Roboto"/>
                <a:hlinkClick r:id="rId4">
                  <a:extLst>
                    <a:ext uri="{A12FA001-AC4F-418D-AE19-62706E023703}">
                      <ahyp:hlinkClr val="tx"/>
                    </a:ext>
                  </a:extLst>
                </a:hlinkClick>
              </a:rPr>
              <a:t>Google privacy policy</a:t>
            </a:r>
            <a:r>
              <a:rPr lang="en" sz="1900">
                <a:solidFill>
                  <a:srgbClr val="3C4043"/>
                </a:solidFill>
                <a:highlight>
                  <a:srgbClr val="FFFFFF"/>
                </a:highlight>
                <a:latin typeface="Roboto"/>
                <a:ea typeface="Roboto"/>
                <a:cs typeface="Roboto"/>
                <a:sym typeface="Roboto"/>
              </a:rPr>
              <a:t>. Unless otherwise specified, terms used below will have the meanings described in the </a:t>
            </a:r>
            <a:r>
              <a:rPr lang="en" sz="1900" u="sng">
                <a:solidFill>
                  <a:srgbClr val="1A73E8"/>
                </a:solidFill>
                <a:highlight>
                  <a:srgbClr val="FFFFFF"/>
                </a:highlight>
                <a:latin typeface="Roboto"/>
                <a:ea typeface="Roboto"/>
                <a:cs typeface="Roboto"/>
                <a:sym typeface="Roboto"/>
                <a:hlinkClick r:id="rId5">
                  <a:extLst>
                    <a:ext uri="{A12FA001-AC4F-418D-AE19-62706E023703}">
                      <ahyp:hlinkClr val="tx"/>
                    </a:ext>
                  </a:extLst>
                </a:hlinkClick>
              </a:rPr>
              <a:t>Google terms of service</a:t>
            </a:r>
            <a:r>
              <a:rPr lang="en" sz="1900">
                <a:solidFill>
                  <a:srgbClr val="3C4043"/>
                </a:solidFill>
                <a:highlight>
                  <a:srgbClr val="FFFFFF"/>
                </a:highlight>
                <a:latin typeface="Roboto"/>
                <a:ea typeface="Roboto"/>
                <a:cs typeface="Roboto"/>
                <a:sym typeface="Roboto"/>
              </a:rPr>
              <a:t>.</a:t>
            </a:r>
            <a:endParaRPr sz="1900">
              <a:solidFill>
                <a:srgbClr val="3C4043"/>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b="1" sz="1900">
              <a:solidFill>
                <a:srgbClr val="3C4043"/>
              </a:solidFill>
              <a:highlight>
                <a:srgbClr val="FFFFFF"/>
              </a:highlight>
              <a:latin typeface="Roboto"/>
              <a:ea typeface="Roboto"/>
              <a:cs typeface="Roboto"/>
              <a:sym typeface="Roboto"/>
            </a:endParaRPr>
          </a:p>
          <a:p>
            <a:pPr indent="-577850" lvl="0" marL="914400" rtl="0" algn="l">
              <a:spcBef>
                <a:spcPts val="1200"/>
              </a:spcBef>
              <a:spcAft>
                <a:spcPts val="0"/>
              </a:spcAft>
              <a:buClr>
                <a:srgbClr val="3C4043"/>
              </a:buClr>
              <a:buSzPts val="1900"/>
              <a:buFont typeface="Roboto"/>
              <a:buAutoNum type="arabicPeriod"/>
            </a:pPr>
            <a:r>
              <a:rPr b="1" lang="en" sz="1900">
                <a:solidFill>
                  <a:srgbClr val="3C4043"/>
                </a:solidFill>
                <a:highlight>
                  <a:srgbClr val="FFFFFF"/>
                </a:highlight>
                <a:latin typeface="Roboto"/>
                <a:ea typeface="Roboto"/>
                <a:cs typeface="Roboto"/>
                <a:sym typeface="Roboto"/>
              </a:rPr>
              <a:t>Educational Use Only</a:t>
            </a:r>
            <a:r>
              <a:rPr lang="en" sz="1900">
                <a:solidFill>
                  <a:srgbClr val="3C4043"/>
                </a:solidFill>
                <a:highlight>
                  <a:srgbClr val="FFFFFF"/>
                </a:highlight>
                <a:latin typeface="Roboto"/>
                <a:ea typeface="Roboto"/>
                <a:cs typeface="Roboto"/>
                <a:sym typeface="Roboto"/>
              </a:rPr>
              <a:t>. Teaching Resources is intended only for use teaching courses at regionally accredited or higher learning institutions. The content may be adapted, customize, remixed, and shared for educational use. Content may not be distributed, or otherwise exploited for any commercial purpose, commercial advantage, or private monetary compensation.</a:t>
            </a:r>
            <a:endParaRPr sz="1900">
              <a:solidFill>
                <a:srgbClr val="3C4043"/>
              </a:solidFill>
              <a:highlight>
                <a:srgbClr val="FFFFFF"/>
              </a:highlight>
              <a:latin typeface="Roboto"/>
              <a:ea typeface="Roboto"/>
              <a:cs typeface="Roboto"/>
              <a:sym typeface="Roboto"/>
            </a:endParaRPr>
          </a:p>
          <a:p>
            <a:pPr indent="0" lvl="0" marL="914400" rtl="0" algn="l">
              <a:spcBef>
                <a:spcPts val="0"/>
              </a:spcBef>
              <a:spcAft>
                <a:spcPts val="0"/>
              </a:spcAft>
              <a:buNone/>
            </a:pPr>
            <a:r>
              <a:t/>
            </a:r>
            <a:endParaRPr sz="1900">
              <a:solidFill>
                <a:srgbClr val="3C4043"/>
              </a:solidFill>
              <a:highlight>
                <a:srgbClr val="FFFFFF"/>
              </a:highlight>
              <a:latin typeface="Roboto"/>
              <a:ea typeface="Roboto"/>
              <a:cs typeface="Roboto"/>
              <a:sym typeface="Roboto"/>
            </a:endParaRPr>
          </a:p>
          <a:p>
            <a:pPr indent="-577850" lvl="0" marL="914400" rtl="0" algn="l">
              <a:spcBef>
                <a:spcPts val="0"/>
              </a:spcBef>
              <a:spcAft>
                <a:spcPts val="0"/>
              </a:spcAft>
              <a:buClr>
                <a:srgbClr val="3C4043"/>
              </a:buClr>
              <a:buSzPts val="1900"/>
              <a:buFont typeface="Roboto"/>
              <a:buAutoNum type="arabicPeriod"/>
            </a:pPr>
            <a:r>
              <a:rPr b="1" lang="en" sz="1900">
                <a:solidFill>
                  <a:srgbClr val="3C4043"/>
                </a:solidFill>
                <a:highlight>
                  <a:srgbClr val="FFFFFF"/>
                </a:highlight>
                <a:latin typeface="Roboto"/>
                <a:ea typeface="Roboto"/>
                <a:cs typeface="Roboto"/>
                <a:sym typeface="Roboto"/>
              </a:rPr>
              <a:t>Attribution Requirements</a:t>
            </a:r>
            <a:r>
              <a:rPr lang="en" sz="1900">
                <a:solidFill>
                  <a:srgbClr val="3C4043"/>
                </a:solidFill>
                <a:highlight>
                  <a:srgbClr val="FFFFFF"/>
                </a:highlight>
                <a:latin typeface="Roboto"/>
                <a:ea typeface="Roboto"/>
                <a:cs typeface="Roboto"/>
                <a:sym typeface="Roboto"/>
              </a:rPr>
              <a:t>. If you distribute, publicly perform, display, transmit, publish, or otherwise make available any Teaching Resources or any derivative works thereof, you must attribute the material you use back to the Teaching Resources, but not in any way that suggests Google, any of its affiliates, or any of its third party content providers endorse you or your use of such materials. If you adapt, remix, or customize the Teaching Resources please include the following text on each edited slide: </a:t>
            </a:r>
            <a:r>
              <a:rPr i="1" lang="en" sz="1900">
                <a:solidFill>
                  <a:srgbClr val="3C4043"/>
                </a:solidFill>
                <a:highlight>
                  <a:srgbClr val="FFFFFF"/>
                </a:highlight>
                <a:latin typeface="Roboto"/>
                <a:ea typeface="Roboto"/>
                <a:cs typeface="Roboto"/>
                <a:sym typeface="Roboto"/>
              </a:rPr>
              <a:t>“The original content was provided by Google LLC and modified for the purpose of the course, without input or endorsement from Google LLC.”</a:t>
            </a:r>
            <a:r>
              <a:rPr lang="en" sz="1900">
                <a:solidFill>
                  <a:srgbClr val="3C4043"/>
                </a:solidFill>
                <a:highlight>
                  <a:srgbClr val="FFFFFF"/>
                </a:highlight>
                <a:latin typeface="Roboto"/>
                <a:ea typeface="Roboto"/>
                <a:cs typeface="Roboto"/>
                <a:sym typeface="Roboto"/>
              </a:rPr>
              <a:t> </a:t>
            </a:r>
            <a:endParaRPr sz="1900">
              <a:solidFill>
                <a:srgbClr val="3C4043"/>
              </a:solidFill>
              <a:highlight>
                <a:srgbClr val="FFFFFF"/>
              </a:highlight>
              <a:latin typeface="Roboto"/>
              <a:ea typeface="Roboto"/>
              <a:cs typeface="Roboto"/>
              <a:sym typeface="Roboto"/>
            </a:endParaRPr>
          </a:p>
          <a:p>
            <a:pPr indent="0" lvl="0" marL="914400" rtl="0" algn="l">
              <a:spcBef>
                <a:spcPts val="0"/>
              </a:spcBef>
              <a:spcAft>
                <a:spcPts val="0"/>
              </a:spcAft>
              <a:buNone/>
            </a:pPr>
            <a:r>
              <a:t/>
            </a:r>
            <a:endParaRPr sz="1900">
              <a:solidFill>
                <a:srgbClr val="3C4043"/>
              </a:solidFill>
              <a:highlight>
                <a:srgbClr val="FFFFFF"/>
              </a:highlight>
              <a:latin typeface="Roboto"/>
              <a:ea typeface="Roboto"/>
              <a:cs typeface="Roboto"/>
              <a:sym typeface="Roboto"/>
            </a:endParaRPr>
          </a:p>
          <a:p>
            <a:pPr indent="-577850" lvl="0" marL="914400" rtl="0" algn="l">
              <a:spcBef>
                <a:spcPts val="0"/>
              </a:spcBef>
              <a:spcAft>
                <a:spcPts val="0"/>
              </a:spcAft>
              <a:buClr>
                <a:srgbClr val="3C4043"/>
              </a:buClr>
              <a:buSzPts val="1900"/>
              <a:buFont typeface="Roboto"/>
              <a:buAutoNum type="arabicPeriod"/>
            </a:pPr>
            <a:r>
              <a:rPr lang="en" sz="1900">
                <a:solidFill>
                  <a:srgbClr val="3C4043"/>
                </a:solidFill>
                <a:highlight>
                  <a:srgbClr val="FFFFFF"/>
                </a:highlight>
                <a:latin typeface="Roboto"/>
                <a:ea typeface="Roboto"/>
                <a:cs typeface="Roboto"/>
                <a:sym typeface="Roboto"/>
              </a:rPr>
              <a:t>Descriptions of Google products, services, infrastructure and processes contained in the Teaching Resources are descriptions for teaching and learning purposes only and do not constitute a guarantee, promise, or representation of accuracy by Google. Pricing, availability or features of Google Cloud products and services described in the Teaching Resources may change.</a:t>
            </a:r>
            <a:endParaRPr sz="2100">
              <a:solidFill>
                <a:srgbClr val="3C4043"/>
              </a:solidFill>
              <a:highlight>
                <a:srgbClr val="FFFFFF"/>
              </a:highlight>
              <a:latin typeface="Roboto"/>
              <a:ea typeface="Roboto"/>
              <a:cs typeface="Roboto"/>
              <a:sym typeface="Roboto"/>
            </a:endParaRPr>
          </a:p>
        </p:txBody>
      </p:sp>
      <p:sp>
        <p:nvSpPr>
          <p:cNvPr id="189" name="Google Shape;189;p39"/>
          <p:cNvSpPr txBox="1"/>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Disclaimer</a:t>
            </a:r>
            <a:endParaRPr sz="4800">
              <a:solidFill>
                <a:srgbClr val="202124"/>
              </a:solidFill>
              <a:latin typeface="Google Sans"/>
              <a:ea typeface="Google Sans"/>
              <a:cs typeface="Google Sans"/>
              <a:sym typeface="Google Sans"/>
            </a:endParaRPr>
          </a:p>
        </p:txBody>
      </p:sp>
      <p:sp>
        <p:nvSpPr>
          <p:cNvPr id="190" name="Google Shape;190;p3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6">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40"/>
          <p:cNvSpPr txBox="1"/>
          <p:nvPr>
            <p:ph type="title"/>
          </p:nvPr>
        </p:nvSpPr>
        <p:spPr>
          <a:xfrm>
            <a:off x="1753100" y="4201375"/>
            <a:ext cx="7206900" cy="379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There’s an API</a:t>
            </a:r>
            <a:br>
              <a:rPr lang="en"/>
            </a:br>
            <a:r>
              <a:rPr lang="en"/>
              <a:t>for That!</a:t>
            </a:r>
            <a:endParaRPr/>
          </a:p>
        </p:txBody>
      </p:sp>
      <p:sp>
        <p:nvSpPr>
          <p:cNvPr id="196" name="Google Shape;196;p40"/>
          <p:cNvSpPr txBox="1"/>
          <p:nvPr>
            <p:ph idx="2" type="subTitle"/>
          </p:nvPr>
        </p:nvSpPr>
        <p:spPr>
          <a:xfrm>
            <a:off x="1795700" y="8564800"/>
            <a:ext cx="8174700" cy="6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4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a:t>
            </a:r>
            <a:r>
              <a:rPr lang="en" sz="1600">
                <a:solidFill>
                  <a:srgbClr val="FFFFFF"/>
                </a:solidFill>
                <a:latin typeface="Google Sans"/>
                <a:ea typeface="Google Sans"/>
                <a:cs typeface="Google Sans"/>
                <a:sym typeface="Google Sans"/>
              </a:rPr>
              <a:t>in accordance with the terms of use set forth on the program </a:t>
            </a:r>
            <a:r>
              <a:rPr lang="en" sz="1600" u="sng">
                <a:solidFill>
                  <a:srgbClr val="FFFFFF"/>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1"/>
          <p:cNvSpPr/>
          <p:nvPr/>
        </p:nvSpPr>
        <p:spPr>
          <a:xfrm>
            <a:off x="1828800" y="24525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1</a:t>
            </a:r>
            <a:endParaRPr sz="2800">
              <a:solidFill>
                <a:srgbClr val="FFFFFF"/>
              </a:solidFill>
              <a:latin typeface="Roboto"/>
              <a:ea typeface="Roboto"/>
              <a:cs typeface="Roboto"/>
              <a:sym typeface="Roboto"/>
            </a:endParaRPr>
          </a:p>
        </p:txBody>
      </p:sp>
      <p:sp>
        <p:nvSpPr>
          <p:cNvPr id="203" name="Google Shape;203;p41"/>
          <p:cNvSpPr/>
          <p:nvPr/>
        </p:nvSpPr>
        <p:spPr>
          <a:xfrm>
            <a:off x="4819650" y="24525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2</a:t>
            </a:r>
            <a:endParaRPr sz="2800">
              <a:solidFill>
                <a:srgbClr val="FFFFFF"/>
              </a:solidFill>
              <a:latin typeface="Roboto"/>
              <a:ea typeface="Roboto"/>
              <a:cs typeface="Roboto"/>
              <a:sym typeface="Roboto"/>
            </a:endParaRPr>
          </a:p>
        </p:txBody>
      </p:sp>
      <p:sp>
        <p:nvSpPr>
          <p:cNvPr id="204" name="Google Shape;204;p41"/>
          <p:cNvSpPr/>
          <p:nvPr/>
        </p:nvSpPr>
        <p:spPr>
          <a:xfrm>
            <a:off x="7810500" y="24525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3</a:t>
            </a:r>
            <a:endParaRPr sz="2800">
              <a:solidFill>
                <a:srgbClr val="FFFFFF"/>
              </a:solidFill>
              <a:latin typeface="Roboto"/>
              <a:ea typeface="Roboto"/>
              <a:cs typeface="Roboto"/>
              <a:sym typeface="Roboto"/>
            </a:endParaRPr>
          </a:p>
        </p:txBody>
      </p:sp>
      <p:sp>
        <p:nvSpPr>
          <p:cNvPr id="205" name="Google Shape;205;p41"/>
          <p:cNvSpPr/>
          <p:nvPr/>
        </p:nvSpPr>
        <p:spPr>
          <a:xfrm>
            <a:off x="10801350" y="24525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4</a:t>
            </a:r>
            <a:endParaRPr sz="2800">
              <a:solidFill>
                <a:srgbClr val="FFFFFF"/>
              </a:solidFill>
              <a:latin typeface="Roboto"/>
              <a:ea typeface="Roboto"/>
              <a:cs typeface="Roboto"/>
              <a:sym typeface="Roboto"/>
            </a:endParaRPr>
          </a:p>
        </p:txBody>
      </p:sp>
      <p:sp>
        <p:nvSpPr>
          <p:cNvPr id="206" name="Google Shape;206;p41"/>
          <p:cNvSpPr/>
          <p:nvPr/>
        </p:nvSpPr>
        <p:spPr>
          <a:xfrm>
            <a:off x="13792200" y="2452500"/>
            <a:ext cx="2681100" cy="685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5</a:t>
            </a:r>
            <a:endParaRPr sz="2800">
              <a:solidFill>
                <a:srgbClr val="FFFFFF"/>
              </a:solidFill>
              <a:latin typeface="Roboto"/>
              <a:ea typeface="Roboto"/>
              <a:cs typeface="Roboto"/>
              <a:sym typeface="Roboto"/>
            </a:endParaRPr>
          </a:p>
        </p:txBody>
      </p:sp>
      <p:sp>
        <p:nvSpPr>
          <p:cNvPr id="207" name="Google Shape;207;p41"/>
          <p:cNvSpPr/>
          <p:nvPr/>
        </p:nvSpPr>
        <p:spPr>
          <a:xfrm>
            <a:off x="182880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6</a:t>
            </a:r>
            <a:endParaRPr sz="2800">
              <a:solidFill>
                <a:srgbClr val="FFFFFF"/>
              </a:solidFill>
              <a:latin typeface="Roboto"/>
              <a:ea typeface="Roboto"/>
              <a:cs typeface="Roboto"/>
              <a:sym typeface="Roboto"/>
            </a:endParaRPr>
          </a:p>
        </p:txBody>
      </p:sp>
      <p:sp>
        <p:nvSpPr>
          <p:cNvPr id="208" name="Google Shape;208;p41"/>
          <p:cNvSpPr/>
          <p:nvPr/>
        </p:nvSpPr>
        <p:spPr>
          <a:xfrm>
            <a:off x="481965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7</a:t>
            </a:r>
            <a:endParaRPr sz="2800">
              <a:solidFill>
                <a:srgbClr val="FFFFFF"/>
              </a:solidFill>
              <a:latin typeface="Roboto"/>
              <a:ea typeface="Roboto"/>
              <a:cs typeface="Roboto"/>
              <a:sym typeface="Roboto"/>
            </a:endParaRPr>
          </a:p>
        </p:txBody>
      </p:sp>
      <p:sp>
        <p:nvSpPr>
          <p:cNvPr id="209" name="Google Shape;209;p41"/>
          <p:cNvSpPr/>
          <p:nvPr/>
        </p:nvSpPr>
        <p:spPr>
          <a:xfrm>
            <a:off x="781050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8</a:t>
            </a:r>
            <a:endParaRPr sz="2800">
              <a:solidFill>
                <a:srgbClr val="FFFFFF"/>
              </a:solidFill>
              <a:latin typeface="Roboto"/>
              <a:ea typeface="Roboto"/>
              <a:cs typeface="Roboto"/>
              <a:sym typeface="Roboto"/>
            </a:endParaRPr>
          </a:p>
        </p:txBody>
      </p:sp>
      <p:sp>
        <p:nvSpPr>
          <p:cNvPr id="210" name="Google Shape;210;p41"/>
          <p:cNvSpPr/>
          <p:nvPr/>
        </p:nvSpPr>
        <p:spPr>
          <a:xfrm>
            <a:off x="1080135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9</a:t>
            </a:r>
            <a:endParaRPr sz="2800">
              <a:solidFill>
                <a:srgbClr val="FFFFFF"/>
              </a:solidFill>
              <a:latin typeface="Roboto"/>
              <a:ea typeface="Roboto"/>
              <a:cs typeface="Roboto"/>
              <a:sym typeface="Roboto"/>
            </a:endParaRPr>
          </a:p>
        </p:txBody>
      </p:sp>
      <p:sp>
        <p:nvSpPr>
          <p:cNvPr id="211" name="Google Shape;211;p41"/>
          <p:cNvSpPr/>
          <p:nvPr/>
        </p:nvSpPr>
        <p:spPr>
          <a:xfrm>
            <a:off x="1379220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10</a:t>
            </a:r>
            <a:endParaRPr sz="2800">
              <a:solidFill>
                <a:srgbClr val="FFFFFF"/>
              </a:solidFill>
              <a:latin typeface="Roboto"/>
              <a:ea typeface="Roboto"/>
              <a:cs typeface="Roboto"/>
              <a:sym typeface="Roboto"/>
            </a:endParaRPr>
          </a:p>
        </p:txBody>
      </p:sp>
      <p:sp>
        <p:nvSpPr>
          <p:cNvPr id="212" name="Google Shape;212;p41"/>
          <p:cNvSpPr/>
          <p:nvPr/>
        </p:nvSpPr>
        <p:spPr>
          <a:xfrm>
            <a:off x="1828800" y="3290700"/>
            <a:ext cx="2681100" cy="16281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So, What’s the Cloud Anyway?</a:t>
            </a:r>
            <a:endParaRPr sz="2000">
              <a:solidFill>
                <a:schemeClr val="lt1"/>
              </a:solidFill>
              <a:latin typeface="Roboto"/>
              <a:ea typeface="Roboto"/>
              <a:cs typeface="Roboto"/>
              <a:sym typeface="Roboto"/>
            </a:endParaRPr>
          </a:p>
        </p:txBody>
      </p:sp>
      <p:sp>
        <p:nvSpPr>
          <p:cNvPr id="213" name="Google Shape;213;p41"/>
          <p:cNvSpPr/>
          <p:nvPr/>
        </p:nvSpPr>
        <p:spPr>
          <a:xfrm>
            <a:off x="4819650" y="3290700"/>
            <a:ext cx="2681100" cy="16281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Start with a Solid Platform</a:t>
            </a:r>
            <a:endParaRPr sz="2000">
              <a:solidFill>
                <a:schemeClr val="lt1"/>
              </a:solidFill>
              <a:latin typeface="Roboto"/>
              <a:ea typeface="Roboto"/>
              <a:cs typeface="Roboto"/>
              <a:sym typeface="Roboto"/>
            </a:endParaRPr>
          </a:p>
        </p:txBody>
      </p:sp>
      <p:sp>
        <p:nvSpPr>
          <p:cNvPr id="214" name="Google Shape;214;p41"/>
          <p:cNvSpPr/>
          <p:nvPr/>
        </p:nvSpPr>
        <p:spPr>
          <a:xfrm>
            <a:off x="7810500" y="3290700"/>
            <a:ext cx="2681100" cy="16281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Use </a:t>
            </a:r>
            <a:r>
              <a:rPr lang="en" sz="2000">
                <a:solidFill>
                  <a:schemeClr val="lt1"/>
                </a:solidFill>
                <a:latin typeface="Roboto"/>
                <a:ea typeface="Roboto"/>
                <a:cs typeface="Roboto"/>
                <a:sym typeface="Roboto"/>
              </a:rPr>
              <a:t>Google Cloud</a:t>
            </a:r>
            <a:r>
              <a:rPr lang="en" sz="2000">
                <a:solidFill>
                  <a:schemeClr val="lt1"/>
                </a:solidFill>
                <a:latin typeface="Roboto"/>
                <a:ea typeface="Roboto"/>
                <a:cs typeface="Roboto"/>
                <a:sym typeface="Roboto"/>
              </a:rPr>
              <a:t> to Build Your Apps</a:t>
            </a:r>
            <a:endParaRPr sz="2000">
              <a:solidFill>
                <a:schemeClr val="lt1"/>
              </a:solidFill>
              <a:latin typeface="Roboto"/>
              <a:ea typeface="Roboto"/>
              <a:cs typeface="Roboto"/>
              <a:sym typeface="Roboto"/>
            </a:endParaRPr>
          </a:p>
        </p:txBody>
      </p:sp>
      <p:sp>
        <p:nvSpPr>
          <p:cNvPr id="215" name="Google Shape;215;p41"/>
          <p:cNvSpPr/>
          <p:nvPr/>
        </p:nvSpPr>
        <p:spPr>
          <a:xfrm>
            <a:off x="10801350" y="3290700"/>
            <a:ext cx="2681100" cy="16281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Where Do I Store This Stuff?</a:t>
            </a:r>
            <a:endParaRPr sz="2000">
              <a:solidFill>
                <a:schemeClr val="lt1"/>
              </a:solidFill>
              <a:latin typeface="Roboto"/>
              <a:ea typeface="Roboto"/>
              <a:cs typeface="Roboto"/>
              <a:sym typeface="Roboto"/>
            </a:endParaRPr>
          </a:p>
        </p:txBody>
      </p:sp>
      <p:sp>
        <p:nvSpPr>
          <p:cNvPr id="216" name="Google Shape;216;p41"/>
          <p:cNvSpPr/>
          <p:nvPr/>
        </p:nvSpPr>
        <p:spPr>
          <a:xfrm>
            <a:off x="13792200" y="3290700"/>
            <a:ext cx="2681100" cy="1628100"/>
          </a:xfrm>
          <a:prstGeom prst="rect">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There’s an API for That!</a:t>
            </a:r>
            <a:endParaRPr sz="2000">
              <a:solidFill>
                <a:schemeClr val="lt1"/>
              </a:solidFill>
              <a:latin typeface="Roboto"/>
              <a:ea typeface="Roboto"/>
              <a:cs typeface="Roboto"/>
              <a:sym typeface="Roboto"/>
            </a:endParaRPr>
          </a:p>
        </p:txBody>
      </p:sp>
      <p:sp>
        <p:nvSpPr>
          <p:cNvPr id="217" name="Google Shape;217;p41"/>
          <p:cNvSpPr/>
          <p:nvPr/>
        </p:nvSpPr>
        <p:spPr>
          <a:xfrm>
            <a:off x="1828800" y="6033900"/>
            <a:ext cx="2681100" cy="16275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You Can’t Secure the Cloud, Right?</a:t>
            </a:r>
            <a:endParaRPr sz="2000">
              <a:solidFill>
                <a:schemeClr val="lt1"/>
              </a:solidFill>
              <a:latin typeface="Roboto"/>
              <a:ea typeface="Roboto"/>
              <a:cs typeface="Roboto"/>
              <a:sym typeface="Roboto"/>
            </a:endParaRPr>
          </a:p>
        </p:txBody>
      </p:sp>
      <p:sp>
        <p:nvSpPr>
          <p:cNvPr id="218" name="Google Shape;218;p41"/>
          <p:cNvSpPr/>
          <p:nvPr/>
        </p:nvSpPr>
        <p:spPr>
          <a:xfrm>
            <a:off x="4819650" y="6033900"/>
            <a:ext cx="2681100" cy="16275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It Helps to Network</a:t>
            </a:r>
            <a:endParaRPr sz="2000">
              <a:solidFill>
                <a:schemeClr val="lt1"/>
              </a:solidFill>
              <a:latin typeface="Roboto"/>
              <a:ea typeface="Roboto"/>
              <a:cs typeface="Roboto"/>
              <a:sym typeface="Roboto"/>
            </a:endParaRPr>
          </a:p>
        </p:txBody>
      </p:sp>
      <p:sp>
        <p:nvSpPr>
          <p:cNvPr id="219" name="Google Shape;219;p41"/>
          <p:cNvSpPr/>
          <p:nvPr/>
        </p:nvSpPr>
        <p:spPr>
          <a:xfrm>
            <a:off x="7810500" y="6033900"/>
            <a:ext cx="2681100" cy="16275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Let Google Keep an Eye on Things</a:t>
            </a:r>
            <a:endParaRPr sz="2000">
              <a:solidFill>
                <a:schemeClr val="lt1"/>
              </a:solidFill>
              <a:latin typeface="Roboto"/>
              <a:ea typeface="Roboto"/>
              <a:cs typeface="Roboto"/>
              <a:sym typeface="Roboto"/>
            </a:endParaRPr>
          </a:p>
        </p:txBody>
      </p:sp>
      <p:sp>
        <p:nvSpPr>
          <p:cNvPr id="220" name="Google Shape;220;p41"/>
          <p:cNvSpPr/>
          <p:nvPr/>
        </p:nvSpPr>
        <p:spPr>
          <a:xfrm>
            <a:off x="10801350" y="6033900"/>
            <a:ext cx="2681100" cy="16275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You Have the Data, but What Are You Doing with It?</a:t>
            </a:r>
            <a:endParaRPr sz="2000">
              <a:solidFill>
                <a:schemeClr val="lt1"/>
              </a:solidFill>
              <a:latin typeface="Roboto"/>
              <a:ea typeface="Roboto"/>
              <a:cs typeface="Roboto"/>
              <a:sym typeface="Roboto"/>
            </a:endParaRPr>
          </a:p>
        </p:txBody>
      </p:sp>
      <p:sp>
        <p:nvSpPr>
          <p:cNvPr id="221" name="Google Shape;221;p41"/>
          <p:cNvSpPr/>
          <p:nvPr/>
        </p:nvSpPr>
        <p:spPr>
          <a:xfrm>
            <a:off x="13792200" y="6033900"/>
            <a:ext cx="2681100" cy="16275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Let Machines Do the Work</a:t>
            </a:r>
            <a:endParaRPr sz="2000">
              <a:solidFill>
                <a:schemeClr val="lt1"/>
              </a:solidFill>
              <a:latin typeface="Roboto"/>
              <a:ea typeface="Roboto"/>
              <a:cs typeface="Roboto"/>
              <a:sym typeface="Roboto"/>
            </a:endParaRPr>
          </a:p>
        </p:txBody>
      </p:sp>
      <p:sp>
        <p:nvSpPr>
          <p:cNvPr id="222" name="Google Shape;222;p41"/>
          <p:cNvSpPr/>
          <p:nvPr/>
        </p:nvSpPr>
        <p:spPr>
          <a:xfrm>
            <a:off x="1828800" y="7938900"/>
            <a:ext cx="146397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Google Cloud skills badges</a:t>
            </a:r>
            <a:endParaRPr sz="2800">
              <a:solidFill>
                <a:srgbClr val="FFFFFF"/>
              </a:solidFill>
              <a:latin typeface="Roboto"/>
              <a:ea typeface="Roboto"/>
              <a:cs typeface="Roboto"/>
              <a:sym typeface="Roboto"/>
            </a:endParaRPr>
          </a:p>
        </p:txBody>
      </p:sp>
      <p:sp>
        <p:nvSpPr>
          <p:cNvPr id="223" name="Google Shape;223;p41"/>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Course map</a:t>
            </a:r>
            <a:endParaRPr/>
          </a:p>
        </p:txBody>
      </p:sp>
      <p:sp>
        <p:nvSpPr>
          <p:cNvPr id="224" name="Google Shape;224;p4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2"/>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Learn how to ...</a:t>
            </a:r>
            <a:endParaRPr/>
          </a:p>
        </p:txBody>
      </p:sp>
      <p:sp>
        <p:nvSpPr>
          <p:cNvPr id="230" name="Google Shape;230;p42"/>
          <p:cNvSpPr txBox="1"/>
          <p:nvPr>
            <p:ph idx="1" type="body"/>
          </p:nvPr>
        </p:nvSpPr>
        <p:spPr>
          <a:xfrm>
            <a:off x="1742475" y="2432125"/>
            <a:ext cx="72519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Discuss the different application managed service options in the cloud</a:t>
            </a:r>
            <a:endParaRPr sz="3000"/>
          </a:p>
          <a:p>
            <a:pPr indent="-419100" lvl="0" marL="457200" rtl="0" algn="l">
              <a:spcBef>
                <a:spcPts val="2900"/>
              </a:spcBef>
              <a:spcAft>
                <a:spcPts val="0"/>
              </a:spcAft>
              <a:buSzPts val="3000"/>
              <a:buChar char="●"/>
            </a:pPr>
            <a:r>
              <a:rPr lang="en" sz="3000"/>
              <a:t>Discuss the purpose of APIs</a:t>
            </a:r>
            <a:endParaRPr sz="3000"/>
          </a:p>
          <a:p>
            <a:pPr indent="-419100" lvl="0" marL="457200" rtl="0" algn="l">
              <a:spcBef>
                <a:spcPts val="2900"/>
              </a:spcBef>
              <a:spcAft>
                <a:spcPts val="0"/>
              </a:spcAft>
              <a:buSzPts val="3000"/>
              <a:buChar char="●"/>
            </a:pPr>
            <a:r>
              <a:rPr lang="en" sz="3000"/>
              <a:t>Explain the format of a REST API</a:t>
            </a:r>
            <a:endParaRPr sz="3000"/>
          </a:p>
          <a:p>
            <a:pPr indent="-419100" lvl="0" marL="457200" rtl="0" algn="l">
              <a:spcBef>
                <a:spcPts val="2900"/>
              </a:spcBef>
              <a:spcAft>
                <a:spcPts val="0"/>
              </a:spcAft>
              <a:buSzPts val="3000"/>
              <a:buChar char="●"/>
            </a:pPr>
            <a:r>
              <a:rPr lang="en" sz="3000"/>
              <a:t>Compare and contrast Cloud</a:t>
            </a:r>
            <a:r>
              <a:rPr lang="en" sz="3000"/>
              <a:t> </a:t>
            </a:r>
            <a:r>
              <a:rPr lang="en" sz="3000"/>
              <a:t>Endpoints and Apigee</a:t>
            </a:r>
            <a:endParaRPr sz="3000"/>
          </a:p>
          <a:p>
            <a:pPr indent="-419100" lvl="0" marL="457200" rtl="0" algn="l">
              <a:spcBef>
                <a:spcPts val="2900"/>
              </a:spcBef>
              <a:spcAft>
                <a:spcPts val="0"/>
              </a:spcAft>
              <a:buSzPts val="3000"/>
              <a:buChar char="●"/>
            </a:pPr>
            <a:r>
              <a:rPr lang="en" sz="3000"/>
              <a:t>Explore the use case for a managed messaging service</a:t>
            </a:r>
            <a:endParaRPr sz="3000"/>
          </a:p>
          <a:p>
            <a:pPr indent="-419100" lvl="0" marL="457200" rtl="0" algn="l">
              <a:spcBef>
                <a:spcPts val="2900"/>
              </a:spcBef>
              <a:spcAft>
                <a:spcPts val="2900"/>
              </a:spcAft>
              <a:buSzPts val="3000"/>
              <a:buChar char="●"/>
            </a:pPr>
            <a:r>
              <a:rPr lang="en" sz="3000"/>
              <a:t>Discuss how Pub/Sub is used as a managed messaging service</a:t>
            </a:r>
            <a:endParaRPr sz="3000"/>
          </a:p>
        </p:txBody>
      </p:sp>
      <p:pic>
        <p:nvPicPr>
          <p:cNvPr id="231" name="Google Shape;231;p42"/>
          <p:cNvPicPr preferRelativeResize="0"/>
          <p:nvPr/>
        </p:nvPicPr>
        <p:blipFill rotWithShape="1">
          <a:blip r:embed="rId3">
            <a:alphaModFix/>
          </a:blip>
          <a:srcRect b="0" l="0" r="0" t="0"/>
          <a:stretch/>
        </p:blipFill>
        <p:spPr>
          <a:xfrm>
            <a:off x="9451750" y="1854313"/>
            <a:ext cx="6996024" cy="6996024"/>
          </a:xfrm>
          <a:prstGeom prst="rect">
            <a:avLst/>
          </a:prstGeom>
          <a:noFill/>
          <a:ln>
            <a:noFill/>
          </a:ln>
        </p:spPr>
      </p:pic>
      <p:sp>
        <p:nvSpPr>
          <p:cNvPr id="232" name="Google Shape;232;p4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3"/>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The Purpose of APIs</a:t>
            </a:r>
            <a:endParaRPr sz="3500"/>
          </a:p>
          <a:p>
            <a:pPr indent="0" lvl="0" marL="0" rtl="0" algn="l">
              <a:spcBef>
                <a:spcPts val="2900"/>
              </a:spcBef>
              <a:spcAft>
                <a:spcPts val="0"/>
              </a:spcAft>
              <a:buNone/>
            </a:pPr>
            <a:r>
              <a:rPr lang="en" sz="3500"/>
              <a:t>Cloud Endpoints</a:t>
            </a:r>
            <a:endParaRPr sz="3500"/>
          </a:p>
          <a:p>
            <a:pPr indent="0" lvl="0" marL="0" rtl="0" algn="l">
              <a:spcBef>
                <a:spcPts val="2900"/>
              </a:spcBef>
              <a:spcAft>
                <a:spcPts val="0"/>
              </a:spcAft>
              <a:buNone/>
            </a:pPr>
            <a:r>
              <a:rPr lang="en" sz="3500"/>
              <a:t>Lab: Cloud Endpoints: Qwik Start</a:t>
            </a:r>
            <a:endParaRPr sz="3500"/>
          </a:p>
          <a:p>
            <a:pPr indent="0" lvl="0" marL="0" rtl="0" algn="l">
              <a:spcBef>
                <a:spcPts val="2900"/>
              </a:spcBef>
              <a:spcAft>
                <a:spcPts val="0"/>
              </a:spcAft>
              <a:buNone/>
            </a:pPr>
            <a:r>
              <a:rPr lang="en" sz="3500"/>
              <a:t>Using Apigee Edge</a:t>
            </a:r>
            <a:endParaRPr sz="3500"/>
          </a:p>
          <a:p>
            <a:pPr indent="0" lvl="0" marL="0" rtl="0" algn="l">
              <a:spcBef>
                <a:spcPts val="2900"/>
              </a:spcBef>
              <a:spcAft>
                <a:spcPts val="0"/>
              </a:spcAft>
              <a:buNone/>
            </a:pPr>
            <a:r>
              <a:rPr lang="en" sz="3500"/>
              <a:t>Managed Message Services</a:t>
            </a:r>
            <a:endParaRPr sz="3500"/>
          </a:p>
          <a:p>
            <a:pPr indent="0" lvl="0" marL="0" rtl="0" algn="l">
              <a:spcBef>
                <a:spcPts val="2900"/>
              </a:spcBef>
              <a:spcAft>
                <a:spcPts val="2900"/>
              </a:spcAft>
              <a:buNone/>
            </a:pPr>
            <a:r>
              <a:rPr lang="en" sz="3500"/>
              <a:t>Pub/Sub</a:t>
            </a:r>
            <a:endParaRPr sz="3500"/>
          </a:p>
        </p:txBody>
      </p:sp>
      <p:sp>
        <p:nvSpPr>
          <p:cNvPr id="238" name="Google Shape;238;p43"/>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 (1/2)</a:t>
            </a:r>
            <a:endParaRPr/>
          </a:p>
        </p:txBody>
      </p:sp>
      <p:sp>
        <p:nvSpPr>
          <p:cNvPr id="239" name="Google Shape;239;p4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4"/>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Lab: Cloud Pub/Sub: Qwik Start - Python</a:t>
            </a:r>
            <a:endParaRPr sz="3500"/>
          </a:p>
          <a:p>
            <a:pPr indent="0" lvl="0" marL="0" rtl="0" algn="l">
              <a:spcBef>
                <a:spcPts val="2900"/>
              </a:spcBef>
              <a:spcAft>
                <a:spcPts val="0"/>
              </a:spcAft>
              <a:buNone/>
            </a:pPr>
            <a:r>
              <a:rPr lang="en" sz="3500"/>
              <a:t>Quiz</a:t>
            </a:r>
            <a:endParaRPr sz="3500"/>
          </a:p>
          <a:p>
            <a:pPr indent="0" lvl="0" marL="0" rtl="0" algn="l">
              <a:spcBef>
                <a:spcPts val="2900"/>
              </a:spcBef>
              <a:spcAft>
                <a:spcPts val="0"/>
              </a:spcAft>
              <a:buNone/>
            </a:pPr>
            <a:r>
              <a:rPr lang="en" sz="3500"/>
              <a:t>Summary</a:t>
            </a:r>
            <a:endParaRPr sz="3500"/>
          </a:p>
          <a:p>
            <a:pPr indent="0" lvl="0" marL="0" rtl="0" algn="l">
              <a:spcBef>
                <a:spcPts val="2900"/>
              </a:spcBef>
              <a:spcAft>
                <a:spcPts val="2900"/>
              </a:spcAft>
              <a:buNone/>
            </a:pPr>
            <a:r>
              <a:t/>
            </a:r>
            <a:endParaRPr/>
          </a:p>
        </p:txBody>
      </p:sp>
      <p:sp>
        <p:nvSpPr>
          <p:cNvPr id="245" name="Google Shape;245;p44"/>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 (2/2)</a:t>
            </a:r>
            <a:endParaRPr/>
          </a:p>
        </p:txBody>
      </p:sp>
      <p:sp>
        <p:nvSpPr>
          <p:cNvPr id="246" name="Google Shape;246;p4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5"/>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accent2"/>
                </a:solidFill>
              </a:rPr>
              <a:t>The Purpose of APIs</a:t>
            </a:r>
            <a:endParaRPr sz="3500">
              <a:solidFill>
                <a:schemeClr val="accent2"/>
              </a:solidFill>
            </a:endParaRPr>
          </a:p>
          <a:p>
            <a:pPr indent="0" lvl="0" marL="0" rtl="0" algn="l">
              <a:spcBef>
                <a:spcPts val="2900"/>
              </a:spcBef>
              <a:spcAft>
                <a:spcPts val="0"/>
              </a:spcAft>
              <a:buNone/>
            </a:pPr>
            <a:r>
              <a:rPr lang="en" sz="3500"/>
              <a:t>Cloud Endpoints</a:t>
            </a:r>
            <a:endParaRPr sz="3500"/>
          </a:p>
          <a:p>
            <a:pPr indent="0" lvl="0" marL="0" rtl="0" algn="l">
              <a:spcBef>
                <a:spcPts val="2900"/>
              </a:spcBef>
              <a:spcAft>
                <a:spcPts val="0"/>
              </a:spcAft>
              <a:buNone/>
            </a:pPr>
            <a:r>
              <a:rPr lang="en" sz="3500"/>
              <a:t>Lab: Cloud Endpoints: Qwik Start</a:t>
            </a:r>
            <a:endParaRPr sz="3500"/>
          </a:p>
          <a:p>
            <a:pPr indent="0" lvl="0" marL="0" rtl="0" algn="l">
              <a:spcBef>
                <a:spcPts val="2900"/>
              </a:spcBef>
              <a:spcAft>
                <a:spcPts val="0"/>
              </a:spcAft>
              <a:buNone/>
            </a:pPr>
            <a:r>
              <a:rPr lang="en" sz="3500"/>
              <a:t>Using Apigee Edge</a:t>
            </a:r>
            <a:endParaRPr sz="3500"/>
          </a:p>
          <a:p>
            <a:pPr indent="0" lvl="0" marL="0" rtl="0" algn="l">
              <a:spcBef>
                <a:spcPts val="2900"/>
              </a:spcBef>
              <a:spcAft>
                <a:spcPts val="0"/>
              </a:spcAft>
              <a:buNone/>
            </a:pPr>
            <a:r>
              <a:rPr lang="en" sz="3500"/>
              <a:t>Managed Message Services</a:t>
            </a:r>
            <a:endParaRPr sz="3500"/>
          </a:p>
          <a:p>
            <a:pPr indent="0" lvl="0" marL="0" rtl="0" algn="l">
              <a:spcBef>
                <a:spcPts val="2900"/>
              </a:spcBef>
              <a:spcAft>
                <a:spcPts val="2900"/>
              </a:spcAft>
              <a:buNone/>
            </a:pPr>
            <a:r>
              <a:rPr lang="en" sz="3500"/>
              <a:t>Pub/Sub</a:t>
            </a:r>
            <a:endParaRPr sz="3500"/>
          </a:p>
        </p:txBody>
      </p:sp>
      <p:sp>
        <p:nvSpPr>
          <p:cNvPr id="252" name="Google Shape;252;p45"/>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253" name="Google Shape;253;p4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6"/>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APIs hide the details and enforce contracts</a:t>
            </a:r>
            <a:endParaRPr/>
          </a:p>
        </p:txBody>
      </p:sp>
      <p:cxnSp>
        <p:nvCxnSpPr>
          <p:cNvPr id="259" name="Google Shape;259;p46"/>
          <p:cNvCxnSpPr>
            <a:stCxn id="260" idx="1"/>
            <a:endCxn id="261" idx="3"/>
          </p:cNvCxnSpPr>
          <p:nvPr/>
        </p:nvCxnSpPr>
        <p:spPr>
          <a:xfrm flipH="1" rot="-5400000">
            <a:off x="6827475" y="5473233"/>
            <a:ext cx="273300" cy="3212700"/>
          </a:xfrm>
          <a:prstGeom prst="curvedConnector5">
            <a:avLst>
              <a:gd fmla="val -79375" name="adj1"/>
              <a:gd fmla="val 49970" name="adj2"/>
              <a:gd fmla="val 179408" name="adj3"/>
            </a:avLst>
          </a:prstGeom>
          <a:noFill/>
          <a:ln cap="flat" cmpd="sng" w="19050">
            <a:solidFill>
              <a:schemeClr val="accent2"/>
            </a:solidFill>
            <a:prstDash val="solid"/>
            <a:round/>
            <a:headEnd len="med" w="med" type="none"/>
            <a:tailEnd len="med" w="med" type="none"/>
          </a:ln>
        </p:spPr>
      </p:cxnSp>
      <p:cxnSp>
        <p:nvCxnSpPr>
          <p:cNvPr id="262" name="Google Shape;262;p46"/>
          <p:cNvCxnSpPr>
            <a:stCxn id="263" idx="1"/>
            <a:endCxn id="260" idx="3"/>
          </p:cNvCxnSpPr>
          <p:nvPr/>
        </p:nvCxnSpPr>
        <p:spPr>
          <a:xfrm rot="-5400000">
            <a:off x="5047629" y="7593866"/>
            <a:ext cx="416400" cy="204000"/>
          </a:xfrm>
          <a:prstGeom prst="curvedConnector3">
            <a:avLst>
              <a:gd fmla="val 50011" name="adj1"/>
            </a:avLst>
          </a:prstGeom>
          <a:noFill/>
          <a:ln cap="flat" cmpd="sng" w="19050">
            <a:solidFill>
              <a:schemeClr val="accent2"/>
            </a:solidFill>
            <a:prstDash val="solid"/>
            <a:round/>
            <a:headEnd len="med" w="med" type="none"/>
            <a:tailEnd len="med" w="med" type="none"/>
          </a:ln>
        </p:spPr>
      </p:cxnSp>
      <p:cxnSp>
        <p:nvCxnSpPr>
          <p:cNvPr id="264" name="Google Shape;264;p46"/>
          <p:cNvCxnSpPr>
            <a:stCxn id="265" idx="3"/>
            <a:endCxn id="266" idx="2"/>
          </p:cNvCxnSpPr>
          <p:nvPr/>
        </p:nvCxnSpPr>
        <p:spPr>
          <a:xfrm rot="-5400000">
            <a:off x="5994510" y="4428125"/>
            <a:ext cx="787200" cy="2767200"/>
          </a:xfrm>
          <a:prstGeom prst="curvedConnector3">
            <a:avLst>
              <a:gd fmla="val -27590" name="adj1"/>
            </a:avLst>
          </a:prstGeom>
          <a:noFill/>
          <a:ln cap="flat" cmpd="sng" w="19050">
            <a:solidFill>
              <a:schemeClr val="accent2"/>
            </a:solidFill>
            <a:prstDash val="solid"/>
            <a:round/>
            <a:headEnd len="med" w="med" type="none"/>
            <a:tailEnd len="med" w="med" type="none"/>
          </a:ln>
        </p:spPr>
      </p:cxnSp>
      <p:cxnSp>
        <p:nvCxnSpPr>
          <p:cNvPr id="267" name="Google Shape;267;p46"/>
          <p:cNvCxnSpPr>
            <a:stCxn id="268" idx="0"/>
            <a:endCxn id="269" idx="0"/>
          </p:cNvCxnSpPr>
          <p:nvPr/>
        </p:nvCxnSpPr>
        <p:spPr>
          <a:xfrm flipH="1" rot="5400000">
            <a:off x="6796619" y="3799388"/>
            <a:ext cx="2224500" cy="513300"/>
          </a:xfrm>
          <a:prstGeom prst="curvedConnector5">
            <a:avLst>
              <a:gd fmla="val 35365" name="adj1"/>
              <a:gd fmla="val -69211" name="adj2"/>
              <a:gd fmla="val 117623" name="adj3"/>
            </a:avLst>
          </a:prstGeom>
          <a:noFill/>
          <a:ln cap="flat" cmpd="sng" w="19050">
            <a:solidFill>
              <a:schemeClr val="accent2"/>
            </a:solidFill>
            <a:prstDash val="solid"/>
            <a:round/>
            <a:headEnd len="med" w="med" type="none"/>
            <a:tailEnd len="med" w="med" type="none"/>
          </a:ln>
        </p:spPr>
      </p:cxnSp>
      <p:cxnSp>
        <p:nvCxnSpPr>
          <p:cNvPr id="270" name="Google Shape;270;p46"/>
          <p:cNvCxnSpPr>
            <a:stCxn id="271" idx="0"/>
            <a:endCxn id="268" idx="0"/>
          </p:cNvCxnSpPr>
          <p:nvPr/>
        </p:nvCxnSpPr>
        <p:spPr>
          <a:xfrm rot="-5400000">
            <a:off x="6171711" y="5790090"/>
            <a:ext cx="2615700" cy="1371900"/>
          </a:xfrm>
          <a:prstGeom prst="curvedConnector3">
            <a:avLst>
              <a:gd fmla="val 108308" name="adj1"/>
            </a:avLst>
          </a:prstGeom>
          <a:noFill/>
          <a:ln cap="flat" cmpd="sng" w="19050">
            <a:solidFill>
              <a:schemeClr val="accent2"/>
            </a:solidFill>
            <a:prstDash val="solid"/>
            <a:round/>
            <a:headEnd len="med" w="med" type="none"/>
            <a:tailEnd len="med" w="med" type="none"/>
          </a:ln>
        </p:spPr>
      </p:cxnSp>
      <p:cxnSp>
        <p:nvCxnSpPr>
          <p:cNvPr id="272" name="Google Shape;272;p46"/>
          <p:cNvCxnSpPr>
            <a:stCxn id="265" idx="1"/>
            <a:endCxn id="273" idx="4"/>
          </p:cNvCxnSpPr>
          <p:nvPr/>
        </p:nvCxnSpPr>
        <p:spPr>
          <a:xfrm flipH="1" rot="-5400000">
            <a:off x="6101160" y="4020575"/>
            <a:ext cx="1446900" cy="3640200"/>
          </a:xfrm>
          <a:prstGeom prst="curvedConnector5">
            <a:avLst>
              <a:gd fmla="val -15016" name="adj1"/>
              <a:gd fmla="val 60293" name="adj2"/>
              <a:gd fmla="val 115018" name="adj3"/>
            </a:avLst>
          </a:prstGeom>
          <a:noFill/>
          <a:ln cap="flat" cmpd="sng" w="19050">
            <a:solidFill>
              <a:schemeClr val="accent2"/>
            </a:solidFill>
            <a:prstDash val="solid"/>
            <a:round/>
            <a:headEnd len="med" w="med" type="none"/>
            <a:tailEnd len="med" w="med" type="none"/>
          </a:ln>
        </p:spPr>
      </p:cxnSp>
      <p:sp>
        <p:nvSpPr>
          <p:cNvPr id="274" name="Google Shape;274;p46"/>
          <p:cNvSpPr/>
          <p:nvPr/>
        </p:nvSpPr>
        <p:spPr>
          <a:xfrm>
            <a:off x="11086891" y="2742592"/>
            <a:ext cx="1101300" cy="48660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3600">
                <a:solidFill>
                  <a:srgbClr val="434343"/>
                </a:solidFill>
                <a:latin typeface="Google Sans"/>
                <a:ea typeface="Google Sans"/>
                <a:cs typeface="Google Sans"/>
                <a:sym typeface="Google Sans"/>
              </a:rPr>
              <a:t>API</a:t>
            </a:r>
            <a:endParaRPr sz="3600">
              <a:solidFill>
                <a:srgbClr val="434343"/>
              </a:solidFill>
              <a:latin typeface="Google Sans"/>
              <a:ea typeface="Google Sans"/>
              <a:cs typeface="Google Sans"/>
              <a:sym typeface="Google Sans"/>
            </a:endParaRPr>
          </a:p>
        </p:txBody>
      </p:sp>
      <p:sp>
        <p:nvSpPr>
          <p:cNvPr id="260" name="Google Shape;260;p46"/>
          <p:cNvSpPr/>
          <p:nvPr/>
        </p:nvSpPr>
        <p:spPr>
          <a:xfrm rot="5400000">
            <a:off x="5085375" y="6460233"/>
            <a:ext cx="544800" cy="1510200"/>
          </a:xfrm>
          <a:prstGeom prst="rect">
            <a:avLst/>
          </a:prstGeom>
          <a:solidFill>
            <a:srgbClr val="E69138"/>
          </a:solid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rgbClr val="FFFFFF"/>
              </a:solidFill>
              <a:latin typeface="Roboto Medium"/>
              <a:ea typeface="Roboto Medium"/>
              <a:cs typeface="Roboto Medium"/>
              <a:sym typeface="Roboto Medium"/>
            </a:endParaRPr>
          </a:p>
        </p:txBody>
      </p:sp>
      <p:cxnSp>
        <p:nvCxnSpPr>
          <p:cNvPr id="275" name="Google Shape;275;p46"/>
          <p:cNvCxnSpPr>
            <a:stCxn id="276" idx="0"/>
            <a:endCxn id="277" idx="3"/>
          </p:cNvCxnSpPr>
          <p:nvPr/>
        </p:nvCxnSpPr>
        <p:spPr>
          <a:xfrm flipH="1">
            <a:off x="9072628" y="3376556"/>
            <a:ext cx="1445100" cy="1487400"/>
          </a:xfrm>
          <a:prstGeom prst="curvedConnector3">
            <a:avLst>
              <a:gd fmla="val 49998" name="adj1"/>
            </a:avLst>
          </a:prstGeom>
          <a:noFill/>
          <a:ln cap="flat" cmpd="sng" w="76200">
            <a:solidFill>
              <a:schemeClr val="lt2"/>
            </a:solidFill>
            <a:prstDash val="solid"/>
            <a:round/>
            <a:headEnd len="med" w="med" type="none"/>
            <a:tailEnd len="med" w="med" type="none"/>
          </a:ln>
        </p:spPr>
      </p:cxnSp>
      <p:sp>
        <p:nvSpPr>
          <p:cNvPr id="278" name="Google Shape;278;p46"/>
          <p:cNvSpPr/>
          <p:nvPr/>
        </p:nvSpPr>
        <p:spPr>
          <a:xfrm>
            <a:off x="6255234" y="2943699"/>
            <a:ext cx="674700" cy="1353000"/>
          </a:xfrm>
          <a:prstGeom prst="rect">
            <a:avLst/>
          </a:prstGeom>
          <a:solidFill>
            <a:schemeClr val="accent2"/>
          </a:solid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rgbClr val="FFFFFF"/>
              </a:solidFill>
              <a:latin typeface="Roboto Medium"/>
              <a:ea typeface="Roboto Medium"/>
              <a:cs typeface="Roboto Medium"/>
              <a:sym typeface="Roboto Medium"/>
            </a:endParaRPr>
          </a:p>
        </p:txBody>
      </p:sp>
      <p:sp>
        <p:nvSpPr>
          <p:cNvPr id="277" name="Google Shape;277;p46"/>
          <p:cNvSpPr/>
          <p:nvPr/>
        </p:nvSpPr>
        <p:spPr>
          <a:xfrm>
            <a:off x="7526996" y="4187602"/>
            <a:ext cx="1545600" cy="13530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46"/>
          <p:cNvSpPr/>
          <p:nvPr/>
        </p:nvSpPr>
        <p:spPr>
          <a:xfrm>
            <a:off x="7628239" y="5168288"/>
            <a:ext cx="286800" cy="249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46"/>
          <p:cNvSpPr/>
          <p:nvPr/>
        </p:nvSpPr>
        <p:spPr>
          <a:xfrm>
            <a:off x="8022119" y="5168288"/>
            <a:ext cx="286800" cy="249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9" name="Google Shape;279;p46"/>
          <p:cNvCxnSpPr/>
          <p:nvPr/>
        </p:nvCxnSpPr>
        <p:spPr>
          <a:xfrm>
            <a:off x="8377595" y="5394813"/>
            <a:ext cx="626700" cy="0"/>
          </a:xfrm>
          <a:prstGeom prst="straightConnector1">
            <a:avLst/>
          </a:prstGeom>
          <a:noFill/>
          <a:ln cap="flat" cmpd="sng" w="38100">
            <a:solidFill>
              <a:srgbClr val="FFFFFF"/>
            </a:solidFill>
            <a:prstDash val="solid"/>
            <a:round/>
            <a:headEnd len="med" w="med" type="none"/>
            <a:tailEnd len="med" w="med" type="none"/>
          </a:ln>
        </p:spPr>
      </p:cxnSp>
      <p:grpSp>
        <p:nvGrpSpPr>
          <p:cNvPr id="280" name="Google Shape;280;p46"/>
          <p:cNvGrpSpPr/>
          <p:nvPr/>
        </p:nvGrpSpPr>
        <p:grpSpPr>
          <a:xfrm rot="-5400000">
            <a:off x="10489553" y="3079114"/>
            <a:ext cx="651233" cy="594884"/>
            <a:chOff x="902475" y="4696625"/>
            <a:chExt cx="1005300" cy="976500"/>
          </a:xfrm>
        </p:grpSpPr>
        <p:sp>
          <p:nvSpPr>
            <p:cNvPr id="276" name="Google Shape;276;p46"/>
            <p:cNvSpPr/>
            <p:nvPr/>
          </p:nvSpPr>
          <p:spPr>
            <a:xfrm>
              <a:off x="981375" y="4696625"/>
              <a:ext cx="847500" cy="841200"/>
            </a:xfrm>
            <a:prstGeom prst="trapezoid">
              <a:avLst>
                <a:gd fmla="val 35416"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6"/>
            <p:cNvSpPr/>
            <p:nvPr/>
          </p:nvSpPr>
          <p:spPr>
            <a:xfrm>
              <a:off x="902475" y="5537825"/>
              <a:ext cx="1005300" cy="135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82" name="Google Shape;282;p46"/>
          <p:cNvCxnSpPr>
            <a:stCxn id="283" idx="0"/>
            <a:endCxn id="284" idx="3"/>
          </p:cNvCxnSpPr>
          <p:nvPr/>
        </p:nvCxnSpPr>
        <p:spPr>
          <a:xfrm flipH="1">
            <a:off x="6956128" y="7013390"/>
            <a:ext cx="3561600" cy="1801800"/>
          </a:xfrm>
          <a:prstGeom prst="curvedConnector3">
            <a:avLst>
              <a:gd fmla="val 50000" name="adj1"/>
            </a:avLst>
          </a:prstGeom>
          <a:noFill/>
          <a:ln cap="flat" cmpd="sng" w="76200">
            <a:solidFill>
              <a:schemeClr val="lt2"/>
            </a:solidFill>
            <a:prstDash val="solid"/>
            <a:round/>
            <a:headEnd len="med" w="med" type="none"/>
            <a:tailEnd len="med" w="med" type="none"/>
          </a:ln>
        </p:spPr>
      </p:cxnSp>
      <p:grpSp>
        <p:nvGrpSpPr>
          <p:cNvPr id="285" name="Google Shape;285;p46"/>
          <p:cNvGrpSpPr/>
          <p:nvPr/>
        </p:nvGrpSpPr>
        <p:grpSpPr>
          <a:xfrm rot="-5400000">
            <a:off x="10489553" y="4897531"/>
            <a:ext cx="651233" cy="594884"/>
            <a:chOff x="902475" y="4696625"/>
            <a:chExt cx="1005300" cy="976500"/>
          </a:xfrm>
        </p:grpSpPr>
        <p:sp>
          <p:nvSpPr>
            <p:cNvPr id="286" name="Google Shape;286;p46"/>
            <p:cNvSpPr/>
            <p:nvPr/>
          </p:nvSpPr>
          <p:spPr>
            <a:xfrm>
              <a:off x="981375" y="4696625"/>
              <a:ext cx="847500" cy="841200"/>
            </a:xfrm>
            <a:prstGeom prst="trapezoid">
              <a:avLst>
                <a:gd fmla="val 35416"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46"/>
            <p:cNvSpPr/>
            <p:nvPr/>
          </p:nvSpPr>
          <p:spPr>
            <a:xfrm>
              <a:off x="902475" y="5537825"/>
              <a:ext cx="1005300" cy="135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9" name="Google Shape;269;p46"/>
          <p:cNvSpPr/>
          <p:nvPr/>
        </p:nvSpPr>
        <p:spPr>
          <a:xfrm>
            <a:off x="7110909" y="2943699"/>
            <a:ext cx="1082700" cy="651600"/>
          </a:xfrm>
          <a:prstGeom prst="rect">
            <a:avLst/>
          </a:prstGeom>
          <a:solidFill>
            <a:schemeClr val="accent6"/>
          </a:solid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rgbClr val="FFFFFF"/>
              </a:solidFill>
              <a:latin typeface="Roboto Medium"/>
              <a:ea typeface="Roboto Medium"/>
              <a:cs typeface="Roboto Medium"/>
              <a:sym typeface="Roboto Medium"/>
            </a:endParaRPr>
          </a:p>
        </p:txBody>
      </p:sp>
      <p:sp>
        <p:nvSpPr>
          <p:cNvPr id="263" name="Google Shape;263;p46"/>
          <p:cNvSpPr/>
          <p:nvPr/>
        </p:nvSpPr>
        <p:spPr>
          <a:xfrm rot="5400000">
            <a:off x="4819329" y="7687916"/>
            <a:ext cx="669000" cy="1101300"/>
          </a:xfrm>
          <a:prstGeom prst="rect">
            <a:avLst/>
          </a:prstGeom>
          <a:solidFill>
            <a:srgbClr val="A50E0E"/>
          </a:solid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rgbClr val="FFFFFF"/>
              </a:solidFill>
              <a:latin typeface="Roboto Medium"/>
              <a:ea typeface="Roboto Medium"/>
              <a:cs typeface="Roboto Medium"/>
              <a:sym typeface="Roboto Medium"/>
            </a:endParaRPr>
          </a:p>
        </p:txBody>
      </p:sp>
      <p:sp>
        <p:nvSpPr>
          <p:cNvPr id="261" name="Google Shape;261;p46"/>
          <p:cNvSpPr/>
          <p:nvPr/>
        </p:nvSpPr>
        <p:spPr>
          <a:xfrm rot="5400000">
            <a:off x="8011743" y="5900418"/>
            <a:ext cx="1117200" cy="151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6"/>
          <p:cNvSpPr/>
          <p:nvPr/>
        </p:nvSpPr>
        <p:spPr>
          <a:xfrm>
            <a:off x="8492949" y="6260369"/>
            <a:ext cx="303600" cy="30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46"/>
          <p:cNvSpPr/>
          <p:nvPr/>
        </p:nvSpPr>
        <p:spPr>
          <a:xfrm>
            <a:off x="8909036" y="6260369"/>
            <a:ext cx="303600" cy="30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46"/>
          <p:cNvSpPr/>
          <p:nvPr/>
        </p:nvSpPr>
        <p:spPr>
          <a:xfrm rot="5400000">
            <a:off x="6050187" y="7987252"/>
            <a:ext cx="1485600" cy="612000"/>
          </a:xfrm>
          <a:prstGeom prst="rect">
            <a:avLst/>
          </a:prstGeom>
          <a:solidFill>
            <a:srgbClr val="34A853"/>
          </a:solid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271" name="Google Shape;271;p46"/>
          <p:cNvSpPr/>
          <p:nvPr/>
        </p:nvSpPr>
        <p:spPr>
          <a:xfrm>
            <a:off x="6641811" y="7783890"/>
            <a:ext cx="303600" cy="30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46"/>
          <p:cNvSpPr/>
          <p:nvPr/>
        </p:nvSpPr>
        <p:spPr>
          <a:xfrm rot="5400000">
            <a:off x="4460460" y="4760225"/>
            <a:ext cx="1088100" cy="1802100"/>
          </a:xfrm>
          <a:prstGeom prst="rect">
            <a:avLst/>
          </a:prstGeom>
          <a:solidFill>
            <a:schemeClr val="accent4"/>
          </a:solid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t/>
            </a:r>
            <a:endParaRPr sz="1000"/>
          </a:p>
        </p:txBody>
      </p:sp>
      <p:cxnSp>
        <p:nvCxnSpPr>
          <p:cNvPr id="290" name="Google Shape;290;p46"/>
          <p:cNvCxnSpPr/>
          <p:nvPr/>
        </p:nvCxnSpPr>
        <p:spPr>
          <a:xfrm>
            <a:off x="4103338" y="5383360"/>
            <a:ext cx="1802100" cy="0"/>
          </a:xfrm>
          <a:prstGeom prst="straightConnector1">
            <a:avLst/>
          </a:prstGeom>
          <a:noFill/>
          <a:ln cap="flat" cmpd="sng" w="38100">
            <a:solidFill>
              <a:srgbClr val="FFFFFF"/>
            </a:solidFill>
            <a:prstDash val="solid"/>
            <a:round/>
            <a:headEnd len="med" w="med" type="none"/>
            <a:tailEnd len="med" w="med" type="none"/>
          </a:ln>
        </p:spPr>
      </p:cxnSp>
      <p:cxnSp>
        <p:nvCxnSpPr>
          <p:cNvPr id="291" name="Google Shape;291;p46"/>
          <p:cNvCxnSpPr/>
          <p:nvPr/>
        </p:nvCxnSpPr>
        <p:spPr>
          <a:xfrm>
            <a:off x="4103338" y="5661542"/>
            <a:ext cx="1802100" cy="0"/>
          </a:xfrm>
          <a:prstGeom prst="straightConnector1">
            <a:avLst/>
          </a:prstGeom>
          <a:noFill/>
          <a:ln cap="flat" cmpd="sng" w="38100">
            <a:solidFill>
              <a:srgbClr val="FFFFFF"/>
            </a:solidFill>
            <a:prstDash val="solid"/>
            <a:round/>
            <a:headEnd len="med" w="med" type="none"/>
            <a:tailEnd len="med" w="med" type="none"/>
          </a:ln>
        </p:spPr>
      </p:cxnSp>
      <p:grpSp>
        <p:nvGrpSpPr>
          <p:cNvPr id="292" name="Google Shape;292;p46"/>
          <p:cNvGrpSpPr/>
          <p:nvPr/>
        </p:nvGrpSpPr>
        <p:grpSpPr>
          <a:xfrm rot="-5400000">
            <a:off x="10489553" y="6715949"/>
            <a:ext cx="651233" cy="594884"/>
            <a:chOff x="902475" y="4696625"/>
            <a:chExt cx="1005300" cy="976500"/>
          </a:xfrm>
        </p:grpSpPr>
        <p:sp>
          <p:nvSpPr>
            <p:cNvPr id="283" name="Google Shape;283;p46"/>
            <p:cNvSpPr/>
            <p:nvPr/>
          </p:nvSpPr>
          <p:spPr>
            <a:xfrm>
              <a:off x="981375" y="4696625"/>
              <a:ext cx="847500" cy="841200"/>
            </a:xfrm>
            <a:prstGeom prst="trapezoid">
              <a:avLst>
                <a:gd fmla="val 35416"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46"/>
            <p:cNvSpPr/>
            <p:nvPr/>
          </p:nvSpPr>
          <p:spPr>
            <a:xfrm>
              <a:off x="902475" y="5537825"/>
              <a:ext cx="1005300" cy="135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94" name="Google Shape;294;p46"/>
          <p:cNvCxnSpPr>
            <a:stCxn id="286" idx="0"/>
            <a:endCxn id="261" idx="0"/>
          </p:cNvCxnSpPr>
          <p:nvPr/>
        </p:nvCxnSpPr>
        <p:spPr>
          <a:xfrm flipH="1">
            <a:off x="9327628" y="5194973"/>
            <a:ext cx="1190100" cy="1462800"/>
          </a:xfrm>
          <a:prstGeom prst="curvedConnector3">
            <a:avLst>
              <a:gd fmla="val 50004" name="adj1"/>
            </a:avLst>
          </a:prstGeom>
          <a:noFill/>
          <a:ln cap="flat" cmpd="sng" w="76200">
            <a:solidFill>
              <a:schemeClr val="lt2"/>
            </a:solidFill>
            <a:prstDash val="solid"/>
            <a:round/>
            <a:headEnd len="med" w="med" type="none"/>
            <a:tailEnd len="med" w="med" type="none"/>
          </a:ln>
        </p:spPr>
      </p:cxnSp>
      <p:cxnSp>
        <p:nvCxnSpPr>
          <p:cNvPr id="295" name="Google Shape;295;p46"/>
          <p:cNvCxnSpPr>
            <a:stCxn id="278" idx="2"/>
            <a:endCxn id="260" idx="0"/>
          </p:cNvCxnSpPr>
          <p:nvPr/>
        </p:nvCxnSpPr>
        <p:spPr>
          <a:xfrm rot="5400000">
            <a:off x="4893384" y="5516199"/>
            <a:ext cx="2918700" cy="479700"/>
          </a:xfrm>
          <a:prstGeom prst="curvedConnector2">
            <a:avLst/>
          </a:prstGeom>
          <a:noFill/>
          <a:ln cap="flat" cmpd="sng" w="19050">
            <a:solidFill>
              <a:schemeClr val="accent2"/>
            </a:solidFill>
            <a:prstDash val="solid"/>
            <a:round/>
            <a:headEnd len="med" w="med" type="none"/>
            <a:tailEnd len="med" w="med" type="none"/>
          </a:ln>
        </p:spPr>
      </p:cxnSp>
      <p:sp>
        <p:nvSpPr>
          <p:cNvPr id="284" name="Google Shape;284;p46"/>
          <p:cNvSpPr/>
          <p:nvPr/>
        </p:nvSpPr>
        <p:spPr>
          <a:xfrm>
            <a:off x="6652436" y="8663317"/>
            <a:ext cx="303600" cy="30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46"/>
          <p:cNvSpPr txBox="1"/>
          <p:nvPr/>
        </p:nvSpPr>
        <p:spPr>
          <a:xfrm>
            <a:off x="2895600" y="2841617"/>
            <a:ext cx="2791800" cy="15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accent6"/>
                </a:solidFill>
                <a:latin typeface="Roboto"/>
                <a:ea typeface="Roboto"/>
                <a:cs typeface="Roboto"/>
                <a:sym typeface="Roboto"/>
              </a:rPr>
              <a:t>Complex, changeable implementation</a:t>
            </a:r>
            <a:endParaRPr sz="2800">
              <a:solidFill>
                <a:schemeClr val="accent6"/>
              </a:solidFill>
              <a:latin typeface="Roboto"/>
              <a:ea typeface="Roboto"/>
              <a:cs typeface="Roboto"/>
              <a:sym typeface="Roboto"/>
            </a:endParaRPr>
          </a:p>
        </p:txBody>
      </p:sp>
      <p:sp>
        <p:nvSpPr>
          <p:cNvPr id="297" name="Google Shape;297;p46"/>
          <p:cNvSpPr txBox="1"/>
          <p:nvPr/>
        </p:nvSpPr>
        <p:spPr>
          <a:xfrm>
            <a:off x="11086368" y="7640532"/>
            <a:ext cx="1925400" cy="15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accent6"/>
                </a:solidFill>
                <a:latin typeface="Roboto"/>
                <a:ea typeface="Roboto"/>
                <a:cs typeface="Roboto"/>
                <a:sym typeface="Roboto"/>
              </a:rPr>
              <a:t>Simple, versioned interface</a:t>
            </a:r>
            <a:endParaRPr sz="2800">
              <a:solidFill>
                <a:schemeClr val="accent6"/>
              </a:solidFill>
              <a:latin typeface="Roboto"/>
              <a:ea typeface="Roboto"/>
              <a:cs typeface="Roboto"/>
              <a:sym typeface="Roboto"/>
            </a:endParaRPr>
          </a:p>
        </p:txBody>
      </p:sp>
      <p:sp>
        <p:nvSpPr>
          <p:cNvPr id="298" name="Google Shape;298;p46"/>
          <p:cNvSpPr txBox="1"/>
          <p:nvPr/>
        </p:nvSpPr>
        <p:spPr>
          <a:xfrm>
            <a:off x="14223443" y="2292600"/>
            <a:ext cx="1189200" cy="65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900">
                <a:solidFill>
                  <a:schemeClr val="accent2"/>
                </a:solidFill>
                <a:latin typeface="Roboto"/>
                <a:ea typeface="Roboto"/>
                <a:cs typeface="Roboto"/>
                <a:sym typeface="Roboto"/>
              </a:rPr>
              <a:t>Users</a:t>
            </a:r>
            <a:endParaRPr sz="2900">
              <a:solidFill>
                <a:schemeClr val="accent2"/>
              </a:solidFill>
              <a:latin typeface="Roboto"/>
              <a:ea typeface="Roboto"/>
              <a:cs typeface="Roboto"/>
              <a:sym typeface="Roboto"/>
            </a:endParaRPr>
          </a:p>
        </p:txBody>
      </p:sp>
      <p:sp>
        <p:nvSpPr>
          <p:cNvPr id="299" name="Google Shape;299;p46"/>
          <p:cNvSpPr/>
          <p:nvPr/>
        </p:nvSpPr>
        <p:spPr>
          <a:xfrm>
            <a:off x="12187445" y="3329238"/>
            <a:ext cx="397500" cy="651600"/>
          </a:xfrm>
          <a:prstGeom prst="rect">
            <a:avLst/>
          </a:prstGeom>
          <a:solidFill>
            <a:srgbClr val="FFF2CC"/>
          </a:solid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rgbClr val="FFFFFF"/>
              </a:solidFill>
              <a:latin typeface="Roboto Medium"/>
              <a:ea typeface="Roboto Medium"/>
              <a:cs typeface="Roboto Medium"/>
              <a:sym typeface="Roboto Medium"/>
            </a:endParaRPr>
          </a:p>
        </p:txBody>
      </p:sp>
      <p:grpSp>
        <p:nvGrpSpPr>
          <p:cNvPr id="300" name="Google Shape;300;p46"/>
          <p:cNvGrpSpPr/>
          <p:nvPr/>
        </p:nvGrpSpPr>
        <p:grpSpPr>
          <a:xfrm>
            <a:off x="14346509" y="3191740"/>
            <a:ext cx="940603" cy="929617"/>
            <a:chOff x="4712166" y="4073588"/>
            <a:chExt cx="2173800" cy="2139509"/>
          </a:xfrm>
        </p:grpSpPr>
        <p:sp>
          <p:nvSpPr>
            <p:cNvPr id="301" name="Google Shape;301;p46"/>
            <p:cNvSpPr/>
            <p:nvPr/>
          </p:nvSpPr>
          <p:spPr>
            <a:xfrm rot="-5400000">
              <a:off x="5373366" y="4700497"/>
              <a:ext cx="851400" cy="2173800"/>
            </a:xfrm>
            <a:prstGeom prst="flowChartDelay">
              <a:avLst/>
            </a:prstGeom>
            <a:solidFill>
              <a:srgbClr val="4285F4"/>
            </a:solidFill>
            <a:ln cap="flat" cmpd="sng" w="76200">
              <a:solidFill>
                <a:srgbClr val="FFFFFF"/>
              </a:solidFill>
              <a:prstDash val="solid"/>
              <a:round/>
              <a:headEnd len="sm" w="sm" type="none"/>
              <a:tailEnd len="sm" w="sm" type="none"/>
            </a:ln>
          </p:spPr>
          <p:txBody>
            <a:bodyPr anchorCtr="0" anchor="b" bIns="182850" lIns="182850" spcFirstLastPara="1" rIns="182850" wrap="square" tIns="182850">
              <a:noAutofit/>
            </a:bodyPr>
            <a:lstStyle/>
            <a:p>
              <a:pPr indent="0" lvl="0" marL="0" rtl="0" algn="l">
                <a:spcBef>
                  <a:spcPts val="0"/>
                </a:spcBef>
                <a:spcAft>
                  <a:spcPts val="0"/>
                </a:spcAft>
                <a:buNone/>
              </a:pPr>
              <a:r>
                <a:t/>
              </a:r>
              <a:endParaRPr>
                <a:solidFill>
                  <a:srgbClr val="FFFFFF"/>
                </a:solidFill>
              </a:endParaRPr>
            </a:p>
          </p:txBody>
        </p:sp>
        <p:sp>
          <p:nvSpPr>
            <p:cNvPr id="302" name="Google Shape;302;p46"/>
            <p:cNvSpPr/>
            <p:nvPr/>
          </p:nvSpPr>
          <p:spPr>
            <a:xfrm>
              <a:off x="5083934" y="4073588"/>
              <a:ext cx="1430100" cy="1424100"/>
            </a:xfrm>
            <a:prstGeom prst="ellipse">
              <a:avLst/>
            </a:prstGeom>
            <a:solidFill>
              <a:srgbClr val="4285F4"/>
            </a:solidFill>
            <a:ln cap="flat" cmpd="sng" w="76200">
              <a:solidFill>
                <a:srgbClr val="FFFFFF"/>
              </a:solidFill>
              <a:prstDash val="solid"/>
              <a:round/>
              <a:headEnd len="sm" w="sm" type="none"/>
              <a:tailEnd len="sm" w="sm" type="none"/>
            </a:ln>
          </p:spPr>
          <p:txBody>
            <a:bodyPr anchorCtr="0" anchor="b" bIns="182850" lIns="182850" spcFirstLastPara="1" rIns="182850" wrap="square" tIns="182850">
              <a:noAutofit/>
            </a:bodyPr>
            <a:lstStyle/>
            <a:p>
              <a:pPr indent="0" lvl="0" marL="0" rtl="0" algn="l">
                <a:spcBef>
                  <a:spcPts val="0"/>
                </a:spcBef>
                <a:spcAft>
                  <a:spcPts val="0"/>
                </a:spcAft>
                <a:buNone/>
              </a:pPr>
              <a:r>
                <a:t/>
              </a:r>
              <a:endParaRPr>
                <a:solidFill>
                  <a:srgbClr val="FFFFFF"/>
                </a:solidFill>
              </a:endParaRPr>
            </a:p>
          </p:txBody>
        </p:sp>
      </p:grpSp>
      <p:sp>
        <p:nvSpPr>
          <p:cNvPr id="303" name="Google Shape;303;p46"/>
          <p:cNvSpPr/>
          <p:nvPr/>
        </p:nvSpPr>
        <p:spPr>
          <a:xfrm>
            <a:off x="12187445" y="4337648"/>
            <a:ext cx="397500" cy="651600"/>
          </a:xfrm>
          <a:prstGeom prst="rect">
            <a:avLst/>
          </a:prstGeom>
          <a:solidFill>
            <a:srgbClr val="FFF2CC"/>
          </a:solid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rgbClr val="FFFFFF"/>
              </a:solidFill>
              <a:latin typeface="Roboto Medium"/>
              <a:ea typeface="Roboto Medium"/>
              <a:cs typeface="Roboto Medium"/>
              <a:sym typeface="Roboto Medium"/>
            </a:endParaRPr>
          </a:p>
        </p:txBody>
      </p:sp>
      <p:grpSp>
        <p:nvGrpSpPr>
          <p:cNvPr id="304" name="Google Shape;304;p46"/>
          <p:cNvGrpSpPr/>
          <p:nvPr/>
        </p:nvGrpSpPr>
        <p:grpSpPr>
          <a:xfrm>
            <a:off x="14346509" y="4200150"/>
            <a:ext cx="940603" cy="929617"/>
            <a:chOff x="4712166" y="4073588"/>
            <a:chExt cx="2173800" cy="2139509"/>
          </a:xfrm>
        </p:grpSpPr>
        <p:sp>
          <p:nvSpPr>
            <p:cNvPr id="305" name="Google Shape;305;p46"/>
            <p:cNvSpPr/>
            <p:nvPr/>
          </p:nvSpPr>
          <p:spPr>
            <a:xfrm rot="-5400000">
              <a:off x="5373366" y="4700497"/>
              <a:ext cx="851400" cy="2173800"/>
            </a:xfrm>
            <a:prstGeom prst="flowChartDelay">
              <a:avLst/>
            </a:prstGeom>
            <a:solidFill>
              <a:srgbClr val="4A86E8"/>
            </a:solidFill>
            <a:ln cap="flat" cmpd="sng" w="76200">
              <a:solidFill>
                <a:srgbClr val="FFFFFF"/>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solidFill>
                  <a:srgbClr val="FFFFFF"/>
                </a:solidFill>
              </a:endParaRPr>
            </a:p>
          </p:txBody>
        </p:sp>
        <p:sp>
          <p:nvSpPr>
            <p:cNvPr id="306" name="Google Shape;306;p46"/>
            <p:cNvSpPr/>
            <p:nvPr/>
          </p:nvSpPr>
          <p:spPr>
            <a:xfrm>
              <a:off x="5083934" y="4073588"/>
              <a:ext cx="1430100" cy="1424100"/>
            </a:xfrm>
            <a:prstGeom prst="ellipse">
              <a:avLst/>
            </a:prstGeom>
            <a:solidFill>
              <a:srgbClr val="4A86E8"/>
            </a:solidFill>
            <a:ln cap="flat" cmpd="sng" w="76200">
              <a:solidFill>
                <a:srgbClr val="FFFFFF"/>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solidFill>
                  <a:srgbClr val="FFFFFF"/>
                </a:solidFill>
              </a:endParaRPr>
            </a:p>
          </p:txBody>
        </p:sp>
      </p:grpSp>
      <p:sp>
        <p:nvSpPr>
          <p:cNvPr id="307" name="Google Shape;307;p46"/>
          <p:cNvSpPr/>
          <p:nvPr/>
        </p:nvSpPr>
        <p:spPr>
          <a:xfrm>
            <a:off x="12187445" y="5346058"/>
            <a:ext cx="397500" cy="651600"/>
          </a:xfrm>
          <a:prstGeom prst="rect">
            <a:avLst/>
          </a:prstGeom>
          <a:solidFill>
            <a:srgbClr val="FFF2CC"/>
          </a:solid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rgbClr val="FFFFFF"/>
              </a:solidFill>
              <a:latin typeface="Roboto Medium"/>
              <a:ea typeface="Roboto Medium"/>
              <a:cs typeface="Roboto Medium"/>
              <a:sym typeface="Roboto Medium"/>
            </a:endParaRPr>
          </a:p>
        </p:txBody>
      </p:sp>
      <p:grpSp>
        <p:nvGrpSpPr>
          <p:cNvPr id="308" name="Google Shape;308;p46"/>
          <p:cNvGrpSpPr/>
          <p:nvPr/>
        </p:nvGrpSpPr>
        <p:grpSpPr>
          <a:xfrm>
            <a:off x="14346509" y="5208560"/>
            <a:ext cx="940603" cy="929617"/>
            <a:chOff x="4712166" y="4073588"/>
            <a:chExt cx="2173800" cy="2139509"/>
          </a:xfrm>
        </p:grpSpPr>
        <p:sp>
          <p:nvSpPr>
            <p:cNvPr id="309" name="Google Shape;309;p46"/>
            <p:cNvSpPr/>
            <p:nvPr/>
          </p:nvSpPr>
          <p:spPr>
            <a:xfrm rot="-5400000">
              <a:off x="5373366" y="4700497"/>
              <a:ext cx="851400" cy="2173800"/>
            </a:xfrm>
            <a:prstGeom prst="flowChartDelay">
              <a:avLst/>
            </a:prstGeom>
            <a:solidFill>
              <a:srgbClr val="4A86E8"/>
            </a:solidFill>
            <a:ln cap="flat" cmpd="sng" w="76200">
              <a:solidFill>
                <a:srgbClr val="FFFFFF"/>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solidFill>
                  <a:srgbClr val="FFFFFF"/>
                </a:solidFill>
              </a:endParaRPr>
            </a:p>
          </p:txBody>
        </p:sp>
        <p:sp>
          <p:nvSpPr>
            <p:cNvPr id="310" name="Google Shape;310;p46"/>
            <p:cNvSpPr/>
            <p:nvPr/>
          </p:nvSpPr>
          <p:spPr>
            <a:xfrm>
              <a:off x="5083934" y="4073588"/>
              <a:ext cx="1430100" cy="1424100"/>
            </a:xfrm>
            <a:prstGeom prst="ellipse">
              <a:avLst/>
            </a:prstGeom>
            <a:solidFill>
              <a:srgbClr val="4A86E8"/>
            </a:solidFill>
            <a:ln cap="flat" cmpd="sng" w="76200">
              <a:solidFill>
                <a:srgbClr val="FFFFFF"/>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solidFill>
                  <a:srgbClr val="FFFFFF"/>
                </a:solidFill>
              </a:endParaRPr>
            </a:p>
          </p:txBody>
        </p:sp>
      </p:grpSp>
      <p:cxnSp>
        <p:nvCxnSpPr>
          <p:cNvPr id="311" name="Google Shape;311;p46"/>
          <p:cNvCxnSpPr/>
          <p:nvPr/>
        </p:nvCxnSpPr>
        <p:spPr>
          <a:xfrm flipH="1">
            <a:off x="13013011" y="3591240"/>
            <a:ext cx="924600" cy="9000"/>
          </a:xfrm>
          <a:prstGeom prst="straightConnector1">
            <a:avLst/>
          </a:prstGeom>
          <a:noFill/>
          <a:ln cap="flat" cmpd="sng" w="38100">
            <a:solidFill>
              <a:schemeClr val="accent3"/>
            </a:solidFill>
            <a:prstDash val="solid"/>
            <a:round/>
            <a:headEnd len="med" w="med" type="none"/>
            <a:tailEnd len="med" w="med" type="triangle"/>
          </a:ln>
        </p:spPr>
      </p:cxnSp>
      <p:cxnSp>
        <p:nvCxnSpPr>
          <p:cNvPr id="312" name="Google Shape;312;p46"/>
          <p:cNvCxnSpPr/>
          <p:nvPr/>
        </p:nvCxnSpPr>
        <p:spPr>
          <a:xfrm flipH="1">
            <a:off x="13013011" y="4634422"/>
            <a:ext cx="924600" cy="9000"/>
          </a:xfrm>
          <a:prstGeom prst="straightConnector1">
            <a:avLst/>
          </a:prstGeom>
          <a:noFill/>
          <a:ln cap="flat" cmpd="sng" w="38100">
            <a:solidFill>
              <a:schemeClr val="accent3"/>
            </a:solidFill>
            <a:prstDash val="solid"/>
            <a:round/>
            <a:headEnd len="med" w="med" type="none"/>
            <a:tailEnd len="med" w="med" type="triangle"/>
          </a:ln>
        </p:spPr>
      </p:cxnSp>
      <p:cxnSp>
        <p:nvCxnSpPr>
          <p:cNvPr id="313" name="Google Shape;313;p46"/>
          <p:cNvCxnSpPr/>
          <p:nvPr/>
        </p:nvCxnSpPr>
        <p:spPr>
          <a:xfrm flipH="1">
            <a:off x="13013011" y="5677605"/>
            <a:ext cx="924600" cy="9000"/>
          </a:xfrm>
          <a:prstGeom prst="straightConnector1">
            <a:avLst/>
          </a:prstGeom>
          <a:noFill/>
          <a:ln cap="flat" cmpd="sng" w="38100">
            <a:solidFill>
              <a:schemeClr val="accent3"/>
            </a:solidFill>
            <a:prstDash val="solid"/>
            <a:round/>
            <a:headEnd len="med" w="med" type="none"/>
            <a:tailEnd len="med" w="med" type="triangle"/>
          </a:ln>
        </p:spPr>
      </p:cxnSp>
      <p:sp>
        <p:nvSpPr>
          <p:cNvPr id="314" name="Google Shape;314;p4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7"/>
          <p:cNvSpPr txBox="1"/>
          <p:nvPr/>
        </p:nvSpPr>
        <p:spPr>
          <a:xfrm>
            <a:off x="9375150" y="2889325"/>
            <a:ext cx="6851700" cy="2646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0">
                <a:solidFill>
                  <a:schemeClr val="accent2"/>
                </a:solidFill>
                <a:latin typeface="Consolas"/>
                <a:ea typeface="Consolas"/>
                <a:cs typeface="Consolas"/>
                <a:sym typeface="Consolas"/>
              </a:rPr>
              <a:t>{</a:t>
            </a:r>
            <a:r>
              <a:rPr lang="en" sz="15000">
                <a:solidFill>
                  <a:schemeClr val="accent6"/>
                </a:solidFill>
                <a:latin typeface="Consolas"/>
                <a:ea typeface="Consolas"/>
                <a:cs typeface="Consolas"/>
                <a:sym typeface="Consolas"/>
              </a:rPr>
              <a:t>REST</a:t>
            </a:r>
            <a:r>
              <a:rPr lang="en" sz="15000">
                <a:solidFill>
                  <a:schemeClr val="accent2"/>
                </a:solidFill>
                <a:latin typeface="Consolas"/>
                <a:ea typeface="Consolas"/>
                <a:cs typeface="Consolas"/>
                <a:sym typeface="Consolas"/>
              </a:rPr>
              <a:t>}</a:t>
            </a:r>
            <a:endParaRPr sz="15000">
              <a:solidFill>
                <a:schemeClr val="accent2"/>
              </a:solidFill>
              <a:latin typeface="Consolas"/>
              <a:ea typeface="Consolas"/>
              <a:cs typeface="Consolas"/>
              <a:sym typeface="Consolas"/>
            </a:endParaRPr>
          </a:p>
        </p:txBody>
      </p:sp>
      <p:sp>
        <p:nvSpPr>
          <p:cNvPr id="320" name="Google Shape;320;p47"/>
          <p:cNvSpPr txBox="1"/>
          <p:nvPr>
            <p:ph type="title"/>
          </p:nvPr>
        </p:nvSpPr>
        <p:spPr>
          <a:xfrm>
            <a:off x="1756350" y="11302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 REST API?</a:t>
            </a:r>
            <a:endParaRPr/>
          </a:p>
        </p:txBody>
      </p:sp>
      <p:sp>
        <p:nvSpPr>
          <p:cNvPr id="321" name="Google Shape;321;p47"/>
          <p:cNvSpPr txBox="1"/>
          <p:nvPr>
            <p:ph idx="1" type="body"/>
          </p:nvPr>
        </p:nvSpPr>
        <p:spPr>
          <a:xfrm>
            <a:off x="1742475" y="2432125"/>
            <a:ext cx="7251900" cy="67686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SzPts val="2800"/>
              <a:buChar char="●"/>
            </a:pPr>
            <a:r>
              <a:rPr lang="en"/>
              <a:t>A set of constraints a service must comply with.</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Char char="●"/>
            </a:pPr>
            <a:r>
              <a:rPr lang="en"/>
              <a:t>An API that uses HTTP requests to GET, PUT, POST, and DELETE data.</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Char char="●"/>
            </a:pPr>
            <a:r>
              <a:rPr lang="en"/>
              <a:t>Designed to set up a format for applications to communicate.</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Char char="●"/>
            </a:pPr>
            <a:r>
              <a:rPr lang="en"/>
              <a:t>Great for cloud applications because they are stateless.</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Char char="●"/>
            </a:pPr>
            <a:r>
              <a:rPr lang="en"/>
              <a:t>Authentication via OAuth and security by leveraging tokens.</a:t>
            </a:r>
            <a:endParaRPr/>
          </a:p>
        </p:txBody>
      </p:sp>
      <p:sp>
        <p:nvSpPr>
          <p:cNvPr id="322" name="Google Shape;322;p4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8"/>
          <p:cNvSpPr txBox="1"/>
          <p:nvPr/>
        </p:nvSpPr>
        <p:spPr>
          <a:xfrm>
            <a:off x="11912331" y="3457857"/>
            <a:ext cx="3633000" cy="124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3300" u="none" cap="none" strike="noStrike">
                <a:solidFill>
                  <a:schemeClr val="accent2"/>
                </a:solidFill>
                <a:latin typeface="Roboto"/>
                <a:ea typeface="Roboto"/>
                <a:cs typeface="Roboto"/>
                <a:sym typeface="Roboto"/>
              </a:rPr>
              <a:t>Authentication and </a:t>
            </a:r>
            <a:r>
              <a:rPr lang="en" sz="3300">
                <a:solidFill>
                  <a:schemeClr val="accent2"/>
                </a:solidFill>
                <a:latin typeface="Roboto"/>
                <a:ea typeface="Roboto"/>
                <a:cs typeface="Roboto"/>
                <a:sym typeface="Roboto"/>
              </a:rPr>
              <a:t>a</a:t>
            </a:r>
            <a:r>
              <a:rPr b="0" i="0" lang="en" sz="3300" u="none" cap="none" strike="noStrike">
                <a:solidFill>
                  <a:schemeClr val="accent2"/>
                </a:solidFill>
                <a:latin typeface="Roboto"/>
                <a:ea typeface="Roboto"/>
                <a:cs typeface="Roboto"/>
                <a:sym typeface="Roboto"/>
              </a:rPr>
              <a:t>uthorization</a:t>
            </a:r>
            <a:endParaRPr b="0" i="0" sz="3300" u="none" cap="none" strike="noStrike">
              <a:solidFill>
                <a:schemeClr val="accent2"/>
              </a:solidFill>
              <a:latin typeface="Roboto"/>
              <a:ea typeface="Roboto"/>
              <a:cs typeface="Roboto"/>
              <a:sym typeface="Roboto"/>
            </a:endParaRPr>
          </a:p>
        </p:txBody>
      </p:sp>
      <p:sp>
        <p:nvSpPr>
          <p:cNvPr id="328" name="Google Shape;328;p48"/>
          <p:cNvSpPr txBox="1"/>
          <p:nvPr/>
        </p:nvSpPr>
        <p:spPr>
          <a:xfrm>
            <a:off x="11903176" y="7419888"/>
            <a:ext cx="3642900" cy="124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3300" u="none" cap="none" strike="noStrike">
                <a:solidFill>
                  <a:schemeClr val="accent4"/>
                </a:solidFill>
                <a:latin typeface="Roboto"/>
                <a:ea typeface="Roboto"/>
                <a:cs typeface="Roboto"/>
                <a:sym typeface="Roboto"/>
              </a:rPr>
              <a:t>Logging and </a:t>
            </a:r>
            <a:r>
              <a:rPr lang="en" sz="3300">
                <a:solidFill>
                  <a:schemeClr val="accent4"/>
                </a:solidFill>
                <a:latin typeface="Roboto"/>
                <a:ea typeface="Roboto"/>
                <a:cs typeface="Roboto"/>
                <a:sym typeface="Roboto"/>
              </a:rPr>
              <a:t>m</a:t>
            </a:r>
            <a:r>
              <a:rPr b="0" i="0" lang="en" sz="3300" u="none" cap="none" strike="noStrike">
                <a:solidFill>
                  <a:schemeClr val="accent4"/>
                </a:solidFill>
                <a:latin typeface="Roboto"/>
                <a:ea typeface="Roboto"/>
                <a:cs typeface="Roboto"/>
                <a:sym typeface="Roboto"/>
              </a:rPr>
              <a:t>onitoring</a:t>
            </a:r>
            <a:endParaRPr b="0" i="0" sz="3300" u="none" cap="none" strike="noStrike">
              <a:solidFill>
                <a:schemeClr val="accent4"/>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0" i="0" sz="3300" u="none" cap="none" strike="noStrike">
              <a:solidFill>
                <a:srgbClr val="D50F25"/>
              </a:solidFill>
              <a:latin typeface="Roboto"/>
              <a:ea typeface="Roboto"/>
              <a:cs typeface="Roboto"/>
              <a:sym typeface="Roboto"/>
            </a:endParaRPr>
          </a:p>
        </p:txBody>
      </p:sp>
      <p:sp>
        <p:nvSpPr>
          <p:cNvPr id="329" name="Google Shape;329;p48"/>
          <p:cNvSpPr txBox="1"/>
          <p:nvPr/>
        </p:nvSpPr>
        <p:spPr>
          <a:xfrm>
            <a:off x="2566951" y="7419888"/>
            <a:ext cx="3412800" cy="12498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800"/>
              <a:buFont typeface="Arial"/>
              <a:buNone/>
            </a:pPr>
            <a:r>
              <a:rPr b="0" i="0" lang="en" sz="3300" u="none" cap="none" strike="noStrike">
                <a:solidFill>
                  <a:schemeClr val="accent5"/>
                </a:solidFill>
                <a:latin typeface="Roboto"/>
                <a:ea typeface="Roboto"/>
                <a:cs typeface="Roboto"/>
                <a:sym typeface="Roboto"/>
              </a:rPr>
              <a:t>Management and </a:t>
            </a:r>
            <a:r>
              <a:rPr lang="en" sz="3300">
                <a:solidFill>
                  <a:schemeClr val="accent5"/>
                </a:solidFill>
                <a:latin typeface="Roboto"/>
                <a:ea typeface="Roboto"/>
                <a:cs typeface="Roboto"/>
                <a:sym typeface="Roboto"/>
              </a:rPr>
              <a:t>s</a:t>
            </a:r>
            <a:r>
              <a:rPr b="0" i="0" lang="en" sz="3300" u="none" cap="none" strike="noStrike">
                <a:solidFill>
                  <a:schemeClr val="accent5"/>
                </a:solidFill>
                <a:latin typeface="Roboto"/>
                <a:ea typeface="Roboto"/>
                <a:cs typeface="Roboto"/>
                <a:sym typeface="Roboto"/>
              </a:rPr>
              <a:t>calability</a:t>
            </a:r>
            <a:endParaRPr b="0" i="0" sz="3300" u="none" cap="none" strike="noStrike">
              <a:solidFill>
                <a:schemeClr val="accent5"/>
              </a:solidFill>
              <a:latin typeface="Roboto"/>
              <a:ea typeface="Roboto"/>
              <a:cs typeface="Roboto"/>
              <a:sym typeface="Roboto"/>
            </a:endParaRPr>
          </a:p>
        </p:txBody>
      </p:sp>
      <p:sp>
        <p:nvSpPr>
          <p:cNvPr id="330" name="Google Shape;330;p48"/>
          <p:cNvSpPr txBox="1"/>
          <p:nvPr/>
        </p:nvSpPr>
        <p:spPr>
          <a:xfrm>
            <a:off x="3119208" y="3457848"/>
            <a:ext cx="2861700" cy="12498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800"/>
              <a:buFont typeface="Arial"/>
              <a:buNone/>
            </a:pPr>
            <a:r>
              <a:rPr b="0" i="0" lang="en" sz="3300" u="none" cap="none" strike="noStrike">
                <a:solidFill>
                  <a:schemeClr val="accent6"/>
                </a:solidFill>
                <a:latin typeface="Roboto"/>
                <a:ea typeface="Roboto"/>
                <a:cs typeface="Roboto"/>
                <a:sym typeface="Roboto"/>
              </a:rPr>
              <a:t>Interface </a:t>
            </a:r>
            <a:r>
              <a:rPr lang="en" sz="3300">
                <a:solidFill>
                  <a:schemeClr val="accent6"/>
                </a:solidFill>
                <a:latin typeface="Roboto"/>
                <a:ea typeface="Roboto"/>
                <a:cs typeface="Roboto"/>
                <a:sym typeface="Roboto"/>
              </a:rPr>
              <a:t>d</a:t>
            </a:r>
            <a:r>
              <a:rPr b="0" i="0" lang="en" sz="3300" u="none" cap="none" strike="noStrike">
                <a:solidFill>
                  <a:schemeClr val="accent6"/>
                </a:solidFill>
                <a:latin typeface="Roboto"/>
                <a:ea typeface="Roboto"/>
                <a:cs typeface="Roboto"/>
                <a:sym typeface="Roboto"/>
              </a:rPr>
              <a:t>efinition</a:t>
            </a:r>
            <a:endParaRPr b="0" i="0" sz="3300" u="none" cap="none" strike="noStrike">
              <a:solidFill>
                <a:schemeClr val="accent6"/>
              </a:solidFill>
              <a:latin typeface="Roboto"/>
              <a:ea typeface="Roboto"/>
              <a:cs typeface="Roboto"/>
              <a:sym typeface="Roboto"/>
            </a:endParaRPr>
          </a:p>
        </p:txBody>
      </p:sp>
      <p:cxnSp>
        <p:nvCxnSpPr>
          <p:cNvPr id="331" name="Google Shape;331;p48"/>
          <p:cNvCxnSpPr/>
          <p:nvPr/>
        </p:nvCxnSpPr>
        <p:spPr>
          <a:xfrm>
            <a:off x="6113771" y="3629867"/>
            <a:ext cx="0" cy="906300"/>
          </a:xfrm>
          <a:prstGeom prst="straightConnector1">
            <a:avLst/>
          </a:prstGeom>
          <a:noFill/>
          <a:ln cap="flat" cmpd="sng" w="9525">
            <a:solidFill>
              <a:schemeClr val="accent6"/>
            </a:solidFill>
            <a:prstDash val="solid"/>
            <a:round/>
            <a:headEnd len="sm" w="sm" type="none"/>
            <a:tailEnd len="sm" w="sm" type="none"/>
          </a:ln>
        </p:spPr>
      </p:cxnSp>
      <p:cxnSp>
        <p:nvCxnSpPr>
          <p:cNvPr id="332" name="Google Shape;332;p48"/>
          <p:cNvCxnSpPr/>
          <p:nvPr/>
        </p:nvCxnSpPr>
        <p:spPr>
          <a:xfrm>
            <a:off x="6113771" y="7591907"/>
            <a:ext cx="0" cy="906300"/>
          </a:xfrm>
          <a:prstGeom prst="straightConnector1">
            <a:avLst/>
          </a:prstGeom>
          <a:noFill/>
          <a:ln cap="flat" cmpd="sng" w="9525">
            <a:solidFill>
              <a:schemeClr val="accent5"/>
            </a:solidFill>
            <a:prstDash val="solid"/>
            <a:round/>
            <a:headEnd len="sm" w="sm" type="none"/>
            <a:tailEnd len="sm" w="sm" type="none"/>
          </a:ln>
        </p:spPr>
      </p:cxnSp>
      <p:grpSp>
        <p:nvGrpSpPr>
          <p:cNvPr id="333" name="Google Shape;333;p48"/>
          <p:cNvGrpSpPr/>
          <p:nvPr/>
        </p:nvGrpSpPr>
        <p:grpSpPr>
          <a:xfrm>
            <a:off x="6428585" y="3356818"/>
            <a:ext cx="5366973" cy="5312739"/>
            <a:chOff x="6203837" y="2594925"/>
            <a:chExt cx="5880325" cy="5805003"/>
          </a:xfrm>
        </p:grpSpPr>
        <p:sp>
          <p:nvSpPr>
            <p:cNvPr id="334" name="Google Shape;334;p48"/>
            <p:cNvSpPr/>
            <p:nvPr/>
          </p:nvSpPr>
          <p:spPr>
            <a:xfrm>
              <a:off x="6203837" y="2594925"/>
              <a:ext cx="5880325" cy="5805003"/>
            </a:xfrm>
            <a:prstGeom prst="blockArc">
              <a:avLst>
                <a:gd fmla="val 10800000" name="adj1"/>
                <a:gd fmla="val 16230235" name="adj2"/>
                <a:gd fmla="val 4797" name="adj3"/>
              </a:avLst>
            </a:prstGeom>
            <a:solidFill>
              <a:schemeClr val="accent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48"/>
            <p:cNvSpPr/>
            <p:nvPr/>
          </p:nvSpPr>
          <p:spPr>
            <a:xfrm rot="5400000">
              <a:off x="6241498" y="2557264"/>
              <a:ext cx="5805003" cy="5880325"/>
            </a:xfrm>
            <a:prstGeom prst="blockArc">
              <a:avLst>
                <a:gd fmla="val 10800000" name="adj1"/>
                <a:gd fmla="val 16230235" name="adj2"/>
                <a:gd fmla="val 4797" name="adj3"/>
              </a:avLst>
            </a:prstGeom>
            <a:solidFill>
              <a:schemeClr val="accent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48"/>
            <p:cNvSpPr/>
            <p:nvPr/>
          </p:nvSpPr>
          <p:spPr>
            <a:xfrm rot="10800000">
              <a:off x="6203837" y="2594925"/>
              <a:ext cx="5880325" cy="5805003"/>
            </a:xfrm>
            <a:prstGeom prst="blockArc">
              <a:avLst>
                <a:gd fmla="val 10800000" name="adj1"/>
                <a:gd fmla="val 16230235" name="adj2"/>
                <a:gd fmla="val 4797" name="adj3"/>
              </a:avLst>
            </a:prstGeom>
            <a:solidFill>
              <a:schemeClr val="accent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48"/>
            <p:cNvSpPr/>
            <p:nvPr/>
          </p:nvSpPr>
          <p:spPr>
            <a:xfrm rot="-5400000">
              <a:off x="6241498" y="2557264"/>
              <a:ext cx="5805003" cy="5880325"/>
            </a:xfrm>
            <a:prstGeom prst="blockArc">
              <a:avLst>
                <a:gd fmla="val 10800000" name="adj1"/>
                <a:gd fmla="val 16230235" name="adj2"/>
                <a:gd fmla="val 4797" name="adj3"/>
              </a:avLst>
            </a:prstGeom>
            <a:solidFill>
              <a:schemeClr val="accent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48"/>
            <p:cNvSpPr/>
            <p:nvPr/>
          </p:nvSpPr>
          <p:spPr>
            <a:xfrm>
              <a:off x="7148883" y="3527702"/>
              <a:ext cx="3991200" cy="3939900"/>
            </a:xfrm>
            <a:prstGeom prst="ellipse">
              <a:avLst/>
            </a:prstGeom>
            <a:solidFill>
              <a:srgbClr val="EFEFEF"/>
            </a:solidFill>
            <a:ln cap="flat" cmpd="sng" w="9525">
              <a:solidFill>
                <a:srgbClr val="D9D9D9"/>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en" sz="3400" u="none" cap="none" strike="noStrike">
                  <a:solidFill>
                    <a:schemeClr val="lt1"/>
                  </a:solidFill>
                  <a:latin typeface="Roboto"/>
                  <a:ea typeface="Roboto"/>
                  <a:cs typeface="Roboto"/>
                  <a:sym typeface="Roboto"/>
                </a:rPr>
                <a:t>API </a:t>
              </a:r>
              <a:r>
                <a:rPr lang="en" sz="3400">
                  <a:solidFill>
                    <a:schemeClr val="lt1"/>
                  </a:solidFill>
                  <a:latin typeface="Roboto"/>
                  <a:ea typeface="Roboto"/>
                  <a:cs typeface="Roboto"/>
                  <a:sym typeface="Roboto"/>
                </a:rPr>
                <a:t>m</a:t>
              </a:r>
              <a:r>
                <a:rPr b="0" i="0" lang="en" sz="3400" u="none" cap="none" strike="noStrike">
                  <a:solidFill>
                    <a:schemeClr val="lt1"/>
                  </a:solidFill>
                  <a:latin typeface="Roboto"/>
                  <a:ea typeface="Roboto"/>
                  <a:cs typeface="Roboto"/>
                  <a:sym typeface="Roboto"/>
                </a:rPr>
                <a:t>anagement</a:t>
              </a:r>
              <a:endParaRPr b="0" i="0" sz="3400" u="none" cap="none" strike="noStrike">
                <a:solidFill>
                  <a:schemeClr val="lt1"/>
                </a:solidFill>
                <a:latin typeface="Roboto"/>
                <a:ea typeface="Roboto"/>
                <a:cs typeface="Roboto"/>
                <a:sym typeface="Roboto"/>
              </a:endParaRPr>
            </a:p>
          </p:txBody>
        </p:sp>
        <p:cxnSp>
          <p:nvCxnSpPr>
            <p:cNvPr id="339" name="Google Shape;339;p48"/>
            <p:cNvCxnSpPr/>
            <p:nvPr/>
          </p:nvCxnSpPr>
          <p:spPr>
            <a:xfrm>
              <a:off x="11969976" y="7222093"/>
              <a:ext cx="0" cy="989700"/>
            </a:xfrm>
            <a:prstGeom prst="straightConnector1">
              <a:avLst/>
            </a:prstGeom>
            <a:noFill/>
            <a:ln cap="flat" cmpd="sng" w="9525">
              <a:solidFill>
                <a:schemeClr val="accent4"/>
              </a:solidFill>
              <a:prstDash val="solid"/>
              <a:round/>
              <a:headEnd len="sm" w="sm" type="none"/>
              <a:tailEnd len="sm" w="sm" type="none"/>
            </a:ln>
          </p:spPr>
        </p:cxnSp>
        <p:cxnSp>
          <p:nvCxnSpPr>
            <p:cNvPr id="340" name="Google Shape;340;p48"/>
            <p:cNvCxnSpPr/>
            <p:nvPr/>
          </p:nvCxnSpPr>
          <p:spPr>
            <a:xfrm>
              <a:off x="11969976" y="2893140"/>
              <a:ext cx="0" cy="989700"/>
            </a:xfrm>
            <a:prstGeom prst="straightConnector1">
              <a:avLst/>
            </a:prstGeom>
            <a:noFill/>
            <a:ln cap="flat" cmpd="sng" w="9525">
              <a:solidFill>
                <a:schemeClr val="accent2"/>
              </a:solidFill>
              <a:prstDash val="solid"/>
              <a:round/>
              <a:headEnd len="sm" w="sm" type="none"/>
              <a:tailEnd len="sm" w="sm" type="none"/>
            </a:ln>
          </p:spPr>
        </p:cxnSp>
      </p:grpSp>
      <p:sp>
        <p:nvSpPr>
          <p:cNvPr id="341" name="Google Shape;341;p48"/>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Deploying and managing APIs can be difficult</a:t>
            </a:r>
            <a:endParaRPr/>
          </a:p>
        </p:txBody>
      </p:sp>
      <p:sp>
        <p:nvSpPr>
          <p:cNvPr id="342" name="Google Shape;342;p4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9"/>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348" name="Google Shape;348;p49"/>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The Purpose of APIs</a:t>
            </a:r>
            <a:endParaRPr sz="3500"/>
          </a:p>
          <a:p>
            <a:pPr indent="0" lvl="0" marL="0" rtl="0" algn="l">
              <a:spcBef>
                <a:spcPts val="2900"/>
              </a:spcBef>
              <a:spcAft>
                <a:spcPts val="0"/>
              </a:spcAft>
              <a:buNone/>
            </a:pPr>
            <a:r>
              <a:rPr lang="en" sz="3500">
                <a:solidFill>
                  <a:schemeClr val="accent2"/>
                </a:solidFill>
              </a:rPr>
              <a:t>Cloud Endpoints</a:t>
            </a:r>
            <a:endParaRPr sz="3500">
              <a:solidFill>
                <a:schemeClr val="accent2"/>
              </a:solidFill>
            </a:endParaRPr>
          </a:p>
          <a:p>
            <a:pPr indent="0" lvl="0" marL="0" rtl="0" algn="l">
              <a:spcBef>
                <a:spcPts val="2900"/>
              </a:spcBef>
              <a:spcAft>
                <a:spcPts val="0"/>
              </a:spcAft>
              <a:buNone/>
            </a:pPr>
            <a:r>
              <a:rPr lang="en" sz="3500"/>
              <a:t>Lab: Cloud Endpoints: Qwik Start</a:t>
            </a:r>
            <a:endParaRPr sz="3500"/>
          </a:p>
          <a:p>
            <a:pPr indent="0" lvl="0" marL="0" rtl="0" algn="l">
              <a:spcBef>
                <a:spcPts val="2900"/>
              </a:spcBef>
              <a:spcAft>
                <a:spcPts val="0"/>
              </a:spcAft>
              <a:buNone/>
            </a:pPr>
            <a:r>
              <a:rPr lang="en" sz="3500"/>
              <a:t>Using Apigee Edge</a:t>
            </a:r>
            <a:endParaRPr sz="3500"/>
          </a:p>
          <a:p>
            <a:pPr indent="0" lvl="0" marL="0" rtl="0" algn="l">
              <a:spcBef>
                <a:spcPts val="2900"/>
              </a:spcBef>
              <a:spcAft>
                <a:spcPts val="0"/>
              </a:spcAft>
              <a:buNone/>
            </a:pPr>
            <a:r>
              <a:rPr lang="en" sz="3500"/>
              <a:t>Managed Message Services</a:t>
            </a:r>
            <a:endParaRPr sz="3500"/>
          </a:p>
          <a:p>
            <a:pPr indent="0" lvl="0" marL="0" rtl="0" algn="l">
              <a:spcBef>
                <a:spcPts val="2900"/>
              </a:spcBef>
              <a:spcAft>
                <a:spcPts val="2900"/>
              </a:spcAft>
              <a:buNone/>
            </a:pPr>
            <a:r>
              <a:rPr lang="en" sz="3500"/>
              <a:t>Pub/Sub</a:t>
            </a:r>
            <a:endParaRPr sz="3500"/>
          </a:p>
        </p:txBody>
      </p:sp>
      <p:sp>
        <p:nvSpPr>
          <p:cNvPr id="349" name="Google Shape;349;p4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0"/>
          <p:cNvSpPr/>
          <p:nvPr/>
        </p:nvSpPr>
        <p:spPr>
          <a:xfrm>
            <a:off x="1805250" y="4881475"/>
            <a:ext cx="14616300" cy="1198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50"/>
          <p:cNvSpPr txBox="1"/>
          <p:nvPr/>
        </p:nvSpPr>
        <p:spPr>
          <a:xfrm>
            <a:off x="2325675" y="4877875"/>
            <a:ext cx="2926200" cy="11982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Protection</a:t>
            </a:r>
            <a:endParaRPr sz="3000">
              <a:solidFill>
                <a:schemeClr val="lt1"/>
              </a:solidFill>
              <a:latin typeface="Roboto"/>
              <a:ea typeface="Roboto"/>
              <a:cs typeface="Roboto"/>
              <a:sym typeface="Roboto"/>
            </a:endParaRPr>
          </a:p>
        </p:txBody>
      </p:sp>
      <p:sp>
        <p:nvSpPr>
          <p:cNvPr id="356" name="Google Shape;356;p50"/>
          <p:cNvSpPr txBox="1"/>
          <p:nvPr/>
        </p:nvSpPr>
        <p:spPr>
          <a:xfrm>
            <a:off x="1905000" y="6264775"/>
            <a:ext cx="3503100" cy="2610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sz="2300">
                <a:solidFill>
                  <a:schemeClr val="lt1"/>
                </a:solidFill>
                <a:latin typeface="Roboto"/>
                <a:ea typeface="Roboto"/>
                <a:cs typeface="Roboto"/>
                <a:sym typeface="Roboto"/>
              </a:rPr>
              <a:t>Generate and share</a:t>
            </a:r>
            <a:br>
              <a:rPr lang="en" sz="2300">
                <a:solidFill>
                  <a:schemeClr val="lt1"/>
                </a:solidFill>
                <a:latin typeface="Roboto"/>
                <a:ea typeface="Roboto"/>
                <a:cs typeface="Roboto"/>
                <a:sym typeface="Roboto"/>
              </a:rPr>
            </a:br>
            <a:r>
              <a:rPr lang="en" sz="2300">
                <a:solidFill>
                  <a:schemeClr val="lt1"/>
                </a:solidFill>
                <a:latin typeface="Roboto"/>
                <a:ea typeface="Roboto"/>
                <a:cs typeface="Roboto"/>
                <a:sym typeface="Roboto"/>
              </a:rPr>
              <a:t>API keys.</a:t>
            </a:r>
            <a:endParaRPr sz="2300">
              <a:solidFill>
                <a:schemeClr val="lt1"/>
              </a:solidFill>
              <a:latin typeface="Roboto"/>
              <a:ea typeface="Roboto"/>
              <a:cs typeface="Roboto"/>
              <a:sym typeface="Roboto"/>
            </a:endParaRPr>
          </a:p>
          <a:p>
            <a:pPr indent="0" lvl="0" marL="0" rtl="0" algn="l">
              <a:lnSpc>
                <a:spcPct val="100000"/>
              </a:lnSpc>
              <a:spcBef>
                <a:spcPts val="1500"/>
              </a:spcBef>
              <a:spcAft>
                <a:spcPts val="0"/>
              </a:spcAft>
              <a:buNone/>
            </a:pPr>
            <a:r>
              <a:rPr lang="en" sz="2300">
                <a:solidFill>
                  <a:schemeClr val="lt1"/>
                </a:solidFill>
                <a:latin typeface="Roboto"/>
                <a:ea typeface="Roboto"/>
                <a:cs typeface="Roboto"/>
                <a:sym typeface="Roboto"/>
              </a:rPr>
              <a:t>Validate calls with JSON Web Tokens.</a:t>
            </a:r>
            <a:endParaRPr sz="2300">
              <a:solidFill>
                <a:schemeClr val="lt1"/>
              </a:solidFill>
              <a:latin typeface="Roboto"/>
              <a:ea typeface="Roboto"/>
              <a:cs typeface="Roboto"/>
              <a:sym typeface="Roboto"/>
            </a:endParaRPr>
          </a:p>
          <a:p>
            <a:pPr indent="0" lvl="0" marL="0" rtl="0" algn="l">
              <a:lnSpc>
                <a:spcPct val="100000"/>
              </a:lnSpc>
              <a:spcBef>
                <a:spcPts val="1500"/>
              </a:spcBef>
              <a:spcAft>
                <a:spcPts val="1500"/>
              </a:spcAft>
              <a:buNone/>
            </a:pPr>
            <a:r>
              <a:rPr lang="en" sz="2300">
                <a:solidFill>
                  <a:schemeClr val="lt1"/>
                </a:solidFill>
                <a:latin typeface="Roboto"/>
                <a:ea typeface="Roboto"/>
                <a:cs typeface="Roboto"/>
                <a:sym typeface="Roboto"/>
              </a:rPr>
              <a:t>Identify app users with Auth0 and Firebase Auth.</a:t>
            </a:r>
            <a:endParaRPr sz="2300">
              <a:solidFill>
                <a:schemeClr val="lt1"/>
              </a:solidFill>
              <a:latin typeface="Roboto"/>
              <a:ea typeface="Roboto"/>
              <a:cs typeface="Roboto"/>
              <a:sym typeface="Roboto"/>
            </a:endParaRPr>
          </a:p>
        </p:txBody>
      </p:sp>
      <p:sp>
        <p:nvSpPr>
          <p:cNvPr id="357" name="Google Shape;357;p50"/>
          <p:cNvSpPr txBox="1"/>
          <p:nvPr/>
        </p:nvSpPr>
        <p:spPr>
          <a:xfrm>
            <a:off x="5824058" y="4877875"/>
            <a:ext cx="2926200" cy="11982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Speed</a:t>
            </a:r>
            <a:endParaRPr sz="3000">
              <a:solidFill>
                <a:schemeClr val="lt1"/>
              </a:solidFill>
              <a:latin typeface="Roboto"/>
              <a:ea typeface="Roboto"/>
              <a:cs typeface="Roboto"/>
              <a:sym typeface="Roboto"/>
            </a:endParaRPr>
          </a:p>
        </p:txBody>
      </p:sp>
      <p:sp>
        <p:nvSpPr>
          <p:cNvPr id="358" name="Google Shape;358;p50"/>
          <p:cNvSpPr txBox="1"/>
          <p:nvPr/>
        </p:nvSpPr>
        <p:spPr>
          <a:xfrm>
            <a:off x="5620580" y="6264775"/>
            <a:ext cx="3502200" cy="261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300">
                <a:solidFill>
                  <a:schemeClr val="lt1"/>
                </a:solidFill>
                <a:latin typeface="Roboto"/>
                <a:ea typeface="Roboto"/>
                <a:cs typeface="Roboto"/>
                <a:sym typeface="Roboto"/>
              </a:rPr>
              <a:t>ESP provides security and insight &lt; 1ms.</a:t>
            </a:r>
            <a:endParaRPr sz="2300">
              <a:solidFill>
                <a:schemeClr val="lt1"/>
              </a:solidFill>
              <a:latin typeface="Roboto"/>
              <a:ea typeface="Roboto"/>
              <a:cs typeface="Roboto"/>
              <a:sym typeface="Roboto"/>
            </a:endParaRPr>
          </a:p>
          <a:p>
            <a:pPr indent="0" lvl="0" marL="0" rtl="0" algn="l">
              <a:spcBef>
                <a:spcPts val="1500"/>
              </a:spcBef>
              <a:spcAft>
                <a:spcPts val="1500"/>
              </a:spcAft>
              <a:buNone/>
            </a:pPr>
            <a:r>
              <a:rPr lang="en" sz="2300">
                <a:solidFill>
                  <a:schemeClr val="lt1"/>
                </a:solidFill>
                <a:latin typeface="Roboto"/>
                <a:ea typeface="Roboto"/>
                <a:cs typeface="Roboto"/>
                <a:sym typeface="Roboto"/>
              </a:rPr>
              <a:t>Automatic API deployment.</a:t>
            </a:r>
            <a:endParaRPr sz="2300">
              <a:solidFill>
                <a:schemeClr val="lt1"/>
              </a:solidFill>
              <a:latin typeface="Roboto"/>
              <a:ea typeface="Roboto"/>
              <a:cs typeface="Roboto"/>
              <a:sym typeface="Roboto"/>
            </a:endParaRPr>
          </a:p>
        </p:txBody>
      </p:sp>
      <p:cxnSp>
        <p:nvCxnSpPr>
          <p:cNvPr id="359" name="Google Shape;359;p50"/>
          <p:cNvCxnSpPr/>
          <p:nvPr/>
        </p:nvCxnSpPr>
        <p:spPr>
          <a:xfrm flipH="1" rot="10800000">
            <a:off x="5507850" y="2630700"/>
            <a:ext cx="9000" cy="6348000"/>
          </a:xfrm>
          <a:prstGeom prst="straightConnector1">
            <a:avLst/>
          </a:prstGeom>
          <a:noFill/>
          <a:ln cap="flat" cmpd="sng" w="9525">
            <a:solidFill>
              <a:srgbClr val="666666"/>
            </a:solidFill>
            <a:prstDash val="dash"/>
            <a:round/>
            <a:headEnd len="med" w="med" type="none"/>
            <a:tailEnd len="med" w="med" type="none"/>
          </a:ln>
        </p:spPr>
      </p:cxnSp>
      <p:cxnSp>
        <p:nvCxnSpPr>
          <p:cNvPr id="360" name="Google Shape;360;p50"/>
          <p:cNvCxnSpPr/>
          <p:nvPr/>
        </p:nvCxnSpPr>
        <p:spPr>
          <a:xfrm flipH="1" rot="10800000">
            <a:off x="9139494" y="2626148"/>
            <a:ext cx="9000" cy="6348000"/>
          </a:xfrm>
          <a:prstGeom prst="straightConnector1">
            <a:avLst/>
          </a:prstGeom>
          <a:noFill/>
          <a:ln cap="flat" cmpd="sng" w="9525">
            <a:solidFill>
              <a:srgbClr val="666666"/>
            </a:solidFill>
            <a:prstDash val="dash"/>
            <a:round/>
            <a:headEnd len="med" w="med" type="none"/>
            <a:tailEnd len="med" w="med" type="none"/>
          </a:ln>
        </p:spPr>
      </p:cxnSp>
      <p:sp>
        <p:nvSpPr>
          <p:cNvPr id="361" name="Google Shape;361;p50"/>
          <p:cNvSpPr txBox="1"/>
          <p:nvPr/>
        </p:nvSpPr>
        <p:spPr>
          <a:xfrm>
            <a:off x="9483191" y="4877875"/>
            <a:ext cx="2926200" cy="11982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Monitoring and logging</a:t>
            </a:r>
            <a:endParaRPr sz="3000">
              <a:solidFill>
                <a:schemeClr val="lt1"/>
              </a:solidFill>
              <a:latin typeface="Roboto"/>
              <a:ea typeface="Roboto"/>
              <a:cs typeface="Roboto"/>
              <a:sym typeface="Roboto"/>
            </a:endParaRPr>
          </a:p>
        </p:txBody>
      </p:sp>
      <p:cxnSp>
        <p:nvCxnSpPr>
          <p:cNvPr id="362" name="Google Shape;362;p50"/>
          <p:cNvCxnSpPr/>
          <p:nvPr/>
        </p:nvCxnSpPr>
        <p:spPr>
          <a:xfrm flipH="1" rot="10800000">
            <a:off x="12798325" y="2626148"/>
            <a:ext cx="9000" cy="6348000"/>
          </a:xfrm>
          <a:prstGeom prst="straightConnector1">
            <a:avLst/>
          </a:prstGeom>
          <a:noFill/>
          <a:ln cap="flat" cmpd="sng" w="9525">
            <a:solidFill>
              <a:srgbClr val="666666"/>
            </a:solidFill>
            <a:prstDash val="dash"/>
            <a:round/>
            <a:headEnd len="med" w="med" type="none"/>
            <a:tailEnd len="med" w="med" type="none"/>
          </a:ln>
        </p:spPr>
      </p:cxnSp>
      <p:sp>
        <p:nvSpPr>
          <p:cNvPr id="363" name="Google Shape;363;p50"/>
          <p:cNvSpPr txBox="1"/>
          <p:nvPr/>
        </p:nvSpPr>
        <p:spPr>
          <a:xfrm>
            <a:off x="13143024" y="4877875"/>
            <a:ext cx="2926200" cy="1198200"/>
          </a:xfrm>
          <a:prstGeom prst="rect">
            <a:avLst/>
          </a:prstGeom>
          <a:noFill/>
          <a:ln>
            <a:noFill/>
          </a:ln>
        </p:spPr>
        <p:txBody>
          <a:bodyPr anchorCtr="0" anchor="ctr" bIns="137150" lIns="45700" spcFirstLastPara="1" rIns="4570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Integration</a:t>
            </a:r>
            <a:endParaRPr sz="3000">
              <a:solidFill>
                <a:schemeClr val="lt1"/>
              </a:solidFill>
              <a:latin typeface="Roboto"/>
              <a:ea typeface="Roboto"/>
              <a:cs typeface="Roboto"/>
              <a:sym typeface="Roboto"/>
            </a:endParaRPr>
          </a:p>
        </p:txBody>
      </p:sp>
      <p:sp>
        <p:nvSpPr>
          <p:cNvPr id="364" name="Google Shape;364;p50"/>
          <p:cNvSpPr txBox="1"/>
          <p:nvPr/>
        </p:nvSpPr>
        <p:spPr>
          <a:xfrm>
            <a:off x="9174725" y="6264775"/>
            <a:ext cx="3502200" cy="2639400"/>
          </a:xfrm>
          <a:prstGeom prst="rect">
            <a:avLst/>
          </a:prstGeom>
          <a:noFill/>
          <a:ln>
            <a:noFill/>
          </a:ln>
        </p:spPr>
        <p:txBody>
          <a:bodyPr anchorCtr="0" anchor="t" bIns="0" lIns="91425" spcFirstLastPara="1" rIns="91425" wrap="square" tIns="0">
            <a:noAutofit/>
          </a:bodyPr>
          <a:lstStyle/>
          <a:p>
            <a:pPr indent="0" lvl="0" marL="0" rtl="0" algn="l">
              <a:spcBef>
                <a:spcPts val="0"/>
              </a:spcBef>
              <a:spcAft>
                <a:spcPts val="0"/>
              </a:spcAft>
              <a:buNone/>
            </a:pPr>
            <a:r>
              <a:rPr lang="en" sz="2300">
                <a:solidFill>
                  <a:srgbClr val="434343"/>
                </a:solidFill>
                <a:latin typeface="Roboto"/>
                <a:ea typeface="Roboto"/>
                <a:cs typeface="Roboto"/>
                <a:sym typeface="Roboto"/>
              </a:rPr>
              <a:t>I</a:t>
            </a:r>
            <a:r>
              <a:rPr lang="en" sz="2300">
                <a:solidFill>
                  <a:schemeClr val="lt1"/>
                </a:solidFill>
                <a:latin typeface="Roboto"/>
                <a:ea typeface="Roboto"/>
                <a:cs typeface="Roboto"/>
                <a:sym typeface="Roboto"/>
              </a:rPr>
              <a:t>nspect </a:t>
            </a:r>
            <a:r>
              <a:rPr lang="en" sz="2300">
                <a:solidFill>
                  <a:schemeClr val="lt1"/>
                </a:solidFill>
                <a:latin typeface="Roboto"/>
                <a:ea typeface="Roboto"/>
                <a:cs typeface="Roboto"/>
                <a:sym typeface="Roboto"/>
              </a:rPr>
              <a:t>performance</a:t>
            </a:r>
            <a:r>
              <a:rPr lang="en" sz="2300">
                <a:solidFill>
                  <a:schemeClr val="lt1"/>
                </a:solidFill>
                <a:latin typeface="Roboto"/>
                <a:ea typeface="Roboto"/>
                <a:cs typeface="Roboto"/>
                <a:sym typeface="Roboto"/>
              </a:rPr>
              <a:t> with Cloud Trace.</a:t>
            </a:r>
            <a:endParaRPr sz="2300">
              <a:solidFill>
                <a:schemeClr val="lt1"/>
              </a:solidFill>
              <a:latin typeface="Roboto"/>
              <a:ea typeface="Roboto"/>
              <a:cs typeface="Roboto"/>
              <a:sym typeface="Roboto"/>
            </a:endParaRPr>
          </a:p>
          <a:p>
            <a:pPr indent="0" lvl="0" marL="0" rtl="0" algn="l">
              <a:spcBef>
                <a:spcPts val="1500"/>
              </a:spcBef>
              <a:spcAft>
                <a:spcPts val="0"/>
              </a:spcAft>
              <a:buNone/>
            </a:pPr>
            <a:r>
              <a:rPr lang="en" sz="2300">
                <a:solidFill>
                  <a:schemeClr val="lt1"/>
                </a:solidFill>
                <a:latin typeface="Roboto"/>
                <a:ea typeface="Roboto"/>
                <a:cs typeface="Roboto"/>
                <a:sym typeface="Roboto"/>
              </a:rPr>
              <a:t>Real-time log management with Cloud Logging.</a:t>
            </a:r>
            <a:endParaRPr sz="2300">
              <a:solidFill>
                <a:schemeClr val="lt1"/>
              </a:solidFill>
              <a:latin typeface="Roboto"/>
              <a:ea typeface="Roboto"/>
              <a:cs typeface="Roboto"/>
              <a:sym typeface="Roboto"/>
            </a:endParaRPr>
          </a:p>
          <a:p>
            <a:pPr indent="0" lvl="0" marL="0" rtl="0" algn="l">
              <a:spcBef>
                <a:spcPts val="1500"/>
              </a:spcBef>
              <a:spcAft>
                <a:spcPts val="1500"/>
              </a:spcAft>
              <a:buNone/>
            </a:pPr>
            <a:r>
              <a:rPr lang="en" sz="2300">
                <a:solidFill>
                  <a:schemeClr val="lt1"/>
                </a:solidFill>
                <a:latin typeface="Roboto"/>
                <a:ea typeface="Roboto"/>
                <a:cs typeface="Roboto"/>
                <a:sym typeface="Roboto"/>
              </a:rPr>
              <a:t>Analysis with BigQuery.</a:t>
            </a:r>
            <a:endParaRPr sz="2300">
              <a:solidFill>
                <a:schemeClr val="lt1"/>
              </a:solidFill>
              <a:latin typeface="Roboto"/>
              <a:ea typeface="Roboto"/>
              <a:cs typeface="Roboto"/>
              <a:sym typeface="Roboto"/>
            </a:endParaRPr>
          </a:p>
        </p:txBody>
      </p:sp>
      <p:sp>
        <p:nvSpPr>
          <p:cNvPr id="365" name="Google Shape;365;p50"/>
          <p:cNvSpPr txBox="1"/>
          <p:nvPr/>
        </p:nvSpPr>
        <p:spPr>
          <a:xfrm>
            <a:off x="12922455" y="6264775"/>
            <a:ext cx="3502200" cy="268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300">
                <a:solidFill>
                  <a:schemeClr val="lt1"/>
                </a:solidFill>
                <a:latin typeface="Roboto"/>
                <a:ea typeface="Roboto"/>
                <a:cs typeface="Roboto"/>
                <a:sym typeface="Roboto"/>
              </a:rPr>
              <a:t>Choose your own framework and language.</a:t>
            </a:r>
            <a:endParaRPr sz="2300">
              <a:solidFill>
                <a:schemeClr val="lt1"/>
              </a:solidFill>
              <a:latin typeface="Roboto"/>
              <a:ea typeface="Roboto"/>
              <a:cs typeface="Roboto"/>
              <a:sym typeface="Roboto"/>
            </a:endParaRPr>
          </a:p>
          <a:p>
            <a:pPr indent="0" lvl="0" marL="0" rtl="0" algn="l">
              <a:spcBef>
                <a:spcPts val="1500"/>
              </a:spcBef>
              <a:spcAft>
                <a:spcPts val="1500"/>
              </a:spcAft>
              <a:buNone/>
            </a:pPr>
            <a:r>
              <a:rPr lang="en" sz="2300">
                <a:solidFill>
                  <a:schemeClr val="lt1"/>
                </a:solidFill>
                <a:latin typeface="Roboto"/>
                <a:ea typeface="Roboto"/>
                <a:cs typeface="Roboto"/>
                <a:sym typeface="Roboto"/>
              </a:rPr>
              <a:t>Upload an OpenAPI specification and deploy Google’s containerized proxy.</a:t>
            </a:r>
            <a:endParaRPr sz="2300">
              <a:solidFill>
                <a:schemeClr val="lt1"/>
              </a:solidFill>
              <a:latin typeface="Roboto"/>
              <a:ea typeface="Roboto"/>
              <a:cs typeface="Roboto"/>
              <a:sym typeface="Roboto"/>
            </a:endParaRPr>
          </a:p>
        </p:txBody>
      </p:sp>
      <p:pic>
        <p:nvPicPr>
          <p:cNvPr id="366" name="Google Shape;366;p50"/>
          <p:cNvPicPr preferRelativeResize="0"/>
          <p:nvPr/>
        </p:nvPicPr>
        <p:blipFill>
          <a:blip r:embed="rId3">
            <a:alphaModFix/>
          </a:blip>
          <a:stretch>
            <a:fillRect/>
          </a:stretch>
        </p:blipFill>
        <p:spPr>
          <a:xfrm>
            <a:off x="1740925" y="3058488"/>
            <a:ext cx="3518153" cy="1551312"/>
          </a:xfrm>
          <a:prstGeom prst="rect">
            <a:avLst/>
          </a:prstGeom>
          <a:noFill/>
          <a:ln>
            <a:noFill/>
          </a:ln>
        </p:spPr>
      </p:pic>
      <p:pic>
        <p:nvPicPr>
          <p:cNvPr id="367" name="Google Shape;367;p50"/>
          <p:cNvPicPr preferRelativeResize="0"/>
          <p:nvPr/>
        </p:nvPicPr>
        <p:blipFill>
          <a:blip r:embed="rId4">
            <a:alphaModFix/>
          </a:blip>
          <a:stretch>
            <a:fillRect/>
          </a:stretch>
        </p:blipFill>
        <p:spPr>
          <a:xfrm>
            <a:off x="6448950" y="2921328"/>
            <a:ext cx="1970166" cy="1816529"/>
          </a:xfrm>
          <a:prstGeom prst="rect">
            <a:avLst/>
          </a:prstGeom>
          <a:noFill/>
          <a:ln>
            <a:noFill/>
          </a:ln>
        </p:spPr>
      </p:pic>
      <p:pic>
        <p:nvPicPr>
          <p:cNvPr id="368" name="Google Shape;368;p50"/>
          <p:cNvPicPr preferRelativeResize="0"/>
          <p:nvPr/>
        </p:nvPicPr>
        <p:blipFill>
          <a:blip r:embed="rId5">
            <a:alphaModFix/>
          </a:blip>
          <a:stretch>
            <a:fillRect/>
          </a:stretch>
        </p:blipFill>
        <p:spPr>
          <a:xfrm>
            <a:off x="13048950" y="3058488"/>
            <a:ext cx="2958622" cy="1556217"/>
          </a:xfrm>
          <a:prstGeom prst="rect">
            <a:avLst/>
          </a:prstGeom>
          <a:noFill/>
          <a:ln>
            <a:noFill/>
          </a:ln>
        </p:spPr>
      </p:pic>
      <p:pic>
        <p:nvPicPr>
          <p:cNvPr id="369" name="Google Shape;369;p50"/>
          <p:cNvPicPr preferRelativeResize="0"/>
          <p:nvPr/>
        </p:nvPicPr>
        <p:blipFill>
          <a:blip r:embed="rId6">
            <a:alphaModFix/>
          </a:blip>
          <a:stretch>
            <a:fillRect/>
          </a:stretch>
        </p:blipFill>
        <p:spPr>
          <a:xfrm>
            <a:off x="9397413" y="3058488"/>
            <a:ext cx="2994391" cy="1555998"/>
          </a:xfrm>
          <a:prstGeom prst="rect">
            <a:avLst/>
          </a:prstGeom>
          <a:noFill/>
          <a:ln>
            <a:noFill/>
          </a:ln>
        </p:spPr>
      </p:pic>
      <p:sp>
        <p:nvSpPr>
          <p:cNvPr id="370" name="Google Shape;370;p50"/>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Endpoints help you create and maintain APIs</a:t>
            </a:r>
            <a:endParaRPr/>
          </a:p>
        </p:txBody>
      </p:sp>
      <p:cxnSp>
        <p:nvCxnSpPr>
          <p:cNvPr id="371" name="Google Shape;371;p50"/>
          <p:cNvCxnSpPr/>
          <p:nvPr/>
        </p:nvCxnSpPr>
        <p:spPr>
          <a:xfrm>
            <a:off x="1805045" y="4867380"/>
            <a:ext cx="14623800" cy="0"/>
          </a:xfrm>
          <a:prstGeom prst="straightConnector1">
            <a:avLst/>
          </a:prstGeom>
          <a:noFill/>
          <a:ln cap="flat" cmpd="sng" w="38100">
            <a:solidFill>
              <a:srgbClr val="F1C232"/>
            </a:solidFill>
            <a:prstDash val="solid"/>
            <a:round/>
            <a:headEnd len="med" w="med" type="none"/>
            <a:tailEnd len="med" w="med" type="none"/>
          </a:ln>
        </p:spPr>
      </p:cxnSp>
      <p:sp>
        <p:nvSpPr>
          <p:cNvPr id="372" name="Google Shape;372;p5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7">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1"/>
          <p:cNvSpPr/>
          <p:nvPr/>
        </p:nvSpPr>
        <p:spPr>
          <a:xfrm>
            <a:off x="13865200" y="3409525"/>
            <a:ext cx="2596800" cy="5761800"/>
          </a:xfrm>
          <a:prstGeom prst="roundRect">
            <a:avLst>
              <a:gd fmla="val 3714" name="adj"/>
            </a:avLst>
          </a:prstGeom>
          <a:solidFill>
            <a:srgbClr val="FFF2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78" name="Google Shape;378;p51"/>
          <p:cNvCxnSpPr>
            <a:stCxn id="379" idx="6"/>
            <a:endCxn id="380" idx="2"/>
          </p:cNvCxnSpPr>
          <p:nvPr/>
        </p:nvCxnSpPr>
        <p:spPr>
          <a:xfrm flipH="1" rot="10800000">
            <a:off x="5435600" y="6891698"/>
            <a:ext cx="2907000" cy="396600"/>
          </a:xfrm>
          <a:prstGeom prst="bentConnector2">
            <a:avLst/>
          </a:prstGeom>
          <a:noFill/>
          <a:ln cap="flat" cmpd="sng" w="19050">
            <a:solidFill>
              <a:schemeClr val="accent2"/>
            </a:solidFill>
            <a:prstDash val="solid"/>
            <a:round/>
            <a:headEnd len="med" w="med" type="none"/>
            <a:tailEnd len="med" w="med" type="none"/>
          </a:ln>
        </p:spPr>
      </p:cxnSp>
      <p:sp>
        <p:nvSpPr>
          <p:cNvPr id="381" name="Google Shape;381;p51"/>
          <p:cNvSpPr txBox="1"/>
          <p:nvPr/>
        </p:nvSpPr>
        <p:spPr>
          <a:xfrm>
            <a:off x="5145725" y="3246125"/>
            <a:ext cx="3226200" cy="638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400" u="none" cap="none" strike="noStrike">
                <a:solidFill>
                  <a:schemeClr val="lt1"/>
                </a:solidFill>
                <a:latin typeface="Roboto"/>
                <a:ea typeface="Roboto"/>
                <a:cs typeface="Roboto"/>
                <a:sym typeface="Roboto"/>
              </a:rPr>
              <a:t>Backend API</a:t>
            </a:r>
            <a:endParaRPr i="0" sz="2400" u="none" cap="none" strike="noStrike">
              <a:solidFill>
                <a:schemeClr val="lt1"/>
              </a:solidFill>
              <a:latin typeface="Roboto"/>
              <a:ea typeface="Roboto"/>
              <a:cs typeface="Roboto"/>
              <a:sym typeface="Roboto"/>
            </a:endParaRPr>
          </a:p>
        </p:txBody>
      </p:sp>
      <p:sp>
        <p:nvSpPr>
          <p:cNvPr id="382" name="Google Shape;382;p51"/>
          <p:cNvSpPr/>
          <p:nvPr/>
        </p:nvSpPr>
        <p:spPr>
          <a:xfrm>
            <a:off x="10352275" y="3409575"/>
            <a:ext cx="2596800" cy="5565600"/>
          </a:xfrm>
          <a:prstGeom prst="roundRect">
            <a:avLst>
              <a:gd fmla="val 3714" name="adj"/>
            </a:avLst>
          </a:prstGeom>
          <a:solidFill>
            <a:srgbClr val="CFE2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83" name="Google Shape;383;p51"/>
          <p:cNvCxnSpPr/>
          <p:nvPr/>
        </p:nvCxnSpPr>
        <p:spPr>
          <a:xfrm>
            <a:off x="5145720" y="2625345"/>
            <a:ext cx="0" cy="6501900"/>
          </a:xfrm>
          <a:prstGeom prst="straightConnector1">
            <a:avLst/>
          </a:prstGeom>
          <a:noFill/>
          <a:ln cap="flat" cmpd="sng" w="76200">
            <a:solidFill>
              <a:srgbClr val="EFEFEF"/>
            </a:solidFill>
            <a:prstDash val="solid"/>
            <a:round/>
            <a:headEnd len="sm" w="sm" type="none"/>
            <a:tailEnd len="sm" w="sm" type="none"/>
          </a:ln>
        </p:spPr>
      </p:cxnSp>
      <p:sp>
        <p:nvSpPr>
          <p:cNvPr id="384" name="Google Shape;384;p51"/>
          <p:cNvSpPr txBox="1"/>
          <p:nvPr/>
        </p:nvSpPr>
        <p:spPr>
          <a:xfrm>
            <a:off x="1938024" y="2664700"/>
            <a:ext cx="2790300" cy="1008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i="0" lang="en" sz="2400" u="none" cap="none" strike="noStrike">
                <a:solidFill>
                  <a:schemeClr val="lt1"/>
                </a:solidFill>
                <a:latin typeface="Roboto"/>
                <a:ea typeface="Roboto"/>
                <a:cs typeface="Roboto"/>
                <a:sym typeface="Roboto"/>
              </a:rPr>
              <a:t>Mobile and web client applications</a:t>
            </a:r>
            <a:endParaRPr i="0" sz="2400" u="none" cap="none" strike="noStrike">
              <a:solidFill>
                <a:schemeClr val="lt1"/>
              </a:solidFill>
              <a:latin typeface="Roboto"/>
              <a:ea typeface="Roboto"/>
              <a:cs typeface="Roboto"/>
              <a:sym typeface="Roboto"/>
            </a:endParaRPr>
          </a:p>
        </p:txBody>
      </p:sp>
      <p:sp>
        <p:nvSpPr>
          <p:cNvPr id="385" name="Google Shape;385;p51"/>
          <p:cNvSpPr txBox="1"/>
          <p:nvPr/>
        </p:nvSpPr>
        <p:spPr>
          <a:xfrm>
            <a:off x="7069100" y="7339950"/>
            <a:ext cx="2475300" cy="717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i="0" lang="en" sz="2400" u="none" cap="none" strike="noStrike">
                <a:solidFill>
                  <a:schemeClr val="accent2"/>
                </a:solidFill>
                <a:latin typeface="Google Sans"/>
                <a:ea typeface="Google Sans"/>
                <a:cs typeface="Google Sans"/>
                <a:sym typeface="Google Sans"/>
              </a:rPr>
              <a:t>Cloud Endpoints</a:t>
            </a:r>
            <a:endParaRPr i="0" sz="2400" u="none" cap="none" strike="noStrike">
              <a:solidFill>
                <a:schemeClr val="accent2"/>
              </a:solidFill>
              <a:latin typeface="Google Sans"/>
              <a:ea typeface="Google Sans"/>
              <a:cs typeface="Google Sans"/>
              <a:sym typeface="Google Sans"/>
            </a:endParaRPr>
          </a:p>
        </p:txBody>
      </p:sp>
      <p:pic>
        <p:nvPicPr>
          <p:cNvPr id="380" name="Google Shape;380;p51"/>
          <p:cNvPicPr preferRelativeResize="0"/>
          <p:nvPr/>
        </p:nvPicPr>
        <p:blipFill rotWithShape="1">
          <a:blip r:embed="rId3">
            <a:alphaModFix/>
          </a:blip>
          <a:srcRect b="0" l="0" r="0" t="0"/>
          <a:stretch/>
        </p:blipFill>
        <p:spPr>
          <a:xfrm>
            <a:off x="7428056" y="5062763"/>
            <a:ext cx="1828800" cy="1828800"/>
          </a:xfrm>
          <a:prstGeom prst="rect">
            <a:avLst/>
          </a:prstGeom>
          <a:noFill/>
          <a:ln>
            <a:noFill/>
          </a:ln>
        </p:spPr>
      </p:pic>
      <p:cxnSp>
        <p:nvCxnSpPr>
          <p:cNvPr id="386" name="Google Shape;386;p51"/>
          <p:cNvCxnSpPr>
            <a:stCxn id="380" idx="3"/>
          </p:cNvCxnSpPr>
          <p:nvPr/>
        </p:nvCxnSpPr>
        <p:spPr>
          <a:xfrm>
            <a:off x="9256856" y="5977163"/>
            <a:ext cx="1114800" cy="4500"/>
          </a:xfrm>
          <a:prstGeom prst="straightConnector1">
            <a:avLst/>
          </a:prstGeom>
          <a:noFill/>
          <a:ln cap="flat" cmpd="sng" w="19050">
            <a:solidFill>
              <a:schemeClr val="dk2"/>
            </a:solidFill>
            <a:prstDash val="solid"/>
            <a:round/>
            <a:headEnd len="sm" w="sm" type="none"/>
            <a:tailEnd len="med" w="med" type="triangle"/>
          </a:ln>
        </p:spPr>
      </p:cxnSp>
      <p:grpSp>
        <p:nvGrpSpPr>
          <p:cNvPr id="387" name="Google Shape;387;p51"/>
          <p:cNvGrpSpPr/>
          <p:nvPr/>
        </p:nvGrpSpPr>
        <p:grpSpPr>
          <a:xfrm>
            <a:off x="5089100" y="4499078"/>
            <a:ext cx="346500" cy="2956171"/>
            <a:chOff x="5089100" y="3584678"/>
            <a:chExt cx="346500" cy="2956171"/>
          </a:xfrm>
        </p:grpSpPr>
        <p:sp>
          <p:nvSpPr>
            <p:cNvPr id="388" name="Google Shape;388;p51"/>
            <p:cNvSpPr/>
            <p:nvPr/>
          </p:nvSpPr>
          <p:spPr>
            <a:xfrm>
              <a:off x="5089100" y="3584678"/>
              <a:ext cx="346500" cy="333900"/>
            </a:xfrm>
            <a:prstGeom prst="ellipse">
              <a:avLst/>
            </a:prstGeom>
            <a:solidFill>
              <a:srgbClr val="757575"/>
            </a:solidFill>
            <a:ln cap="flat" cmpd="sng" w="9525">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51"/>
            <p:cNvSpPr/>
            <p:nvPr/>
          </p:nvSpPr>
          <p:spPr>
            <a:xfrm>
              <a:off x="5089100" y="4109132"/>
              <a:ext cx="346500" cy="333900"/>
            </a:xfrm>
            <a:prstGeom prst="ellipse">
              <a:avLst/>
            </a:prstGeom>
            <a:solidFill>
              <a:srgbClr val="757575"/>
            </a:solidFill>
            <a:ln cap="flat" cmpd="sng" w="9525">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51"/>
            <p:cNvSpPr/>
            <p:nvPr/>
          </p:nvSpPr>
          <p:spPr>
            <a:xfrm>
              <a:off x="5089100" y="4633586"/>
              <a:ext cx="346500" cy="333900"/>
            </a:xfrm>
            <a:prstGeom prst="ellipse">
              <a:avLst/>
            </a:prstGeom>
            <a:solidFill>
              <a:srgbClr val="757575"/>
            </a:solidFill>
            <a:ln cap="flat" cmpd="sng" w="9525">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51"/>
            <p:cNvSpPr/>
            <p:nvPr/>
          </p:nvSpPr>
          <p:spPr>
            <a:xfrm>
              <a:off x="5089100" y="5158040"/>
              <a:ext cx="346500" cy="333900"/>
            </a:xfrm>
            <a:prstGeom prst="ellipse">
              <a:avLst/>
            </a:prstGeom>
            <a:solidFill>
              <a:srgbClr val="757575"/>
            </a:solidFill>
            <a:ln cap="flat" cmpd="sng" w="9525">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51"/>
            <p:cNvSpPr/>
            <p:nvPr/>
          </p:nvSpPr>
          <p:spPr>
            <a:xfrm>
              <a:off x="5089100" y="5682494"/>
              <a:ext cx="346500" cy="333900"/>
            </a:xfrm>
            <a:prstGeom prst="ellipse">
              <a:avLst/>
            </a:prstGeom>
            <a:solidFill>
              <a:srgbClr val="757575"/>
            </a:solidFill>
            <a:ln cap="flat" cmpd="sng" w="9525">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51"/>
            <p:cNvSpPr/>
            <p:nvPr/>
          </p:nvSpPr>
          <p:spPr>
            <a:xfrm>
              <a:off x="5089100" y="6206948"/>
              <a:ext cx="346500" cy="333900"/>
            </a:xfrm>
            <a:prstGeom prst="ellipse">
              <a:avLst/>
            </a:prstGeom>
            <a:solidFill>
              <a:srgbClr val="757575"/>
            </a:solidFill>
            <a:ln cap="flat" cmpd="sng" w="9525">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3" name="Google Shape;393;p51"/>
          <p:cNvGrpSpPr/>
          <p:nvPr/>
        </p:nvGrpSpPr>
        <p:grpSpPr>
          <a:xfrm>
            <a:off x="1770325" y="3881295"/>
            <a:ext cx="1254300" cy="1339805"/>
            <a:chOff x="1778625" y="2738295"/>
            <a:chExt cx="1254300" cy="1339805"/>
          </a:xfrm>
        </p:grpSpPr>
        <p:grpSp>
          <p:nvGrpSpPr>
            <p:cNvPr id="394" name="Google Shape;394;p51"/>
            <p:cNvGrpSpPr/>
            <p:nvPr/>
          </p:nvGrpSpPr>
          <p:grpSpPr>
            <a:xfrm>
              <a:off x="1946367" y="2738295"/>
              <a:ext cx="918817" cy="885381"/>
              <a:chOff x="433514" y="2354433"/>
              <a:chExt cx="502800" cy="502800"/>
            </a:xfrm>
          </p:grpSpPr>
          <p:sp>
            <p:nvSpPr>
              <p:cNvPr id="395" name="Google Shape;395;p51"/>
              <p:cNvSpPr/>
              <p:nvPr/>
            </p:nvSpPr>
            <p:spPr>
              <a:xfrm>
                <a:off x="433514" y="2354433"/>
                <a:ext cx="502800" cy="502800"/>
              </a:xfrm>
              <a:prstGeom prst="roundRect">
                <a:avLst>
                  <a:gd fmla="val 1674" name="adj"/>
                </a:avLst>
              </a:prstGeom>
              <a:solidFill>
                <a:srgbClr val="FFFFFF"/>
              </a:solidFill>
              <a:ln>
                <a:noFill/>
              </a:ln>
              <a:effectLst>
                <a:outerShdw blurRad="19050" rotWithShape="0" algn="ctr" dir="5400000" dist="6350">
                  <a:srgbClr val="000000">
                    <a:alpha val="43920"/>
                  </a:srgbClr>
                </a:outerShdw>
              </a:effectLst>
            </p:spPr>
            <p:txBody>
              <a:bodyPr anchorCtr="0" anchor="ctr" bIns="0" lIns="0" spcFirstLastPara="1" rIns="0" wrap="square" tIns="0">
                <a:noAutofit/>
              </a:bodyPr>
              <a:lstStyle/>
              <a:p>
                <a:pPr indent="0" lvl="0" marL="0" marR="0" rtl="0" algn="l">
                  <a:lnSpc>
                    <a:spcPct val="121428"/>
                  </a:lnSpc>
                  <a:spcBef>
                    <a:spcPts val="0"/>
                  </a:spcBef>
                  <a:spcAft>
                    <a:spcPts val="0"/>
                  </a:spcAft>
                  <a:buClr>
                    <a:srgbClr val="000000"/>
                  </a:buClr>
                  <a:buSzPts val="700"/>
                  <a:buFont typeface="Arial"/>
                  <a:buNone/>
                </a:pPr>
                <a:r>
                  <a:t/>
                </a:r>
                <a:endParaRPr b="0" i="0" sz="700" u="none" cap="none" strike="noStrike">
                  <a:solidFill>
                    <a:srgbClr val="000000"/>
                  </a:solidFill>
                  <a:latin typeface="Roboto"/>
                  <a:ea typeface="Roboto"/>
                  <a:cs typeface="Roboto"/>
                  <a:sym typeface="Roboto"/>
                </a:endParaRPr>
              </a:p>
            </p:txBody>
          </p:sp>
          <p:pic>
            <p:nvPicPr>
              <p:cNvPr id="396" name="Google Shape;396;p51"/>
              <p:cNvPicPr preferRelativeResize="0"/>
              <p:nvPr/>
            </p:nvPicPr>
            <p:blipFill rotWithShape="1">
              <a:blip r:embed="rId4">
                <a:alphaModFix/>
              </a:blip>
              <a:srcRect b="0" l="0" r="0" t="0"/>
              <a:stretch/>
            </p:blipFill>
            <p:spPr>
              <a:xfrm>
                <a:off x="470089" y="2391008"/>
                <a:ext cx="429900" cy="429900"/>
              </a:xfrm>
              <a:prstGeom prst="rect">
                <a:avLst/>
              </a:prstGeom>
              <a:noFill/>
              <a:ln>
                <a:noFill/>
              </a:ln>
            </p:spPr>
          </p:pic>
        </p:grpSp>
        <p:sp>
          <p:nvSpPr>
            <p:cNvPr id="397" name="Google Shape;397;p51"/>
            <p:cNvSpPr txBox="1"/>
            <p:nvPr/>
          </p:nvSpPr>
          <p:spPr>
            <a:xfrm>
              <a:off x="1778625" y="3644300"/>
              <a:ext cx="1254300" cy="43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Roboto"/>
                  <a:ea typeface="Roboto"/>
                  <a:cs typeface="Roboto"/>
                  <a:sym typeface="Roboto"/>
                </a:rPr>
                <a:t>Javascript</a:t>
              </a:r>
              <a:endParaRPr sz="1800">
                <a:solidFill>
                  <a:schemeClr val="lt1"/>
                </a:solidFill>
                <a:latin typeface="Roboto"/>
                <a:ea typeface="Roboto"/>
                <a:cs typeface="Roboto"/>
                <a:sym typeface="Roboto"/>
              </a:endParaRPr>
            </a:p>
          </p:txBody>
        </p:sp>
      </p:grpSp>
      <p:grpSp>
        <p:nvGrpSpPr>
          <p:cNvPr id="398" name="Google Shape;398;p51"/>
          <p:cNvGrpSpPr/>
          <p:nvPr/>
        </p:nvGrpSpPr>
        <p:grpSpPr>
          <a:xfrm>
            <a:off x="1938025" y="5544056"/>
            <a:ext cx="918900" cy="1323414"/>
            <a:chOff x="1277175" y="5345486"/>
            <a:chExt cx="918900" cy="1323414"/>
          </a:xfrm>
        </p:grpSpPr>
        <p:grpSp>
          <p:nvGrpSpPr>
            <p:cNvPr id="399" name="Google Shape;399;p51"/>
            <p:cNvGrpSpPr/>
            <p:nvPr/>
          </p:nvGrpSpPr>
          <p:grpSpPr>
            <a:xfrm>
              <a:off x="1277187" y="5345486"/>
              <a:ext cx="918817" cy="885381"/>
              <a:chOff x="433514" y="2354433"/>
              <a:chExt cx="502800" cy="502800"/>
            </a:xfrm>
          </p:grpSpPr>
          <p:sp>
            <p:nvSpPr>
              <p:cNvPr id="400" name="Google Shape;400;p51"/>
              <p:cNvSpPr/>
              <p:nvPr/>
            </p:nvSpPr>
            <p:spPr>
              <a:xfrm>
                <a:off x="433514" y="2354433"/>
                <a:ext cx="502800" cy="502800"/>
              </a:xfrm>
              <a:prstGeom prst="roundRect">
                <a:avLst>
                  <a:gd fmla="val 1674" name="adj"/>
                </a:avLst>
              </a:prstGeom>
              <a:solidFill>
                <a:srgbClr val="FFFFFF"/>
              </a:solidFill>
              <a:ln>
                <a:noFill/>
              </a:ln>
              <a:effectLst>
                <a:outerShdw blurRad="19050" rotWithShape="0" algn="ctr" dir="5400000" dist="6350">
                  <a:srgbClr val="000000">
                    <a:alpha val="43920"/>
                  </a:srgbClr>
                </a:outerShdw>
              </a:effectLst>
            </p:spPr>
            <p:txBody>
              <a:bodyPr anchorCtr="0" anchor="ctr" bIns="0" lIns="0" spcFirstLastPara="1" rIns="0" wrap="square" tIns="0">
                <a:noAutofit/>
              </a:bodyPr>
              <a:lstStyle/>
              <a:p>
                <a:pPr indent="0" lvl="0" marL="0" marR="0" rtl="0" algn="l">
                  <a:lnSpc>
                    <a:spcPct val="121428"/>
                  </a:lnSpc>
                  <a:spcBef>
                    <a:spcPts val="0"/>
                  </a:spcBef>
                  <a:spcAft>
                    <a:spcPts val="0"/>
                  </a:spcAft>
                  <a:buClr>
                    <a:srgbClr val="000000"/>
                  </a:buClr>
                  <a:buSzPts val="700"/>
                  <a:buFont typeface="Arial"/>
                  <a:buNone/>
                </a:pPr>
                <a:r>
                  <a:t/>
                </a:r>
                <a:endParaRPr b="0" i="0" sz="700" u="none" cap="none" strike="noStrike">
                  <a:solidFill>
                    <a:srgbClr val="000000"/>
                  </a:solidFill>
                  <a:latin typeface="Roboto"/>
                  <a:ea typeface="Roboto"/>
                  <a:cs typeface="Roboto"/>
                  <a:sym typeface="Roboto"/>
                </a:endParaRPr>
              </a:p>
            </p:txBody>
          </p:sp>
          <p:pic>
            <p:nvPicPr>
              <p:cNvPr id="401" name="Google Shape;401;p51"/>
              <p:cNvPicPr preferRelativeResize="0"/>
              <p:nvPr/>
            </p:nvPicPr>
            <p:blipFill rotWithShape="1">
              <a:blip r:embed="rId5">
                <a:alphaModFix/>
              </a:blip>
              <a:srcRect b="0" l="0" r="0" t="0"/>
              <a:stretch/>
            </p:blipFill>
            <p:spPr>
              <a:xfrm>
                <a:off x="470089" y="2391008"/>
                <a:ext cx="429900" cy="429900"/>
              </a:xfrm>
              <a:prstGeom prst="rect">
                <a:avLst/>
              </a:prstGeom>
              <a:noFill/>
              <a:ln>
                <a:noFill/>
              </a:ln>
            </p:spPr>
          </p:pic>
        </p:grpSp>
        <p:sp>
          <p:nvSpPr>
            <p:cNvPr id="402" name="Google Shape;402;p51"/>
            <p:cNvSpPr txBox="1"/>
            <p:nvPr/>
          </p:nvSpPr>
          <p:spPr>
            <a:xfrm>
              <a:off x="1277175" y="6235100"/>
              <a:ext cx="918900" cy="43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a:ea typeface="Roboto"/>
                  <a:cs typeface="Roboto"/>
                  <a:sym typeface="Roboto"/>
                </a:rPr>
                <a:t>iOS</a:t>
              </a:r>
              <a:endParaRPr sz="1800">
                <a:solidFill>
                  <a:schemeClr val="lt1"/>
                </a:solidFill>
                <a:latin typeface="Roboto"/>
                <a:ea typeface="Roboto"/>
                <a:cs typeface="Roboto"/>
                <a:sym typeface="Roboto"/>
              </a:endParaRPr>
            </a:p>
          </p:txBody>
        </p:sp>
      </p:grpSp>
      <p:grpSp>
        <p:nvGrpSpPr>
          <p:cNvPr id="403" name="Google Shape;403;p51"/>
          <p:cNvGrpSpPr/>
          <p:nvPr/>
        </p:nvGrpSpPr>
        <p:grpSpPr>
          <a:xfrm>
            <a:off x="1804375" y="7174286"/>
            <a:ext cx="1186200" cy="1323414"/>
            <a:chOff x="1152425" y="6640886"/>
            <a:chExt cx="1186200" cy="1323414"/>
          </a:xfrm>
        </p:grpSpPr>
        <p:grpSp>
          <p:nvGrpSpPr>
            <p:cNvPr id="404" name="Google Shape;404;p51"/>
            <p:cNvGrpSpPr/>
            <p:nvPr/>
          </p:nvGrpSpPr>
          <p:grpSpPr>
            <a:xfrm>
              <a:off x="1277187" y="6640886"/>
              <a:ext cx="918817" cy="885381"/>
              <a:chOff x="433514" y="2354433"/>
              <a:chExt cx="502800" cy="502800"/>
            </a:xfrm>
          </p:grpSpPr>
          <p:sp>
            <p:nvSpPr>
              <p:cNvPr id="405" name="Google Shape;405;p51"/>
              <p:cNvSpPr/>
              <p:nvPr/>
            </p:nvSpPr>
            <p:spPr>
              <a:xfrm>
                <a:off x="433514" y="2354433"/>
                <a:ext cx="502800" cy="502800"/>
              </a:xfrm>
              <a:prstGeom prst="roundRect">
                <a:avLst>
                  <a:gd fmla="val 1674" name="adj"/>
                </a:avLst>
              </a:prstGeom>
              <a:solidFill>
                <a:srgbClr val="FFFFFF"/>
              </a:solidFill>
              <a:ln>
                <a:noFill/>
              </a:ln>
              <a:effectLst>
                <a:outerShdw blurRad="19050" rotWithShape="0" algn="ctr" dir="5400000" dist="6350">
                  <a:srgbClr val="000000">
                    <a:alpha val="43920"/>
                  </a:srgbClr>
                </a:outerShdw>
              </a:effectLst>
            </p:spPr>
            <p:txBody>
              <a:bodyPr anchorCtr="0" anchor="ctr" bIns="0" lIns="0" spcFirstLastPara="1" rIns="0" wrap="square" tIns="0">
                <a:noAutofit/>
              </a:bodyPr>
              <a:lstStyle/>
              <a:p>
                <a:pPr indent="0" lvl="0" marL="0" marR="0" rtl="0" algn="l">
                  <a:lnSpc>
                    <a:spcPct val="121428"/>
                  </a:lnSpc>
                  <a:spcBef>
                    <a:spcPts val="0"/>
                  </a:spcBef>
                  <a:spcAft>
                    <a:spcPts val="0"/>
                  </a:spcAft>
                  <a:buClr>
                    <a:srgbClr val="000000"/>
                  </a:buClr>
                  <a:buSzPts val="700"/>
                  <a:buFont typeface="Arial"/>
                  <a:buNone/>
                </a:pPr>
                <a:r>
                  <a:t/>
                </a:r>
                <a:endParaRPr b="0" i="0" sz="700" u="none" cap="none" strike="noStrike">
                  <a:solidFill>
                    <a:srgbClr val="000000"/>
                  </a:solidFill>
                  <a:latin typeface="Roboto"/>
                  <a:ea typeface="Roboto"/>
                  <a:cs typeface="Roboto"/>
                  <a:sym typeface="Roboto"/>
                </a:endParaRPr>
              </a:p>
            </p:txBody>
          </p:sp>
          <p:pic>
            <p:nvPicPr>
              <p:cNvPr id="406" name="Google Shape;406;p51"/>
              <p:cNvPicPr preferRelativeResize="0"/>
              <p:nvPr/>
            </p:nvPicPr>
            <p:blipFill rotWithShape="1">
              <a:blip r:embed="rId5">
                <a:alphaModFix/>
              </a:blip>
              <a:srcRect b="0" l="0" r="0" t="0"/>
              <a:stretch/>
            </p:blipFill>
            <p:spPr>
              <a:xfrm>
                <a:off x="470089" y="2391008"/>
                <a:ext cx="429900" cy="429900"/>
              </a:xfrm>
              <a:prstGeom prst="rect">
                <a:avLst/>
              </a:prstGeom>
              <a:noFill/>
              <a:ln>
                <a:noFill/>
              </a:ln>
            </p:spPr>
          </p:pic>
        </p:grpSp>
        <p:sp>
          <p:nvSpPr>
            <p:cNvPr id="407" name="Google Shape;407;p51"/>
            <p:cNvSpPr txBox="1"/>
            <p:nvPr/>
          </p:nvSpPr>
          <p:spPr>
            <a:xfrm>
              <a:off x="1152425" y="7530500"/>
              <a:ext cx="1186200" cy="43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a:ea typeface="Roboto"/>
                  <a:cs typeface="Roboto"/>
                  <a:sym typeface="Roboto"/>
                </a:rPr>
                <a:t>Android</a:t>
              </a:r>
              <a:endParaRPr sz="1800">
                <a:solidFill>
                  <a:schemeClr val="lt1"/>
                </a:solidFill>
                <a:latin typeface="Roboto"/>
                <a:ea typeface="Roboto"/>
                <a:cs typeface="Roboto"/>
                <a:sym typeface="Roboto"/>
              </a:endParaRPr>
            </a:p>
          </p:txBody>
        </p:sp>
      </p:grpSp>
      <p:cxnSp>
        <p:nvCxnSpPr>
          <p:cNvPr id="408" name="Google Shape;408;p51"/>
          <p:cNvCxnSpPr>
            <a:stCxn id="388" idx="2"/>
            <a:endCxn id="379" idx="2"/>
          </p:cNvCxnSpPr>
          <p:nvPr/>
        </p:nvCxnSpPr>
        <p:spPr>
          <a:xfrm>
            <a:off x="5089100" y="4666028"/>
            <a:ext cx="600" cy="2622300"/>
          </a:xfrm>
          <a:prstGeom prst="bentConnector3">
            <a:avLst>
              <a:gd fmla="val -108149975" name="adj1"/>
            </a:avLst>
          </a:prstGeom>
          <a:noFill/>
          <a:ln cap="flat" cmpd="sng" w="19050">
            <a:solidFill>
              <a:schemeClr val="accent2"/>
            </a:solidFill>
            <a:prstDash val="solid"/>
            <a:round/>
            <a:headEnd len="med" w="med" type="none"/>
            <a:tailEnd len="med" w="med" type="none"/>
          </a:ln>
        </p:spPr>
      </p:cxnSp>
      <p:cxnSp>
        <p:nvCxnSpPr>
          <p:cNvPr id="409" name="Google Shape;409;p51"/>
          <p:cNvCxnSpPr>
            <a:stCxn id="388" idx="6"/>
            <a:endCxn id="380" idx="0"/>
          </p:cNvCxnSpPr>
          <p:nvPr/>
        </p:nvCxnSpPr>
        <p:spPr>
          <a:xfrm>
            <a:off x="5435600" y="4666028"/>
            <a:ext cx="2907000" cy="396600"/>
          </a:xfrm>
          <a:prstGeom prst="bentConnector2">
            <a:avLst/>
          </a:prstGeom>
          <a:noFill/>
          <a:ln cap="flat" cmpd="sng" w="19050">
            <a:solidFill>
              <a:schemeClr val="accent2"/>
            </a:solidFill>
            <a:prstDash val="solid"/>
            <a:round/>
            <a:headEnd len="med" w="med" type="none"/>
            <a:tailEnd len="med" w="med" type="none"/>
          </a:ln>
        </p:spPr>
      </p:cxnSp>
      <p:cxnSp>
        <p:nvCxnSpPr>
          <p:cNvPr id="410" name="Google Shape;410;p51"/>
          <p:cNvCxnSpPr>
            <a:stCxn id="389" idx="6"/>
          </p:cNvCxnSpPr>
          <p:nvPr/>
        </p:nvCxnSpPr>
        <p:spPr>
          <a:xfrm>
            <a:off x="5435600" y="5190482"/>
            <a:ext cx="2275500" cy="326400"/>
          </a:xfrm>
          <a:prstGeom prst="bentConnector3">
            <a:avLst>
              <a:gd fmla="val 50000" name="adj1"/>
            </a:avLst>
          </a:prstGeom>
          <a:noFill/>
          <a:ln cap="flat" cmpd="sng" w="19050">
            <a:solidFill>
              <a:schemeClr val="accent2"/>
            </a:solidFill>
            <a:prstDash val="solid"/>
            <a:round/>
            <a:headEnd len="med" w="med" type="none"/>
            <a:tailEnd len="med" w="med" type="none"/>
          </a:ln>
        </p:spPr>
      </p:cxnSp>
      <p:cxnSp>
        <p:nvCxnSpPr>
          <p:cNvPr id="411" name="Google Shape;411;p51"/>
          <p:cNvCxnSpPr/>
          <p:nvPr/>
        </p:nvCxnSpPr>
        <p:spPr>
          <a:xfrm flipH="1" rot="10800000">
            <a:off x="5435600" y="6415244"/>
            <a:ext cx="2309400" cy="348600"/>
          </a:xfrm>
          <a:prstGeom prst="bentConnector3">
            <a:avLst>
              <a:gd fmla="val 50000" name="adj1"/>
            </a:avLst>
          </a:prstGeom>
          <a:noFill/>
          <a:ln cap="flat" cmpd="sng" w="19050">
            <a:solidFill>
              <a:schemeClr val="accent2"/>
            </a:solidFill>
            <a:prstDash val="solid"/>
            <a:round/>
            <a:headEnd len="med" w="med" type="none"/>
            <a:tailEnd len="med" w="med" type="none"/>
          </a:ln>
        </p:spPr>
      </p:cxnSp>
      <p:cxnSp>
        <p:nvCxnSpPr>
          <p:cNvPr id="412" name="Google Shape;412;p51"/>
          <p:cNvCxnSpPr>
            <a:stCxn id="391" idx="6"/>
            <a:endCxn id="380" idx="1"/>
          </p:cNvCxnSpPr>
          <p:nvPr/>
        </p:nvCxnSpPr>
        <p:spPr>
          <a:xfrm flipH="1" rot="10800000">
            <a:off x="5435600" y="5977190"/>
            <a:ext cx="1992600" cy="262200"/>
          </a:xfrm>
          <a:prstGeom prst="bentConnector3">
            <a:avLst>
              <a:gd fmla="val 49996" name="adj1"/>
            </a:avLst>
          </a:prstGeom>
          <a:noFill/>
          <a:ln cap="flat" cmpd="sng" w="19050">
            <a:solidFill>
              <a:schemeClr val="accent2"/>
            </a:solidFill>
            <a:prstDash val="solid"/>
            <a:round/>
            <a:headEnd len="med" w="med" type="none"/>
            <a:tailEnd len="med" w="med" type="none"/>
          </a:ln>
        </p:spPr>
      </p:cxnSp>
      <p:cxnSp>
        <p:nvCxnSpPr>
          <p:cNvPr id="413" name="Google Shape;413;p51"/>
          <p:cNvCxnSpPr>
            <a:stCxn id="390" idx="6"/>
            <a:endCxn id="380" idx="1"/>
          </p:cNvCxnSpPr>
          <p:nvPr/>
        </p:nvCxnSpPr>
        <p:spPr>
          <a:xfrm>
            <a:off x="5435600" y="5714936"/>
            <a:ext cx="1992600" cy="262200"/>
          </a:xfrm>
          <a:prstGeom prst="bentConnector3">
            <a:avLst>
              <a:gd fmla="val 49996" name="adj1"/>
            </a:avLst>
          </a:prstGeom>
          <a:noFill/>
          <a:ln cap="flat" cmpd="sng" w="19050">
            <a:solidFill>
              <a:schemeClr val="accent2"/>
            </a:solidFill>
            <a:prstDash val="solid"/>
            <a:round/>
            <a:headEnd len="med" w="med" type="none"/>
            <a:tailEnd len="med" w="med" type="none"/>
          </a:ln>
        </p:spPr>
      </p:cxnSp>
      <p:cxnSp>
        <p:nvCxnSpPr>
          <p:cNvPr id="414" name="Google Shape;414;p51"/>
          <p:cNvCxnSpPr>
            <a:stCxn id="395" idx="3"/>
            <a:endCxn id="405" idx="3"/>
          </p:cNvCxnSpPr>
          <p:nvPr/>
        </p:nvCxnSpPr>
        <p:spPr>
          <a:xfrm flipH="1">
            <a:off x="2847883" y="4323986"/>
            <a:ext cx="9000" cy="3293100"/>
          </a:xfrm>
          <a:prstGeom prst="bentConnector3">
            <a:avLst>
              <a:gd fmla="val -7800463" name="adj1"/>
            </a:avLst>
          </a:prstGeom>
          <a:noFill/>
          <a:ln cap="flat" cmpd="sng" w="19050">
            <a:solidFill>
              <a:schemeClr val="lt2"/>
            </a:solidFill>
            <a:prstDash val="solid"/>
            <a:round/>
            <a:headEnd len="med" w="med" type="none"/>
            <a:tailEnd len="med" w="med" type="none"/>
          </a:ln>
        </p:spPr>
      </p:cxnSp>
      <p:sp>
        <p:nvSpPr>
          <p:cNvPr id="415" name="Google Shape;415;p51"/>
          <p:cNvSpPr/>
          <p:nvPr/>
        </p:nvSpPr>
        <p:spPr>
          <a:xfrm>
            <a:off x="4457125" y="5778863"/>
            <a:ext cx="271200" cy="3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51"/>
          <p:cNvSpPr/>
          <p:nvPr/>
        </p:nvSpPr>
        <p:spPr>
          <a:xfrm>
            <a:off x="4457125" y="5778863"/>
            <a:ext cx="271200" cy="3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51"/>
          <p:cNvSpPr/>
          <p:nvPr/>
        </p:nvSpPr>
        <p:spPr>
          <a:xfrm>
            <a:off x="4443984" y="5778863"/>
            <a:ext cx="271200" cy="39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8" name="Google Shape;418;p51"/>
          <p:cNvCxnSpPr>
            <a:stCxn id="400" idx="3"/>
            <a:endCxn id="417" idx="1"/>
          </p:cNvCxnSpPr>
          <p:nvPr/>
        </p:nvCxnSpPr>
        <p:spPr>
          <a:xfrm flipH="1" rot="10800000">
            <a:off x="2856854" y="5977146"/>
            <a:ext cx="1587000" cy="9600"/>
          </a:xfrm>
          <a:prstGeom prst="straightConnector1">
            <a:avLst/>
          </a:prstGeom>
          <a:noFill/>
          <a:ln cap="flat" cmpd="sng" w="19050">
            <a:solidFill>
              <a:schemeClr val="lt2"/>
            </a:solidFill>
            <a:prstDash val="solid"/>
            <a:round/>
            <a:headEnd len="med" w="med" type="none"/>
            <a:tailEnd len="med" w="med" type="none"/>
          </a:ln>
        </p:spPr>
      </p:cxnSp>
      <p:grpSp>
        <p:nvGrpSpPr>
          <p:cNvPr id="419" name="Google Shape;419;p51"/>
          <p:cNvGrpSpPr/>
          <p:nvPr/>
        </p:nvGrpSpPr>
        <p:grpSpPr>
          <a:xfrm>
            <a:off x="10413025" y="3584679"/>
            <a:ext cx="2475300" cy="1652543"/>
            <a:chOff x="10413025" y="3279879"/>
            <a:chExt cx="2475300" cy="1652543"/>
          </a:xfrm>
        </p:grpSpPr>
        <p:pic>
          <p:nvPicPr>
            <p:cNvPr id="420" name="Google Shape;420;p51"/>
            <p:cNvPicPr preferRelativeResize="0"/>
            <p:nvPr/>
          </p:nvPicPr>
          <p:blipFill rotWithShape="1">
            <a:blip r:embed="rId6">
              <a:alphaModFix/>
            </a:blip>
            <a:srcRect b="0" l="0" r="0" t="0"/>
            <a:stretch/>
          </p:blipFill>
          <p:spPr>
            <a:xfrm>
              <a:off x="11010595" y="3279879"/>
              <a:ext cx="1280160" cy="1280160"/>
            </a:xfrm>
            <a:prstGeom prst="rect">
              <a:avLst/>
            </a:prstGeom>
            <a:noFill/>
            <a:ln>
              <a:noFill/>
            </a:ln>
          </p:spPr>
        </p:pic>
        <p:sp>
          <p:nvSpPr>
            <p:cNvPr id="421" name="Google Shape;421;p51"/>
            <p:cNvSpPr txBox="1"/>
            <p:nvPr/>
          </p:nvSpPr>
          <p:spPr>
            <a:xfrm>
              <a:off x="10413025" y="4475222"/>
              <a:ext cx="24753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2200">
                  <a:solidFill>
                    <a:schemeClr val="dk1"/>
                  </a:solidFill>
                  <a:latin typeface="Google Sans"/>
                  <a:ea typeface="Google Sans"/>
                  <a:cs typeface="Google Sans"/>
                  <a:sym typeface="Google Sans"/>
                </a:rPr>
                <a:t>App Engine</a:t>
              </a:r>
              <a:endParaRPr i="0" sz="2200" u="none" cap="none" strike="noStrike">
                <a:solidFill>
                  <a:schemeClr val="dk1"/>
                </a:solidFill>
                <a:latin typeface="Google Sans"/>
                <a:ea typeface="Google Sans"/>
                <a:cs typeface="Google Sans"/>
                <a:sym typeface="Google Sans"/>
              </a:endParaRPr>
            </a:p>
          </p:txBody>
        </p:sp>
      </p:grpSp>
      <p:grpSp>
        <p:nvGrpSpPr>
          <p:cNvPr id="422" name="Google Shape;422;p51"/>
          <p:cNvGrpSpPr/>
          <p:nvPr/>
        </p:nvGrpSpPr>
        <p:grpSpPr>
          <a:xfrm>
            <a:off x="10413025" y="5337279"/>
            <a:ext cx="2475300" cy="1652534"/>
            <a:chOff x="10413025" y="5184879"/>
            <a:chExt cx="2475300" cy="1652534"/>
          </a:xfrm>
        </p:grpSpPr>
        <p:pic>
          <p:nvPicPr>
            <p:cNvPr id="423" name="Google Shape;423;p51"/>
            <p:cNvPicPr preferRelativeResize="0"/>
            <p:nvPr/>
          </p:nvPicPr>
          <p:blipFill rotWithShape="1">
            <a:blip r:embed="rId7">
              <a:alphaModFix/>
            </a:blip>
            <a:srcRect b="0" l="0" r="0" t="0"/>
            <a:stretch/>
          </p:blipFill>
          <p:spPr>
            <a:xfrm>
              <a:off x="11010595" y="5184879"/>
              <a:ext cx="1280160" cy="1280160"/>
            </a:xfrm>
            <a:prstGeom prst="rect">
              <a:avLst/>
            </a:prstGeom>
            <a:noFill/>
            <a:ln>
              <a:noFill/>
            </a:ln>
          </p:spPr>
        </p:pic>
        <p:sp>
          <p:nvSpPr>
            <p:cNvPr id="424" name="Google Shape;424;p51"/>
            <p:cNvSpPr txBox="1"/>
            <p:nvPr/>
          </p:nvSpPr>
          <p:spPr>
            <a:xfrm>
              <a:off x="10413025" y="6380213"/>
              <a:ext cx="24753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2200">
                  <a:solidFill>
                    <a:schemeClr val="dk1"/>
                  </a:solidFill>
                  <a:latin typeface="Google Sans"/>
                  <a:ea typeface="Google Sans"/>
                  <a:cs typeface="Google Sans"/>
                  <a:sym typeface="Google Sans"/>
                </a:rPr>
                <a:t>GKE</a:t>
              </a:r>
              <a:endParaRPr i="0" sz="2200" u="none" cap="none" strike="noStrike">
                <a:solidFill>
                  <a:schemeClr val="dk1"/>
                </a:solidFill>
                <a:latin typeface="Google Sans"/>
                <a:ea typeface="Google Sans"/>
                <a:cs typeface="Google Sans"/>
                <a:sym typeface="Google Sans"/>
              </a:endParaRPr>
            </a:p>
          </p:txBody>
        </p:sp>
      </p:grpSp>
      <p:grpSp>
        <p:nvGrpSpPr>
          <p:cNvPr id="425" name="Google Shape;425;p51"/>
          <p:cNvGrpSpPr/>
          <p:nvPr/>
        </p:nvGrpSpPr>
        <p:grpSpPr>
          <a:xfrm>
            <a:off x="10413025" y="7089879"/>
            <a:ext cx="2475300" cy="1652534"/>
            <a:chOff x="10413025" y="7089879"/>
            <a:chExt cx="2475300" cy="1652534"/>
          </a:xfrm>
        </p:grpSpPr>
        <p:pic>
          <p:nvPicPr>
            <p:cNvPr id="426" name="Google Shape;426;p51"/>
            <p:cNvPicPr preferRelativeResize="0"/>
            <p:nvPr/>
          </p:nvPicPr>
          <p:blipFill rotWithShape="1">
            <a:blip r:embed="rId8">
              <a:alphaModFix/>
            </a:blip>
            <a:srcRect b="0" l="0" r="0" t="0"/>
            <a:stretch/>
          </p:blipFill>
          <p:spPr>
            <a:xfrm>
              <a:off x="11010595" y="7089879"/>
              <a:ext cx="1280160" cy="1280160"/>
            </a:xfrm>
            <a:prstGeom prst="rect">
              <a:avLst/>
            </a:prstGeom>
            <a:noFill/>
            <a:ln>
              <a:noFill/>
            </a:ln>
          </p:spPr>
        </p:pic>
        <p:sp>
          <p:nvSpPr>
            <p:cNvPr id="427" name="Google Shape;427;p51"/>
            <p:cNvSpPr txBox="1"/>
            <p:nvPr/>
          </p:nvSpPr>
          <p:spPr>
            <a:xfrm>
              <a:off x="10413025" y="8285213"/>
              <a:ext cx="2475300" cy="4572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2200">
                  <a:solidFill>
                    <a:schemeClr val="dk1"/>
                  </a:solidFill>
                  <a:latin typeface="Google Sans"/>
                  <a:ea typeface="Google Sans"/>
                  <a:cs typeface="Google Sans"/>
                  <a:sym typeface="Google Sans"/>
                </a:rPr>
                <a:t>Compute Engine</a:t>
              </a:r>
              <a:endParaRPr i="0" sz="2200" u="none" cap="none" strike="noStrike">
                <a:solidFill>
                  <a:schemeClr val="dk1"/>
                </a:solidFill>
                <a:latin typeface="Google Sans"/>
                <a:ea typeface="Google Sans"/>
                <a:cs typeface="Google Sans"/>
                <a:sym typeface="Google Sans"/>
              </a:endParaRPr>
            </a:p>
          </p:txBody>
        </p:sp>
      </p:grpSp>
      <p:sp>
        <p:nvSpPr>
          <p:cNvPr id="428" name="Google Shape;428;p51"/>
          <p:cNvSpPr txBox="1"/>
          <p:nvPr/>
        </p:nvSpPr>
        <p:spPr>
          <a:xfrm>
            <a:off x="13865200" y="2419175"/>
            <a:ext cx="2596800" cy="1008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i="0" lang="en" sz="2400" u="none" cap="none" strike="noStrike">
                <a:solidFill>
                  <a:schemeClr val="lt1"/>
                </a:solidFill>
                <a:latin typeface="Roboto"/>
                <a:ea typeface="Roboto"/>
                <a:cs typeface="Roboto"/>
                <a:sym typeface="Roboto"/>
              </a:rPr>
              <a:t>Backend </a:t>
            </a:r>
            <a:r>
              <a:rPr lang="en" sz="2400">
                <a:solidFill>
                  <a:schemeClr val="lt1"/>
                </a:solidFill>
                <a:latin typeface="Roboto"/>
                <a:ea typeface="Roboto"/>
                <a:cs typeface="Roboto"/>
                <a:sym typeface="Roboto"/>
              </a:rPr>
              <a:t>services</a:t>
            </a:r>
            <a:endParaRPr i="0" sz="2400" u="none" cap="none" strike="noStrike">
              <a:solidFill>
                <a:schemeClr val="lt1"/>
              </a:solidFill>
              <a:latin typeface="Roboto"/>
              <a:ea typeface="Roboto"/>
              <a:cs typeface="Roboto"/>
              <a:sym typeface="Roboto"/>
            </a:endParaRPr>
          </a:p>
        </p:txBody>
      </p:sp>
      <p:sp>
        <p:nvSpPr>
          <p:cNvPr id="429" name="Google Shape;429;p51"/>
          <p:cNvSpPr txBox="1"/>
          <p:nvPr/>
        </p:nvSpPr>
        <p:spPr>
          <a:xfrm>
            <a:off x="10403525" y="2419175"/>
            <a:ext cx="2475300" cy="1008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lang="en" sz="2400">
                <a:solidFill>
                  <a:schemeClr val="lt1"/>
                </a:solidFill>
                <a:latin typeface="Roboto"/>
                <a:ea typeface="Roboto"/>
                <a:cs typeface="Roboto"/>
                <a:sym typeface="Roboto"/>
              </a:rPr>
              <a:t>Runtime environments</a:t>
            </a:r>
            <a:endParaRPr i="0" sz="2400" u="none" cap="none" strike="noStrike">
              <a:solidFill>
                <a:schemeClr val="lt1"/>
              </a:solidFill>
              <a:latin typeface="Roboto"/>
              <a:ea typeface="Roboto"/>
              <a:cs typeface="Roboto"/>
              <a:sym typeface="Roboto"/>
            </a:endParaRPr>
          </a:p>
        </p:txBody>
      </p:sp>
      <p:pic>
        <p:nvPicPr>
          <p:cNvPr id="430" name="Google Shape;430;p51"/>
          <p:cNvPicPr preferRelativeResize="0"/>
          <p:nvPr/>
        </p:nvPicPr>
        <p:blipFill rotWithShape="1">
          <a:blip r:embed="rId9">
            <a:alphaModFix/>
          </a:blip>
          <a:srcRect b="0" l="0" r="0" t="0"/>
          <a:stretch/>
        </p:blipFill>
        <p:spPr>
          <a:xfrm>
            <a:off x="14515795" y="3584679"/>
            <a:ext cx="1280160" cy="1280160"/>
          </a:xfrm>
          <a:prstGeom prst="rect">
            <a:avLst/>
          </a:prstGeom>
          <a:noFill/>
          <a:ln>
            <a:noFill/>
          </a:ln>
        </p:spPr>
      </p:pic>
      <p:sp>
        <p:nvSpPr>
          <p:cNvPr id="431" name="Google Shape;431;p51"/>
          <p:cNvSpPr txBox="1"/>
          <p:nvPr/>
        </p:nvSpPr>
        <p:spPr>
          <a:xfrm>
            <a:off x="13918225" y="4780022"/>
            <a:ext cx="24753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2200">
                <a:solidFill>
                  <a:schemeClr val="dk1"/>
                </a:solidFill>
                <a:latin typeface="Google Sans"/>
                <a:ea typeface="Google Sans"/>
                <a:cs typeface="Google Sans"/>
                <a:sym typeface="Google Sans"/>
              </a:rPr>
              <a:t>Datastore</a:t>
            </a:r>
            <a:endParaRPr i="0" sz="2200" u="none" cap="none" strike="noStrike">
              <a:solidFill>
                <a:schemeClr val="dk1"/>
              </a:solidFill>
              <a:latin typeface="Google Sans"/>
              <a:ea typeface="Google Sans"/>
              <a:cs typeface="Google Sans"/>
              <a:sym typeface="Google Sans"/>
            </a:endParaRPr>
          </a:p>
        </p:txBody>
      </p:sp>
      <p:pic>
        <p:nvPicPr>
          <p:cNvPr id="432" name="Google Shape;432;p51"/>
          <p:cNvPicPr preferRelativeResize="0"/>
          <p:nvPr/>
        </p:nvPicPr>
        <p:blipFill rotWithShape="1">
          <a:blip r:embed="rId10">
            <a:alphaModFix/>
          </a:blip>
          <a:srcRect b="0" l="0" r="0" t="0"/>
          <a:stretch/>
        </p:blipFill>
        <p:spPr>
          <a:xfrm>
            <a:off x="14515795" y="5337279"/>
            <a:ext cx="1280160" cy="1280160"/>
          </a:xfrm>
          <a:prstGeom prst="rect">
            <a:avLst/>
          </a:prstGeom>
          <a:noFill/>
          <a:ln>
            <a:noFill/>
          </a:ln>
        </p:spPr>
      </p:pic>
      <p:sp>
        <p:nvSpPr>
          <p:cNvPr id="433" name="Google Shape;433;p51"/>
          <p:cNvSpPr txBox="1"/>
          <p:nvPr/>
        </p:nvSpPr>
        <p:spPr>
          <a:xfrm>
            <a:off x="13918225" y="6532613"/>
            <a:ext cx="24753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2200">
                <a:solidFill>
                  <a:schemeClr val="dk1"/>
                </a:solidFill>
                <a:latin typeface="Google Sans"/>
                <a:ea typeface="Google Sans"/>
                <a:cs typeface="Google Sans"/>
                <a:sym typeface="Google Sans"/>
              </a:rPr>
              <a:t>Cloud SQL</a:t>
            </a:r>
            <a:endParaRPr i="0" sz="2200" u="none" cap="none" strike="noStrike">
              <a:solidFill>
                <a:schemeClr val="dk1"/>
              </a:solidFill>
              <a:latin typeface="Google Sans"/>
              <a:ea typeface="Google Sans"/>
              <a:cs typeface="Google Sans"/>
              <a:sym typeface="Google Sans"/>
            </a:endParaRPr>
          </a:p>
        </p:txBody>
      </p:sp>
      <p:pic>
        <p:nvPicPr>
          <p:cNvPr id="434" name="Google Shape;434;p51"/>
          <p:cNvPicPr preferRelativeResize="0"/>
          <p:nvPr/>
        </p:nvPicPr>
        <p:blipFill rotWithShape="1">
          <a:blip r:embed="rId11">
            <a:alphaModFix/>
          </a:blip>
          <a:srcRect b="0" l="0" r="0" t="0"/>
          <a:stretch/>
        </p:blipFill>
        <p:spPr>
          <a:xfrm>
            <a:off x="14515795" y="7089879"/>
            <a:ext cx="1280160" cy="1280160"/>
          </a:xfrm>
          <a:prstGeom prst="rect">
            <a:avLst/>
          </a:prstGeom>
          <a:noFill/>
          <a:ln>
            <a:noFill/>
          </a:ln>
        </p:spPr>
      </p:pic>
      <p:sp>
        <p:nvSpPr>
          <p:cNvPr id="435" name="Google Shape;435;p51"/>
          <p:cNvSpPr txBox="1"/>
          <p:nvPr/>
        </p:nvSpPr>
        <p:spPr>
          <a:xfrm>
            <a:off x="13918225" y="8285213"/>
            <a:ext cx="2475300" cy="4572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2200">
                <a:solidFill>
                  <a:schemeClr val="dk1"/>
                </a:solidFill>
                <a:latin typeface="Google Sans"/>
                <a:ea typeface="Google Sans"/>
                <a:cs typeface="Google Sans"/>
                <a:sym typeface="Google Sans"/>
              </a:rPr>
              <a:t>Cloud Storage</a:t>
            </a:r>
            <a:endParaRPr i="0" sz="2200" u="none" cap="none" strike="noStrike">
              <a:solidFill>
                <a:schemeClr val="dk1"/>
              </a:solidFill>
              <a:latin typeface="Google Sans"/>
              <a:ea typeface="Google Sans"/>
              <a:cs typeface="Google Sans"/>
              <a:sym typeface="Google Sans"/>
            </a:endParaRPr>
          </a:p>
        </p:txBody>
      </p:sp>
      <p:sp>
        <p:nvSpPr>
          <p:cNvPr id="436" name="Google Shape;436;p51"/>
          <p:cNvSpPr/>
          <p:nvPr/>
        </p:nvSpPr>
        <p:spPr>
          <a:xfrm>
            <a:off x="13871448" y="5748563"/>
            <a:ext cx="4860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51"/>
          <p:cNvSpPr/>
          <p:nvPr/>
        </p:nvSpPr>
        <p:spPr>
          <a:xfrm>
            <a:off x="12456875" y="5748563"/>
            <a:ext cx="4860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8" name="Google Shape;438;p51"/>
          <p:cNvCxnSpPr>
            <a:endCxn id="436" idx="1"/>
          </p:cNvCxnSpPr>
          <p:nvPr/>
        </p:nvCxnSpPr>
        <p:spPr>
          <a:xfrm>
            <a:off x="12942948" y="5977163"/>
            <a:ext cx="928500" cy="0"/>
          </a:xfrm>
          <a:prstGeom prst="straightConnector1">
            <a:avLst/>
          </a:prstGeom>
          <a:noFill/>
          <a:ln cap="flat" cmpd="sng" w="19050">
            <a:solidFill>
              <a:schemeClr val="dk2"/>
            </a:solidFill>
            <a:prstDash val="solid"/>
            <a:round/>
            <a:headEnd len="med" w="med" type="none"/>
            <a:tailEnd len="med" w="med" type="triangle"/>
          </a:ln>
        </p:spPr>
      </p:cxnSp>
      <p:cxnSp>
        <p:nvCxnSpPr>
          <p:cNvPr id="439" name="Google Shape;439;p51"/>
          <p:cNvCxnSpPr>
            <a:stCxn id="389" idx="2"/>
          </p:cNvCxnSpPr>
          <p:nvPr/>
        </p:nvCxnSpPr>
        <p:spPr>
          <a:xfrm flipH="1">
            <a:off x="4448600" y="5190482"/>
            <a:ext cx="640500" cy="3600"/>
          </a:xfrm>
          <a:prstGeom prst="straightConnector1">
            <a:avLst/>
          </a:prstGeom>
          <a:noFill/>
          <a:ln cap="flat" cmpd="sng" w="19050">
            <a:solidFill>
              <a:schemeClr val="accent2"/>
            </a:solidFill>
            <a:prstDash val="solid"/>
            <a:round/>
            <a:headEnd len="med" w="med" type="none"/>
            <a:tailEnd len="med" w="med" type="none"/>
          </a:ln>
        </p:spPr>
      </p:cxnSp>
      <p:cxnSp>
        <p:nvCxnSpPr>
          <p:cNvPr id="440" name="Google Shape;440;p51"/>
          <p:cNvCxnSpPr>
            <a:stCxn id="390" idx="2"/>
          </p:cNvCxnSpPr>
          <p:nvPr/>
        </p:nvCxnSpPr>
        <p:spPr>
          <a:xfrm flipH="1">
            <a:off x="4444400" y="5714936"/>
            <a:ext cx="644700" cy="300"/>
          </a:xfrm>
          <a:prstGeom prst="straightConnector1">
            <a:avLst/>
          </a:prstGeom>
          <a:noFill/>
          <a:ln cap="flat" cmpd="sng" w="19050">
            <a:solidFill>
              <a:schemeClr val="accent2"/>
            </a:solidFill>
            <a:prstDash val="solid"/>
            <a:round/>
            <a:headEnd len="med" w="med" type="none"/>
            <a:tailEnd len="med" w="med" type="none"/>
          </a:ln>
        </p:spPr>
      </p:cxnSp>
      <p:cxnSp>
        <p:nvCxnSpPr>
          <p:cNvPr id="441" name="Google Shape;441;p51"/>
          <p:cNvCxnSpPr>
            <a:stCxn id="391" idx="2"/>
          </p:cNvCxnSpPr>
          <p:nvPr/>
        </p:nvCxnSpPr>
        <p:spPr>
          <a:xfrm flipH="1">
            <a:off x="4444400" y="6239390"/>
            <a:ext cx="644700" cy="1200"/>
          </a:xfrm>
          <a:prstGeom prst="straightConnector1">
            <a:avLst/>
          </a:prstGeom>
          <a:noFill/>
          <a:ln cap="flat" cmpd="sng" w="19050">
            <a:solidFill>
              <a:schemeClr val="accent2"/>
            </a:solidFill>
            <a:prstDash val="solid"/>
            <a:round/>
            <a:headEnd len="med" w="med" type="none"/>
            <a:tailEnd len="med" w="med" type="none"/>
          </a:ln>
        </p:spPr>
      </p:cxnSp>
      <p:cxnSp>
        <p:nvCxnSpPr>
          <p:cNvPr id="442" name="Google Shape;442;p51"/>
          <p:cNvCxnSpPr>
            <a:stCxn id="392" idx="2"/>
          </p:cNvCxnSpPr>
          <p:nvPr/>
        </p:nvCxnSpPr>
        <p:spPr>
          <a:xfrm flipH="1">
            <a:off x="4444400" y="6763844"/>
            <a:ext cx="644700" cy="6300"/>
          </a:xfrm>
          <a:prstGeom prst="straightConnector1">
            <a:avLst/>
          </a:prstGeom>
          <a:noFill/>
          <a:ln cap="flat" cmpd="sng" w="19050">
            <a:solidFill>
              <a:schemeClr val="accent2"/>
            </a:solidFill>
            <a:prstDash val="solid"/>
            <a:round/>
            <a:headEnd len="med" w="med" type="none"/>
            <a:tailEnd len="med" w="med" type="none"/>
          </a:ln>
        </p:spPr>
      </p:cxnSp>
      <p:sp>
        <p:nvSpPr>
          <p:cNvPr id="443" name="Google Shape;443;p51"/>
          <p:cNvSpPr txBox="1"/>
          <p:nvPr/>
        </p:nvSpPr>
        <p:spPr>
          <a:xfrm>
            <a:off x="13916375" y="8532700"/>
            <a:ext cx="2596800" cy="638700"/>
          </a:xfrm>
          <a:prstGeom prst="rect">
            <a:avLst/>
          </a:prstGeom>
          <a:noFill/>
          <a:ln>
            <a:noFill/>
          </a:ln>
        </p:spPr>
        <p:txBody>
          <a:bodyPr anchorCtr="0" anchor="ctr" bIns="0" lIns="91425" spcFirstLastPara="1" rIns="91425" wrap="square" tIns="0">
            <a:noAutofit/>
          </a:bodyPr>
          <a:lstStyle/>
          <a:p>
            <a:pPr indent="0" lvl="0" marL="0" rtl="0" algn="ctr">
              <a:spcBef>
                <a:spcPts val="0"/>
              </a:spcBef>
              <a:spcAft>
                <a:spcPts val="0"/>
              </a:spcAft>
              <a:buNone/>
            </a:pPr>
            <a:r>
              <a:rPr lang="en" sz="3600">
                <a:solidFill>
                  <a:schemeClr val="dk1"/>
                </a:solidFill>
                <a:latin typeface="Google Sans"/>
                <a:ea typeface="Google Sans"/>
                <a:cs typeface="Google Sans"/>
                <a:sym typeface="Google Sans"/>
              </a:rPr>
              <a:t>...</a:t>
            </a:r>
            <a:endParaRPr sz="3600">
              <a:solidFill>
                <a:schemeClr val="dk1"/>
              </a:solidFill>
              <a:latin typeface="Google Sans"/>
              <a:ea typeface="Google Sans"/>
              <a:cs typeface="Google Sans"/>
              <a:sym typeface="Google Sans"/>
            </a:endParaRPr>
          </a:p>
        </p:txBody>
      </p:sp>
      <p:sp>
        <p:nvSpPr>
          <p:cNvPr id="444" name="Google Shape;444;p51"/>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Where Cloud Endpoints fit</a:t>
            </a:r>
            <a:endParaRPr/>
          </a:p>
        </p:txBody>
      </p:sp>
      <p:sp>
        <p:nvSpPr>
          <p:cNvPr id="445" name="Google Shape;445;p5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12">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2"/>
          <p:cNvSpPr txBox="1"/>
          <p:nvPr/>
        </p:nvSpPr>
        <p:spPr>
          <a:xfrm>
            <a:off x="11396911" y="2932175"/>
            <a:ext cx="3374700" cy="1241700"/>
          </a:xfrm>
          <a:prstGeom prst="rect">
            <a:avLst/>
          </a:prstGeom>
          <a:noFill/>
          <a:ln>
            <a:noFill/>
          </a:ln>
        </p:spPr>
        <p:txBody>
          <a:bodyPr anchorCtr="0" anchor="t" bIns="91425" lIns="91425" spcFirstLastPara="1" rIns="0"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3300" u="none" cap="none" strike="noStrike">
                <a:solidFill>
                  <a:schemeClr val="accent2"/>
                </a:solidFill>
                <a:latin typeface="Roboto"/>
                <a:ea typeface="Roboto"/>
                <a:cs typeface="Roboto"/>
                <a:sym typeface="Roboto"/>
              </a:rPr>
              <a:t>Authentication and </a:t>
            </a:r>
            <a:r>
              <a:rPr lang="en" sz="3300">
                <a:solidFill>
                  <a:schemeClr val="accent2"/>
                </a:solidFill>
                <a:latin typeface="Roboto"/>
                <a:ea typeface="Roboto"/>
                <a:cs typeface="Roboto"/>
                <a:sym typeface="Roboto"/>
              </a:rPr>
              <a:t>a</a:t>
            </a:r>
            <a:r>
              <a:rPr b="0" i="0" lang="en" sz="3300" u="none" cap="none" strike="noStrike">
                <a:solidFill>
                  <a:schemeClr val="accent2"/>
                </a:solidFill>
                <a:latin typeface="Roboto"/>
                <a:ea typeface="Roboto"/>
                <a:cs typeface="Roboto"/>
                <a:sym typeface="Roboto"/>
              </a:rPr>
              <a:t>uthorization</a:t>
            </a:r>
            <a:endParaRPr b="0" i="0" sz="3300" u="none" cap="none" strike="noStrike">
              <a:solidFill>
                <a:schemeClr val="accent2"/>
              </a:solidFill>
              <a:latin typeface="Roboto"/>
              <a:ea typeface="Roboto"/>
              <a:cs typeface="Roboto"/>
              <a:sym typeface="Roboto"/>
            </a:endParaRPr>
          </a:p>
        </p:txBody>
      </p:sp>
      <p:sp>
        <p:nvSpPr>
          <p:cNvPr id="451" name="Google Shape;451;p52"/>
          <p:cNvSpPr txBox="1"/>
          <p:nvPr/>
        </p:nvSpPr>
        <p:spPr>
          <a:xfrm>
            <a:off x="11381802" y="8065981"/>
            <a:ext cx="2608800" cy="124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3300" u="none" cap="none" strike="noStrike">
                <a:solidFill>
                  <a:schemeClr val="accent4"/>
                </a:solidFill>
                <a:latin typeface="Roboto"/>
                <a:ea typeface="Roboto"/>
                <a:cs typeface="Roboto"/>
                <a:sym typeface="Roboto"/>
              </a:rPr>
              <a:t>Logging and </a:t>
            </a:r>
            <a:r>
              <a:rPr lang="en" sz="3300">
                <a:solidFill>
                  <a:schemeClr val="accent4"/>
                </a:solidFill>
                <a:latin typeface="Roboto"/>
                <a:ea typeface="Roboto"/>
                <a:cs typeface="Roboto"/>
                <a:sym typeface="Roboto"/>
              </a:rPr>
              <a:t>m</a:t>
            </a:r>
            <a:r>
              <a:rPr b="0" i="0" lang="en" sz="3300" u="none" cap="none" strike="noStrike">
                <a:solidFill>
                  <a:schemeClr val="accent4"/>
                </a:solidFill>
                <a:latin typeface="Roboto"/>
                <a:ea typeface="Roboto"/>
                <a:cs typeface="Roboto"/>
                <a:sym typeface="Roboto"/>
              </a:rPr>
              <a:t>onitoring</a:t>
            </a:r>
            <a:endParaRPr b="0" i="0" sz="3300" u="none" cap="none" strike="noStrike">
              <a:solidFill>
                <a:schemeClr val="accent4"/>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D50F25"/>
              </a:solidFill>
              <a:latin typeface="Roboto"/>
              <a:ea typeface="Roboto"/>
              <a:cs typeface="Roboto"/>
              <a:sym typeface="Roboto"/>
            </a:endParaRPr>
          </a:p>
        </p:txBody>
      </p:sp>
      <p:sp>
        <p:nvSpPr>
          <p:cNvPr id="452" name="Google Shape;452;p52"/>
          <p:cNvSpPr txBox="1"/>
          <p:nvPr/>
        </p:nvSpPr>
        <p:spPr>
          <a:xfrm>
            <a:off x="3757988" y="8073705"/>
            <a:ext cx="3042000" cy="12417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800"/>
              <a:buFont typeface="Arial"/>
              <a:buNone/>
            </a:pPr>
            <a:r>
              <a:rPr b="0" i="0" lang="en" sz="3300" u="none" cap="none" strike="noStrike">
                <a:solidFill>
                  <a:schemeClr val="accent5"/>
                </a:solidFill>
                <a:latin typeface="Roboto"/>
                <a:ea typeface="Roboto"/>
                <a:cs typeface="Roboto"/>
                <a:sym typeface="Roboto"/>
              </a:rPr>
              <a:t>Management and </a:t>
            </a:r>
            <a:r>
              <a:rPr lang="en" sz="3300">
                <a:solidFill>
                  <a:schemeClr val="accent5"/>
                </a:solidFill>
                <a:latin typeface="Roboto"/>
                <a:ea typeface="Roboto"/>
                <a:cs typeface="Roboto"/>
                <a:sym typeface="Roboto"/>
              </a:rPr>
              <a:t>s</a:t>
            </a:r>
            <a:r>
              <a:rPr b="0" i="0" lang="en" sz="3300" u="none" cap="none" strike="noStrike">
                <a:solidFill>
                  <a:schemeClr val="accent5"/>
                </a:solidFill>
                <a:latin typeface="Roboto"/>
                <a:ea typeface="Roboto"/>
                <a:cs typeface="Roboto"/>
                <a:sym typeface="Roboto"/>
              </a:rPr>
              <a:t>calability</a:t>
            </a:r>
            <a:endParaRPr b="0" i="0" sz="3300" u="none" cap="none" strike="noStrike">
              <a:solidFill>
                <a:schemeClr val="accent5"/>
              </a:solidFill>
              <a:latin typeface="Roboto"/>
              <a:ea typeface="Roboto"/>
              <a:cs typeface="Roboto"/>
              <a:sym typeface="Roboto"/>
            </a:endParaRPr>
          </a:p>
        </p:txBody>
      </p:sp>
      <p:sp>
        <p:nvSpPr>
          <p:cNvPr id="453" name="Google Shape;453;p52"/>
          <p:cNvSpPr txBox="1"/>
          <p:nvPr/>
        </p:nvSpPr>
        <p:spPr>
          <a:xfrm>
            <a:off x="4497602" y="3279871"/>
            <a:ext cx="2092500" cy="12417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800"/>
              <a:buFont typeface="Arial"/>
              <a:buNone/>
            </a:pPr>
            <a:r>
              <a:rPr b="0" i="0" lang="en" sz="3300" u="none" cap="none" strike="noStrike">
                <a:solidFill>
                  <a:schemeClr val="accent6"/>
                </a:solidFill>
                <a:latin typeface="Roboto"/>
                <a:ea typeface="Roboto"/>
                <a:cs typeface="Roboto"/>
                <a:sym typeface="Roboto"/>
              </a:rPr>
              <a:t>Interface </a:t>
            </a:r>
            <a:r>
              <a:rPr lang="en" sz="3300">
                <a:solidFill>
                  <a:schemeClr val="accent6"/>
                </a:solidFill>
                <a:latin typeface="Roboto"/>
                <a:ea typeface="Roboto"/>
                <a:cs typeface="Roboto"/>
                <a:sym typeface="Roboto"/>
              </a:rPr>
              <a:t>d</a:t>
            </a:r>
            <a:r>
              <a:rPr b="0" i="0" lang="en" sz="3300" u="none" cap="none" strike="noStrike">
                <a:solidFill>
                  <a:schemeClr val="accent6"/>
                </a:solidFill>
                <a:latin typeface="Roboto"/>
                <a:ea typeface="Roboto"/>
                <a:cs typeface="Roboto"/>
                <a:sym typeface="Roboto"/>
              </a:rPr>
              <a:t>efinition</a:t>
            </a:r>
            <a:endParaRPr b="0" i="0" sz="3300" u="none" cap="none" strike="noStrike">
              <a:solidFill>
                <a:schemeClr val="accent6"/>
              </a:solidFill>
              <a:latin typeface="Roboto"/>
              <a:ea typeface="Roboto"/>
              <a:cs typeface="Roboto"/>
              <a:sym typeface="Roboto"/>
            </a:endParaRPr>
          </a:p>
        </p:txBody>
      </p:sp>
      <p:cxnSp>
        <p:nvCxnSpPr>
          <p:cNvPr id="454" name="Google Shape;454;p52"/>
          <p:cNvCxnSpPr/>
          <p:nvPr/>
        </p:nvCxnSpPr>
        <p:spPr>
          <a:xfrm>
            <a:off x="6724568" y="3450655"/>
            <a:ext cx="0" cy="900000"/>
          </a:xfrm>
          <a:prstGeom prst="straightConnector1">
            <a:avLst/>
          </a:prstGeom>
          <a:noFill/>
          <a:ln cap="flat" cmpd="sng" w="9525">
            <a:solidFill>
              <a:schemeClr val="accent6"/>
            </a:solidFill>
            <a:prstDash val="solid"/>
            <a:round/>
            <a:headEnd len="sm" w="sm" type="none"/>
            <a:tailEnd len="sm" w="sm" type="none"/>
          </a:ln>
        </p:spPr>
      </p:cxnSp>
      <p:cxnSp>
        <p:nvCxnSpPr>
          <p:cNvPr id="455" name="Google Shape;455;p52"/>
          <p:cNvCxnSpPr/>
          <p:nvPr/>
        </p:nvCxnSpPr>
        <p:spPr>
          <a:xfrm>
            <a:off x="6932604" y="8284597"/>
            <a:ext cx="0" cy="900000"/>
          </a:xfrm>
          <a:prstGeom prst="straightConnector1">
            <a:avLst/>
          </a:prstGeom>
          <a:noFill/>
          <a:ln cap="flat" cmpd="sng" w="9525">
            <a:solidFill>
              <a:schemeClr val="accent5"/>
            </a:solidFill>
            <a:prstDash val="solid"/>
            <a:round/>
            <a:headEnd len="sm" w="sm" type="none"/>
            <a:tailEnd len="sm" w="sm" type="none"/>
          </a:ln>
        </p:spPr>
      </p:cxnSp>
      <p:cxnSp>
        <p:nvCxnSpPr>
          <p:cNvPr id="456" name="Google Shape;456;p52"/>
          <p:cNvCxnSpPr/>
          <p:nvPr/>
        </p:nvCxnSpPr>
        <p:spPr>
          <a:xfrm>
            <a:off x="11170219" y="8276870"/>
            <a:ext cx="0" cy="900000"/>
          </a:xfrm>
          <a:prstGeom prst="straightConnector1">
            <a:avLst/>
          </a:prstGeom>
          <a:noFill/>
          <a:ln cap="flat" cmpd="sng" w="9525">
            <a:solidFill>
              <a:schemeClr val="accent4"/>
            </a:solidFill>
            <a:prstDash val="solid"/>
            <a:round/>
            <a:headEnd len="sm" w="sm" type="none"/>
            <a:tailEnd len="sm" w="sm" type="none"/>
          </a:ln>
        </p:spPr>
      </p:cxnSp>
      <p:cxnSp>
        <p:nvCxnSpPr>
          <p:cNvPr id="457" name="Google Shape;457;p52"/>
          <p:cNvCxnSpPr/>
          <p:nvPr/>
        </p:nvCxnSpPr>
        <p:spPr>
          <a:xfrm>
            <a:off x="11176203" y="3102960"/>
            <a:ext cx="0" cy="900000"/>
          </a:xfrm>
          <a:prstGeom prst="straightConnector1">
            <a:avLst/>
          </a:prstGeom>
          <a:noFill/>
          <a:ln cap="flat" cmpd="sng" w="9525">
            <a:solidFill>
              <a:schemeClr val="accent2"/>
            </a:solidFill>
            <a:prstDash val="solid"/>
            <a:round/>
            <a:headEnd len="sm" w="sm" type="none"/>
            <a:tailEnd len="sm" w="sm" type="none"/>
          </a:ln>
        </p:spPr>
      </p:cxnSp>
      <p:sp>
        <p:nvSpPr>
          <p:cNvPr id="458" name="Google Shape;458;p52"/>
          <p:cNvSpPr txBox="1"/>
          <p:nvPr/>
        </p:nvSpPr>
        <p:spPr>
          <a:xfrm>
            <a:off x="2450501" y="4371325"/>
            <a:ext cx="1900800" cy="1260300"/>
          </a:xfrm>
          <a:prstGeom prst="rect">
            <a:avLst/>
          </a:prstGeom>
          <a:noFill/>
          <a:ln cap="flat" cmpd="sng" w="9525">
            <a:solidFill>
              <a:schemeClr val="accent6"/>
            </a:solidFill>
            <a:prstDash val="solid"/>
            <a:round/>
            <a:headEnd len="sm" w="sm" type="none"/>
            <a:tailEnd len="sm" w="sm" type="none"/>
          </a:ln>
        </p:spPr>
        <p:txBody>
          <a:bodyPr anchorCtr="0" anchor="ctr" bIns="91425" lIns="18287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i="0" lang="en" sz="2600" u="none" cap="none" strike="noStrike">
                <a:solidFill>
                  <a:schemeClr val="lt1"/>
                </a:solidFill>
                <a:latin typeface="Roboto"/>
                <a:ea typeface="Roboto"/>
                <a:cs typeface="Roboto"/>
                <a:sym typeface="Roboto"/>
              </a:rPr>
              <a:t>Open API</a:t>
            </a:r>
            <a:endParaRPr i="0" sz="26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i="0" lang="en" sz="2600" u="none" cap="none" strike="noStrike">
                <a:solidFill>
                  <a:schemeClr val="lt1"/>
                </a:solidFill>
                <a:latin typeface="Roboto"/>
                <a:ea typeface="Roboto"/>
                <a:cs typeface="Roboto"/>
                <a:sym typeface="Roboto"/>
              </a:rPr>
              <a:t>gRPC API</a:t>
            </a:r>
            <a:endParaRPr i="0" sz="2600" u="none" cap="none" strike="noStrike">
              <a:solidFill>
                <a:schemeClr val="lt1"/>
              </a:solidFill>
              <a:latin typeface="Roboto"/>
              <a:ea typeface="Roboto"/>
              <a:cs typeface="Roboto"/>
              <a:sym typeface="Roboto"/>
            </a:endParaRPr>
          </a:p>
        </p:txBody>
      </p:sp>
      <p:sp>
        <p:nvSpPr>
          <p:cNvPr id="459" name="Google Shape;459;p52"/>
          <p:cNvSpPr txBox="1"/>
          <p:nvPr/>
        </p:nvSpPr>
        <p:spPr>
          <a:xfrm>
            <a:off x="12476563" y="4371325"/>
            <a:ext cx="3269700" cy="1441500"/>
          </a:xfrm>
          <a:prstGeom prst="rect">
            <a:avLst/>
          </a:prstGeom>
          <a:noFill/>
          <a:ln cap="flat" cmpd="sng" w="9525">
            <a:solidFill>
              <a:schemeClr val="accent2"/>
            </a:solidFill>
            <a:prstDash val="solid"/>
            <a:round/>
            <a:headEnd len="sm" w="sm" type="none"/>
            <a:tailEnd len="sm" w="sm" type="none"/>
          </a:ln>
        </p:spPr>
        <p:txBody>
          <a:bodyPr anchorCtr="0" anchor="t" bIns="91425" lIns="18287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i="0" lang="en" sz="2600" u="none" cap="none" strike="noStrike">
                <a:solidFill>
                  <a:schemeClr val="lt1"/>
                </a:solidFill>
                <a:latin typeface="Roboto"/>
                <a:ea typeface="Roboto"/>
                <a:cs typeface="Roboto"/>
                <a:sym typeface="Roboto"/>
              </a:rPr>
              <a:t>Service-to-service authentication</a:t>
            </a:r>
            <a:endParaRPr i="0" sz="26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i="0" lang="en" sz="2600" u="none" cap="none" strike="noStrike">
                <a:solidFill>
                  <a:schemeClr val="lt1"/>
                </a:solidFill>
                <a:latin typeface="Roboto"/>
                <a:ea typeface="Roboto"/>
                <a:cs typeface="Roboto"/>
                <a:sym typeface="Roboto"/>
              </a:rPr>
              <a:t>User authentication</a:t>
            </a:r>
            <a:endParaRPr i="0" sz="2600" u="none" cap="none" strike="noStrike">
              <a:solidFill>
                <a:schemeClr val="lt1"/>
              </a:solidFill>
              <a:latin typeface="Roboto"/>
              <a:ea typeface="Roboto"/>
              <a:cs typeface="Roboto"/>
              <a:sym typeface="Roboto"/>
            </a:endParaRPr>
          </a:p>
        </p:txBody>
      </p:sp>
      <p:sp>
        <p:nvSpPr>
          <p:cNvPr id="460" name="Google Shape;460;p52"/>
          <p:cNvSpPr txBox="1"/>
          <p:nvPr/>
        </p:nvSpPr>
        <p:spPr>
          <a:xfrm>
            <a:off x="2375200" y="6401388"/>
            <a:ext cx="3892500" cy="1441500"/>
          </a:xfrm>
          <a:prstGeom prst="rect">
            <a:avLst/>
          </a:prstGeom>
          <a:noFill/>
          <a:ln cap="flat" cmpd="sng" w="9525">
            <a:solidFill>
              <a:schemeClr val="accent5"/>
            </a:solidFill>
            <a:prstDash val="solid"/>
            <a:round/>
            <a:headEnd len="sm" w="sm" type="none"/>
            <a:tailEnd len="sm" w="sm" type="none"/>
          </a:ln>
        </p:spPr>
        <p:txBody>
          <a:bodyPr anchorCtr="0" anchor="t" bIns="91425" lIns="18287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i="0" lang="en" sz="2600" u="none" cap="none" strike="noStrike">
                <a:solidFill>
                  <a:schemeClr val="lt1"/>
                </a:solidFill>
                <a:latin typeface="Roboto"/>
                <a:ea typeface="Roboto"/>
                <a:cs typeface="Roboto"/>
                <a:sym typeface="Roboto"/>
              </a:rPr>
              <a:t>Extensible Service Proxy Service Management</a:t>
            </a:r>
            <a:endParaRPr sz="2600">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i="0" lang="en" sz="2600" u="none" cap="none" strike="noStrike">
                <a:solidFill>
                  <a:schemeClr val="lt1"/>
                </a:solidFill>
                <a:latin typeface="Roboto"/>
                <a:ea typeface="Roboto"/>
                <a:cs typeface="Roboto"/>
                <a:sym typeface="Roboto"/>
              </a:rPr>
              <a:t>Service Control</a:t>
            </a:r>
            <a:endParaRPr i="0" sz="2600" u="none" cap="none" strike="noStrike">
              <a:solidFill>
                <a:srgbClr val="000000"/>
              </a:solidFill>
              <a:latin typeface="Roboto"/>
              <a:ea typeface="Roboto"/>
              <a:cs typeface="Roboto"/>
              <a:sym typeface="Roboto"/>
            </a:endParaRPr>
          </a:p>
        </p:txBody>
      </p:sp>
      <p:sp>
        <p:nvSpPr>
          <p:cNvPr id="461" name="Google Shape;461;p52"/>
          <p:cNvSpPr txBox="1"/>
          <p:nvPr/>
        </p:nvSpPr>
        <p:spPr>
          <a:xfrm>
            <a:off x="12318603" y="6401388"/>
            <a:ext cx="3402000" cy="1260300"/>
          </a:xfrm>
          <a:prstGeom prst="rect">
            <a:avLst/>
          </a:prstGeom>
          <a:noFill/>
          <a:ln cap="flat" cmpd="sng" w="9525">
            <a:solidFill>
              <a:schemeClr val="accent4"/>
            </a:solidFill>
            <a:prstDash val="solid"/>
            <a:round/>
            <a:headEnd len="sm" w="sm" type="none"/>
            <a:tailEnd len="sm" w="sm" type="none"/>
          </a:ln>
        </p:spPr>
        <p:txBody>
          <a:bodyPr anchorCtr="0" anchor="ctr" bIns="91425" lIns="18287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sz="2600">
                <a:solidFill>
                  <a:schemeClr val="lt1"/>
                </a:solidFill>
                <a:latin typeface="Roboto"/>
                <a:ea typeface="Roboto"/>
                <a:cs typeface="Roboto"/>
                <a:sym typeface="Roboto"/>
              </a:rPr>
              <a:t>Cloud </a:t>
            </a:r>
            <a:r>
              <a:rPr i="0" lang="en" sz="2600" u="none" cap="none" strike="noStrike">
                <a:solidFill>
                  <a:schemeClr val="lt1"/>
                </a:solidFill>
                <a:latin typeface="Roboto"/>
                <a:ea typeface="Roboto"/>
                <a:cs typeface="Roboto"/>
                <a:sym typeface="Roboto"/>
              </a:rPr>
              <a:t>Logging</a:t>
            </a:r>
            <a:endParaRPr i="0" sz="26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lang="en" sz="2600">
                <a:solidFill>
                  <a:schemeClr val="lt1"/>
                </a:solidFill>
                <a:latin typeface="Roboto"/>
                <a:ea typeface="Roboto"/>
                <a:cs typeface="Roboto"/>
                <a:sym typeface="Roboto"/>
              </a:rPr>
              <a:t>Cloud</a:t>
            </a:r>
            <a:r>
              <a:rPr i="0" lang="en" sz="2600" u="none" cap="none" strike="noStrike">
                <a:solidFill>
                  <a:schemeClr val="lt1"/>
                </a:solidFill>
                <a:latin typeface="Roboto"/>
                <a:ea typeface="Roboto"/>
                <a:cs typeface="Roboto"/>
                <a:sym typeface="Roboto"/>
              </a:rPr>
              <a:t> Trace</a:t>
            </a:r>
            <a:endParaRPr i="0" sz="2600" u="none" cap="none" strike="noStrike">
              <a:solidFill>
                <a:schemeClr val="lt1"/>
              </a:solidFill>
              <a:latin typeface="Roboto"/>
              <a:ea typeface="Roboto"/>
              <a:cs typeface="Roboto"/>
              <a:sym typeface="Roboto"/>
            </a:endParaRPr>
          </a:p>
        </p:txBody>
      </p:sp>
      <p:cxnSp>
        <p:nvCxnSpPr>
          <p:cNvPr id="462" name="Google Shape;462;p52"/>
          <p:cNvCxnSpPr>
            <a:stCxn id="453" idx="1"/>
            <a:endCxn id="458" idx="0"/>
          </p:cNvCxnSpPr>
          <p:nvPr/>
        </p:nvCxnSpPr>
        <p:spPr>
          <a:xfrm flipH="1">
            <a:off x="3400802" y="3900721"/>
            <a:ext cx="1096800" cy="470700"/>
          </a:xfrm>
          <a:prstGeom prst="bentConnector2">
            <a:avLst/>
          </a:prstGeom>
          <a:noFill/>
          <a:ln cap="flat" cmpd="sng" w="9525">
            <a:solidFill>
              <a:schemeClr val="accent6"/>
            </a:solidFill>
            <a:prstDash val="solid"/>
            <a:round/>
            <a:headEnd len="med" w="med" type="none"/>
            <a:tailEnd len="med" w="med" type="none"/>
          </a:ln>
        </p:spPr>
      </p:cxnSp>
      <p:cxnSp>
        <p:nvCxnSpPr>
          <p:cNvPr id="463" name="Google Shape;463;p52"/>
          <p:cNvCxnSpPr>
            <a:stCxn id="452" idx="1"/>
          </p:cNvCxnSpPr>
          <p:nvPr/>
        </p:nvCxnSpPr>
        <p:spPr>
          <a:xfrm rot="10800000">
            <a:off x="2953988" y="7805055"/>
            <a:ext cx="804000" cy="889500"/>
          </a:xfrm>
          <a:prstGeom prst="bentConnector2">
            <a:avLst/>
          </a:prstGeom>
          <a:noFill/>
          <a:ln cap="flat" cmpd="sng" w="9525">
            <a:solidFill>
              <a:schemeClr val="accent5"/>
            </a:solidFill>
            <a:prstDash val="solid"/>
            <a:round/>
            <a:headEnd len="med" w="med" type="none"/>
            <a:tailEnd len="med" w="med" type="none"/>
          </a:ln>
        </p:spPr>
      </p:cxnSp>
      <p:cxnSp>
        <p:nvCxnSpPr>
          <p:cNvPr id="464" name="Google Shape;464;p52"/>
          <p:cNvCxnSpPr>
            <a:stCxn id="451" idx="3"/>
          </p:cNvCxnSpPr>
          <p:nvPr/>
        </p:nvCxnSpPr>
        <p:spPr>
          <a:xfrm flipH="1" rot="10800000">
            <a:off x="13990602" y="7634131"/>
            <a:ext cx="396000" cy="1052700"/>
          </a:xfrm>
          <a:prstGeom prst="bentConnector2">
            <a:avLst/>
          </a:prstGeom>
          <a:noFill/>
          <a:ln cap="flat" cmpd="sng" w="9525">
            <a:solidFill>
              <a:schemeClr val="accent4"/>
            </a:solidFill>
            <a:prstDash val="solid"/>
            <a:round/>
            <a:headEnd len="med" w="med" type="none"/>
            <a:tailEnd len="med" w="med" type="none"/>
          </a:ln>
        </p:spPr>
      </p:cxnSp>
      <p:cxnSp>
        <p:nvCxnSpPr>
          <p:cNvPr id="465" name="Google Shape;465;p52"/>
          <p:cNvCxnSpPr>
            <a:stCxn id="450" idx="3"/>
          </p:cNvCxnSpPr>
          <p:nvPr/>
        </p:nvCxnSpPr>
        <p:spPr>
          <a:xfrm>
            <a:off x="14771611" y="3553025"/>
            <a:ext cx="551100" cy="828300"/>
          </a:xfrm>
          <a:prstGeom prst="bentConnector2">
            <a:avLst/>
          </a:prstGeom>
          <a:noFill/>
          <a:ln cap="flat" cmpd="sng" w="9525">
            <a:solidFill>
              <a:schemeClr val="accent2"/>
            </a:solidFill>
            <a:prstDash val="solid"/>
            <a:round/>
            <a:headEnd len="med" w="med" type="none"/>
            <a:tailEnd len="med" w="med" type="none"/>
          </a:ln>
        </p:spPr>
      </p:cxnSp>
      <p:sp>
        <p:nvSpPr>
          <p:cNvPr id="466" name="Google Shape;466;p52"/>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Endpoints makes it easier to deploy and manage APIs</a:t>
            </a:r>
            <a:endParaRPr/>
          </a:p>
        </p:txBody>
      </p:sp>
      <p:grpSp>
        <p:nvGrpSpPr>
          <p:cNvPr id="467" name="Google Shape;467;p52"/>
          <p:cNvGrpSpPr/>
          <p:nvPr/>
        </p:nvGrpSpPr>
        <p:grpSpPr>
          <a:xfrm>
            <a:off x="6428585" y="3356818"/>
            <a:ext cx="5366973" cy="5312739"/>
            <a:chOff x="6203837" y="2594925"/>
            <a:chExt cx="5880325" cy="5805003"/>
          </a:xfrm>
        </p:grpSpPr>
        <p:sp>
          <p:nvSpPr>
            <p:cNvPr id="468" name="Google Shape;468;p52"/>
            <p:cNvSpPr/>
            <p:nvPr/>
          </p:nvSpPr>
          <p:spPr>
            <a:xfrm>
              <a:off x="6203837" y="2594925"/>
              <a:ext cx="5880300" cy="5805000"/>
            </a:xfrm>
            <a:prstGeom prst="blockArc">
              <a:avLst>
                <a:gd fmla="val 10800000" name="adj1"/>
                <a:gd fmla="val 16230235" name="adj2"/>
                <a:gd fmla="val 4797" name="adj3"/>
              </a:avLst>
            </a:prstGeom>
            <a:solidFill>
              <a:schemeClr val="accent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52"/>
            <p:cNvSpPr/>
            <p:nvPr/>
          </p:nvSpPr>
          <p:spPr>
            <a:xfrm rot="5400000">
              <a:off x="6241513" y="2557275"/>
              <a:ext cx="5805000" cy="5880300"/>
            </a:xfrm>
            <a:prstGeom prst="blockArc">
              <a:avLst>
                <a:gd fmla="val 10800000" name="adj1"/>
                <a:gd fmla="val 16230235" name="adj2"/>
                <a:gd fmla="val 4797" name="adj3"/>
              </a:avLst>
            </a:prstGeom>
            <a:solidFill>
              <a:schemeClr val="accent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52"/>
            <p:cNvSpPr/>
            <p:nvPr/>
          </p:nvSpPr>
          <p:spPr>
            <a:xfrm rot="10800000">
              <a:off x="6203863" y="2594928"/>
              <a:ext cx="5880300" cy="5805000"/>
            </a:xfrm>
            <a:prstGeom prst="blockArc">
              <a:avLst>
                <a:gd fmla="val 10800000" name="adj1"/>
                <a:gd fmla="val 16230235" name="adj2"/>
                <a:gd fmla="val 4797" name="adj3"/>
              </a:avLst>
            </a:prstGeom>
            <a:solidFill>
              <a:schemeClr val="accent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52"/>
            <p:cNvSpPr/>
            <p:nvPr/>
          </p:nvSpPr>
          <p:spPr>
            <a:xfrm rot="-5400000">
              <a:off x="6241487" y="2557278"/>
              <a:ext cx="5805000" cy="5880300"/>
            </a:xfrm>
            <a:prstGeom prst="blockArc">
              <a:avLst>
                <a:gd fmla="val 10800000" name="adj1"/>
                <a:gd fmla="val 16230235" name="adj2"/>
                <a:gd fmla="val 4797" name="adj3"/>
              </a:avLst>
            </a:prstGeom>
            <a:solidFill>
              <a:schemeClr val="accent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52"/>
            <p:cNvSpPr/>
            <p:nvPr/>
          </p:nvSpPr>
          <p:spPr>
            <a:xfrm>
              <a:off x="7148883" y="3527702"/>
              <a:ext cx="3991200" cy="3939900"/>
            </a:xfrm>
            <a:prstGeom prst="ellipse">
              <a:avLst/>
            </a:prstGeom>
            <a:solidFill>
              <a:srgbClr val="EFEFEF"/>
            </a:solidFill>
            <a:ln cap="flat" cmpd="sng" w="9525">
              <a:solidFill>
                <a:srgbClr val="D9D9D9"/>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None/>
              </a:pPr>
              <a:r>
                <a:rPr lang="en" sz="3400">
                  <a:solidFill>
                    <a:schemeClr val="lt1"/>
                  </a:solidFill>
                  <a:latin typeface="Roboto"/>
                  <a:ea typeface="Roboto"/>
                  <a:cs typeface="Roboto"/>
                  <a:sym typeface="Roboto"/>
                </a:rPr>
                <a:t>Cloud Endpoints</a:t>
              </a:r>
              <a:endParaRPr sz="3400">
                <a:solidFill>
                  <a:schemeClr val="lt1"/>
                </a:solidFill>
                <a:latin typeface="Roboto"/>
                <a:ea typeface="Roboto"/>
                <a:cs typeface="Roboto"/>
                <a:sym typeface="Roboto"/>
              </a:endParaRPr>
            </a:p>
          </p:txBody>
        </p:sp>
      </p:grpSp>
      <p:sp>
        <p:nvSpPr>
          <p:cNvPr id="473" name="Google Shape;473;p5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3"/>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The Purpose of APIs</a:t>
            </a:r>
            <a:endParaRPr sz="3500"/>
          </a:p>
          <a:p>
            <a:pPr indent="0" lvl="0" marL="0" rtl="0" algn="l">
              <a:spcBef>
                <a:spcPts val="2900"/>
              </a:spcBef>
              <a:spcAft>
                <a:spcPts val="0"/>
              </a:spcAft>
              <a:buNone/>
            </a:pPr>
            <a:r>
              <a:rPr lang="en" sz="3500"/>
              <a:t>Cloud Endpoints</a:t>
            </a:r>
            <a:endParaRPr sz="3500"/>
          </a:p>
          <a:p>
            <a:pPr indent="0" lvl="0" marL="0" rtl="0" algn="l">
              <a:spcBef>
                <a:spcPts val="2900"/>
              </a:spcBef>
              <a:spcAft>
                <a:spcPts val="0"/>
              </a:spcAft>
              <a:buNone/>
            </a:pPr>
            <a:r>
              <a:rPr lang="en" sz="3500">
                <a:solidFill>
                  <a:schemeClr val="accent2"/>
                </a:solidFill>
              </a:rPr>
              <a:t>Lab: Cloud Endpoints: Qwik Start</a:t>
            </a:r>
            <a:endParaRPr sz="3500">
              <a:solidFill>
                <a:schemeClr val="accent2"/>
              </a:solidFill>
            </a:endParaRPr>
          </a:p>
          <a:p>
            <a:pPr indent="0" lvl="0" marL="0" rtl="0" algn="l">
              <a:spcBef>
                <a:spcPts val="2900"/>
              </a:spcBef>
              <a:spcAft>
                <a:spcPts val="0"/>
              </a:spcAft>
              <a:buNone/>
            </a:pPr>
            <a:r>
              <a:rPr lang="en" sz="3500"/>
              <a:t>Using Apigee Edge</a:t>
            </a:r>
            <a:endParaRPr sz="3500"/>
          </a:p>
          <a:p>
            <a:pPr indent="0" lvl="0" marL="0" rtl="0" algn="l">
              <a:spcBef>
                <a:spcPts val="2900"/>
              </a:spcBef>
              <a:spcAft>
                <a:spcPts val="0"/>
              </a:spcAft>
              <a:buNone/>
            </a:pPr>
            <a:r>
              <a:rPr lang="en" sz="3500"/>
              <a:t>Managed Message Services</a:t>
            </a:r>
            <a:endParaRPr sz="3500"/>
          </a:p>
          <a:p>
            <a:pPr indent="0" lvl="0" marL="0" rtl="0" algn="l">
              <a:spcBef>
                <a:spcPts val="2900"/>
              </a:spcBef>
              <a:spcAft>
                <a:spcPts val="2900"/>
              </a:spcAft>
              <a:buNone/>
            </a:pPr>
            <a:r>
              <a:rPr lang="en" sz="3500"/>
              <a:t>Pub/Sub</a:t>
            </a:r>
            <a:endParaRPr sz="3500"/>
          </a:p>
        </p:txBody>
      </p:sp>
      <p:sp>
        <p:nvSpPr>
          <p:cNvPr id="479" name="Google Shape;479;p53"/>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480" name="Google Shape;480;p5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54"/>
          <p:cNvSpPr txBox="1"/>
          <p:nvPr>
            <p:ph idx="1" type="subTitle"/>
          </p:nvPr>
        </p:nvSpPr>
        <p:spPr>
          <a:xfrm>
            <a:off x="1724150" y="5169125"/>
            <a:ext cx="7428900" cy="9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Cloud Endpoints: Qwik Start</a:t>
            </a:r>
            <a:endParaRPr>
              <a:solidFill>
                <a:schemeClr val="dk1"/>
              </a:solidFill>
            </a:endParaRPr>
          </a:p>
        </p:txBody>
      </p:sp>
      <p:sp>
        <p:nvSpPr>
          <p:cNvPr id="486" name="Google Shape;486;p54"/>
          <p:cNvSpPr txBox="1"/>
          <p:nvPr>
            <p:ph type="title"/>
          </p:nvPr>
        </p:nvSpPr>
        <p:spPr>
          <a:xfrm>
            <a:off x="1672475" y="41484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Intro</a:t>
            </a:r>
            <a:endParaRPr/>
          </a:p>
        </p:txBody>
      </p:sp>
      <p:sp>
        <p:nvSpPr>
          <p:cNvPr id="487" name="Google Shape;487;p5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a:t>
            </a:r>
            <a:r>
              <a:rPr lang="en" sz="1600">
                <a:solidFill>
                  <a:srgbClr val="FFFFFF"/>
                </a:solidFill>
                <a:latin typeface="Google Sans"/>
                <a:ea typeface="Google Sans"/>
                <a:cs typeface="Google Sans"/>
                <a:sym typeface="Google Sans"/>
              </a:rPr>
              <a:t> in accordance with the terms of use set forth on the program </a:t>
            </a:r>
            <a:r>
              <a:rPr lang="en" sz="1600" u="sng">
                <a:solidFill>
                  <a:srgbClr val="FFFFFF"/>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
        <p:nvSpPr>
          <p:cNvPr id="488" name="Google Shape;488;p54"/>
          <p:cNvSpPr txBox="1"/>
          <p:nvPr/>
        </p:nvSpPr>
        <p:spPr>
          <a:xfrm>
            <a:off x="1724150" y="6066725"/>
            <a:ext cx="6724200" cy="233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D</a:t>
            </a:r>
            <a:r>
              <a:rPr lang="en" sz="2500">
                <a:solidFill>
                  <a:schemeClr val="lt1"/>
                </a:solidFill>
                <a:latin typeface="Roboto"/>
                <a:ea typeface="Roboto"/>
                <a:cs typeface="Roboto"/>
                <a:sym typeface="Roboto"/>
              </a:rPr>
              <a:t>eploy a sample API with Google Cloud Endpoints and view the Cloud Endpoints Activity Graphs and Logs.</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The lab can be found</a:t>
            </a:r>
            <a:r>
              <a:rPr lang="en" sz="2500">
                <a:solidFill>
                  <a:srgbClr val="434343"/>
                </a:solidFill>
                <a:latin typeface="Roboto"/>
                <a:ea typeface="Roboto"/>
                <a:cs typeface="Roboto"/>
                <a:sym typeface="Roboto"/>
              </a:rPr>
              <a:t> </a:t>
            </a:r>
            <a:r>
              <a:rPr lang="en" sz="2500">
                <a:solidFill>
                  <a:schemeClr val="accent2"/>
                </a:solidFill>
                <a:uFill>
                  <a:noFill/>
                </a:uFill>
                <a:latin typeface="Roboto"/>
                <a:ea typeface="Roboto"/>
                <a:cs typeface="Roboto"/>
                <a:sym typeface="Roboto"/>
                <a:hlinkClick r:id="rId4">
                  <a:extLst>
                    <a:ext uri="{A12FA001-AC4F-418D-AE19-62706E023703}">
                      <ahyp:hlinkClr val="tx"/>
                    </a:ext>
                  </a:extLst>
                </a:hlinkClick>
              </a:rPr>
              <a:t>here</a:t>
            </a:r>
            <a:r>
              <a:rPr lang="en" sz="2500">
                <a:solidFill>
                  <a:schemeClr val="dk1"/>
                </a:solidFill>
                <a:latin typeface="Roboto"/>
                <a:ea typeface="Roboto"/>
                <a:cs typeface="Roboto"/>
                <a:sym typeface="Roboto"/>
              </a:rPr>
              <a:t>.</a:t>
            </a:r>
            <a:endParaRPr sz="2500">
              <a:solidFill>
                <a:srgbClr val="3C4043"/>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5"/>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objectives</a:t>
            </a:r>
            <a:endParaRPr/>
          </a:p>
        </p:txBody>
      </p:sp>
      <p:sp>
        <p:nvSpPr>
          <p:cNvPr id="494" name="Google Shape;494;p55"/>
          <p:cNvSpPr txBox="1"/>
          <p:nvPr>
            <p:ph idx="1" type="body"/>
          </p:nvPr>
        </p:nvSpPr>
        <p:spPr>
          <a:xfrm>
            <a:off x="1742475" y="2432125"/>
            <a:ext cx="72519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Deploy the Cloud Endpoints configuration.</a:t>
            </a:r>
            <a:endParaRPr sz="3000"/>
          </a:p>
          <a:p>
            <a:pPr indent="0" lvl="0" marL="0" rtl="0" algn="l">
              <a:spcBef>
                <a:spcPts val="2900"/>
              </a:spcBef>
              <a:spcAft>
                <a:spcPts val="0"/>
              </a:spcAft>
              <a:buNone/>
            </a:pPr>
            <a:r>
              <a:rPr lang="en" sz="3000"/>
              <a:t>Deploy the API backend.</a:t>
            </a:r>
            <a:endParaRPr sz="3000"/>
          </a:p>
          <a:p>
            <a:pPr indent="0" lvl="0" marL="0" rtl="0" algn="l">
              <a:spcBef>
                <a:spcPts val="2900"/>
              </a:spcBef>
              <a:spcAft>
                <a:spcPts val="0"/>
              </a:spcAft>
              <a:buNone/>
            </a:pPr>
            <a:r>
              <a:rPr lang="en" sz="3000"/>
              <a:t>Send requests to the API.</a:t>
            </a:r>
            <a:endParaRPr sz="3000"/>
          </a:p>
          <a:p>
            <a:pPr indent="0" lvl="0" marL="0" rtl="0" algn="l">
              <a:spcBef>
                <a:spcPts val="2900"/>
              </a:spcBef>
              <a:spcAft>
                <a:spcPts val="0"/>
              </a:spcAft>
              <a:buNone/>
            </a:pPr>
            <a:r>
              <a:rPr lang="en" sz="3000"/>
              <a:t>Track API activity.</a:t>
            </a:r>
            <a:endParaRPr sz="3000"/>
          </a:p>
          <a:p>
            <a:pPr indent="0" lvl="0" marL="0" rtl="0" algn="l">
              <a:spcBef>
                <a:spcPts val="2900"/>
              </a:spcBef>
              <a:spcAft>
                <a:spcPts val="2900"/>
              </a:spcAft>
              <a:buNone/>
            </a:pPr>
            <a:r>
              <a:rPr lang="en" sz="3000"/>
              <a:t>Add a quota to the API.</a:t>
            </a:r>
            <a:endParaRPr/>
          </a:p>
        </p:txBody>
      </p:sp>
      <p:sp>
        <p:nvSpPr>
          <p:cNvPr id="495" name="Google Shape;495;p5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pic>
        <p:nvPicPr>
          <p:cNvPr id="496" name="Google Shape;496;p55"/>
          <p:cNvPicPr preferRelativeResize="0"/>
          <p:nvPr/>
        </p:nvPicPr>
        <p:blipFill rotWithShape="1">
          <a:blip r:embed="rId4">
            <a:alphaModFix/>
          </a:blip>
          <a:srcRect b="0" l="0" r="0" t="0"/>
          <a:stretch/>
        </p:blipFill>
        <p:spPr>
          <a:xfrm>
            <a:off x="9451750" y="1854313"/>
            <a:ext cx="6996024" cy="69960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0" name="Shape 500"/>
        <p:cNvGrpSpPr/>
        <p:nvPr/>
      </p:nvGrpSpPr>
      <p:grpSpPr>
        <a:xfrm>
          <a:off x="0" y="0"/>
          <a:ext cx="0" cy="0"/>
          <a:chOff x="0" y="0"/>
          <a:chExt cx="0" cy="0"/>
        </a:xfrm>
      </p:grpSpPr>
      <p:sp>
        <p:nvSpPr>
          <p:cNvPr id="501" name="Google Shape;501;p56"/>
          <p:cNvSpPr txBox="1"/>
          <p:nvPr>
            <p:ph idx="1" type="subTitle"/>
          </p:nvPr>
        </p:nvSpPr>
        <p:spPr>
          <a:xfrm>
            <a:off x="1724150" y="5169125"/>
            <a:ext cx="7428900" cy="9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Introduction to APIs in Google (Alternative)</a:t>
            </a:r>
            <a:endParaRPr>
              <a:solidFill>
                <a:schemeClr val="dk1"/>
              </a:solidFill>
            </a:endParaRPr>
          </a:p>
        </p:txBody>
      </p:sp>
      <p:sp>
        <p:nvSpPr>
          <p:cNvPr id="502" name="Google Shape;502;p56"/>
          <p:cNvSpPr txBox="1"/>
          <p:nvPr>
            <p:ph type="title"/>
          </p:nvPr>
        </p:nvSpPr>
        <p:spPr>
          <a:xfrm>
            <a:off x="1672475" y="41484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a:t>
            </a:r>
            <a:endParaRPr/>
          </a:p>
        </p:txBody>
      </p:sp>
      <p:sp>
        <p:nvSpPr>
          <p:cNvPr id="503" name="Google Shape;503;p5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a:t>
            </a:r>
            <a:r>
              <a:rPr lang="en" sz="1600">
                <a:solidFill>
                  <a:srgbClr val="FFFFFF"/>
                </a:solidFill>
                <a:latin typeface="Google Sans"/>
                <a:ea typeface="Google Sans"/>
                <a:cs typeface="Google Sans"/>
                <a:sym typeface="Google Sans"/>
              </a:rPr>
              <a:t>in accordance with the terms of use set forth on the program </a:t>
            </a:r>
            <a:r>
              <a:rPr lang="en" sz="1600" u="sng">
                <a:solidFill>
                  <a:srgbClr val="FFFFFF"/>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
        <p:nvSpPr>
          <p:cNvPr id="504" name="Google Shape;504;p56"/>
          <p:cNvSpPr txBox="1"/>
          <p:nvPr/>
        </p:nvSpPr>
        <p:spPr>
          <a:xfrm>
            <a:off x="1724150" y="6447725"/>
            <a:ext cx="6724200" cy="189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C</a:t>
            </a:r>
            <a:r>
              <a:rPr lang="en" sz="2500">
                <a:solidFill>
                  <a:schemeClr val="lt1"/>
                </a:solidFill>
                <a:latin typeface="Roboto"/>
                <a:ea typeface="Roboto"/>
                <a:cs typeface="Roboto"/>
                <a:sym typeface="Roboto"/>
              </a:rPr>
              <a:t>onfigure and run Cloud Storage API methods in Cloud Shell.</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The lab can be found </a:t>
            </a:r>
            <a:r>
              <a:rPr lang="en" sz="2500">
                <a:solidFill>
                  <a:schemeClr val="accent2"/>
                </a:solidFill>
                <a:uFill>
                  <a:noFill/>
                </a:uFill>
                <a:latin typeface="Roboto"/>
                <a:ea typeface="Roboto"/>
                <a:cs typeface="Roboto"/>
                <a:sym typeface="Roboto"/>
                <a:hlinkClick r:id="rId4">
                  <a:extLst>
                    <a:ext uri="{A12FA001-AC4F-418D-AE19-62706E023703}">
                      <ahyp:hlinkClr val="tx"/>
                    </a:ext>
                  </a:extLst>
                </a:hlinkClick>
              </a:rPr>
              <a:t>here</a:t>
            </a:r>
            <a:r>
              <a:rPr lang="en" sz="2500">
                <a:solidFill>
                  <a:schemeClr val="dk1"/>
                </a:solidFill>
                <a:latin typeface="Roboto"/>
                <a:ea typeface="Roboto"/>
                <a:cs typeface="Roboto"/>
                <a:sym typeface="Roboto"/>
              </a:rPr>
              <a:t>.</a:t>
            </a:r>
            <a:endParaRPr sz="2000">
              <a:solidFill>
                <a:schemeClr val="lt1"/>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8" name="Shape 508"/>
        <p:cNvGrpSpPr/>
        <p:nvPr/>
      </p:nvGrpSpPr>
      <p:grpSpPr>
        <a:xfrm>
          <a:off x="0" y="0"/>
          <a:ext cx="0" cy="0"/>
          <a:chOff x="0" y="0"/>
          <a:chExt cx="0" cy="0"/>
        </a:xfrm>
      </p:grpSpPr>
      <p:sp>
        <p:nvSpPr>
          <p:cNvPr id="509" name="Google Shape;509;p57"/>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objectives</a:t>
            </a:r>
            <a:endParaRPr/>
          </a:p>
        </p:txBody>
      </p:sp>
      <p:sp>
        <p:nvSpPr>
          <p:cNvPr id="510" name="Google Shape;510;p57"/>
          <p:cNvSpPr txBox="1"/>
          <p:nvPr>
            <p:ph idx="1" type="body"/>
          </p:nvPr>
        </p:nvSpPr>
        <p:spPr>
          <a:xfrm>
            <a:off x="1742475" y="2432125"/>
            <a:ext cx="73929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Learn about the architecture and basic functioning of APIs.</a:t>
            </a:r>
            <a:endParaRPr sz="3000"/>
          </a:p>
          <a:p>
            <a:pPr indent="0" lvl="0" marL="0" rtl="0" algn="l">
              <a:spcBef>
                <a:spcPts val="2900"/>
              </a:spcBef>
              <a:spcAft>
                <a:spcPts val="0"/>
              </a:spcAft>
              <a:buNone/>
            </a:pPr>
            <a:r>
              <a:rPr lang="en" sz="3000"/>
              <a:t>Create a JSON file in the Cloud Console.</a:t>
            </a:r>
            <a:endParaRPr sz="3000"/>
          </a:p>
          <a:p>
            <a:pPr indent="0" lvl="0" marL="0" rtl="0" algn="l">
              <a:spcBef>
                <a:spcPts val="2900"/>
              </a:spcBef>
              <a:spcAft>
                <a:spcPts val="0"/>
              </a:spcAft>
              <a:buNone/>
            </a:pPr>
            <a:r>
              <a:rPr lang="en" sz="3000"/>
              <a:t>Authenticate and authorize the Cloud Storage JSON/REST API.</a:t>
            </a:r>
            <a:endParaRPr sz="3000"/>
          </a:p>
          <a:p>
            <a:pPr indent="0" lvl="0" marL="0" rtl="0" algn="l">
              <a:spcBef>
                <a:spcPts val="2900"/>
              </a:spcBef>
              <a:spcAft>
                <a:spcPts val="0"/>
              </a:spcAft>
              <a:buNone/>
            </a:pPr>
            <a:r>
              <a:rPr lang="en" sz="3000"/>
              <a:t>Create a bucket with the Cloud Storage JSON/REST API.</a:t>
            </a:r>
            <a:endParaRPr sz="3000"/>
          </a:p>
          <a:p>
            <a:pPr indent="0" lvl="0" marL="0" rtl="0" algn="l">
              <a:spcBef>
                <a:spcPts val="2900"/>
              </a:spcBef>
              <a:spcAft>
                <a:spcPts val="2900"/>
              </a:spcAft>
              <a:buNone/>
            </a:pPr>
            <a:r>
              <a:rPr lang="en" sz="3000"/>
              <a:t>Upload a file using the Cloud Storage JSON/REST API.</a:t>
            </a:r>
            <a:endParaRPr sz="3000"/>
          </a:p>
        </p:txBody>
      </p:sp>
      <p:sp>
        <p:nvSpPr>
          <p:cNvPr id="511" name="Google Shape;511;p5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pic>
        <p:nvPicPr>
          <p:cNvPr id="512" name="Google Shape;512;p57"/>
          <p:cNvPicPr preferRelativeResize="0"/>
          <p:nvPr/>
        </p:nvPicPr>
        <p:blipFill rotWithShape="1">
          <a:blip r:embed="rId4">
            <a:alphaModFix/>
          </a:blip>
          <a:srcRect b="0" l="0" r="0" t="0"/>
          <a:stretch/>
        </p:blipFill>
        <p:spPr>
          <a:xfrm>
            <a:off x="9451750" y="1854313"/>
            <a:ext cx="6996024" cy="699602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58"/>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The Purpose of APIs</a:t>
            </a:r>
            <a:endParaRPr sz="3500"/>
          </a:p>
          <a:p>
            <a:pPr indent="0" lvl="0" marL="0" rtl="0" algn="l">
              <a:spcBef>
                <a:spcPts val="2900"/>
              </a:spcBef>
              <a:spcAft>
                <a:spcPts val="0"/>
              </a:spcAft>
              <a:buNone/>
            </a:pPr>
            <a:r>
              <a:rPr lang="en" sz="3500"/>
              <a:t>Cloud Endpoints</a:t>
            </a:r>
            <a:endParaRPr sz="3500"/>
          </a:p>
          <a:p>
            <a:pPr indent="0" lvl="0" marL="0" rtl="0" algn="l">
              <a:spcBef>
                <a:spcPts val="2900"/>
              </a:spcBef>
              <a:spcAft>
                <a:spcPts val="0"/>
              </a:spcAft>
              <a:buNone/>
            </a:pPr>
            <a:r>
              <a:rPr lang="en" sz="3500"/>
              <a:t>Lab: Cloud Endpoints: Qwik Start</a:t>
            </a:r>
            <a:endParaRPr sz="3500"/>
          </a:p>
          <a:p>
            <a:pPr indent="0" lvl="0" marL="0" rtl="0" algn="l">
              <a:spcBef>
                <a:spcPts val="2900"/>
              </a:spcBef>
              <a:spcAft>
                <a:spcPts val="0"/>
              </a:spcAft>
              <a:buNone/>
            </a:pPr>
            <a:r>
              <a:rPr lang="en" sz="3500">
                <a:solidFill>
                  <a:schemeClr val="accent2"/>
                </a:solidFill>
              </a:rPr>
              <a:t>Using Apigee Edge</a:t>
            </a:r>
            <a:endParaRPr sz="3500">
              <a:solidFill>
                <a:schemeClr val="accent2"/>
              </a:solidFill>
            </a:endParaRPr>
          </a:p>
          <a:p>
            <a:pPr indent="0" lvl="0" marL="0" rtl="0" algn="l">
              <a:spcBef>
                <a:spcPts val="2900"/>
              </a:spcBef>
              <a:spcAft>
                <a:spcPts val="0"/>
              </a:spcAft>
              <a:buNone/>
            </a:pPr>
            <a:r>
              <a:rPr lang="en" sz="3500"/>
              <a:t>Managed Message Services</a:t>
            </a:r>
            <a:endParaRPr sz="3500"/>
          </a:p>
          <a:p>
            <a:pPr indent="0" lvl="0" marL="0" rtl="0" algn="l">
              <a:spcBef>
                <a:spcPts val="2900"/>
              </a:spcBef>
              <a:spcAft>
                <a:spcPts val="2900"/>
              </a:spcAft>
              <a:buNone/>
            </a:pPr>
            <a:r>
              <a:rPr lang="en" sz="3500"/>
              <a:t>Pub/Sub</a:t>
            </a:r>
            <a:endParaRPr sz="3500"/>
          </a:p>
        </p:txBody>
      </p:sp>
      <p:sp>
        <p:nvSpPr>
          <p:cNvPr id="518" name="Google Shape;518;p58"/>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519" name="Google Shape;519;p5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pic>
        <p:nvPicPr>
          <p:cNvPr id="524" name="Google Shape;524;p59"/>
          <p:cNvPicPr preferRelativeResize="0"/>
          <p:nvPr/>
        </p:nvPicPr>
        <p:blipFill rotWithShape="1">
          <a:blip r:embed="rId3">
            <a:alphaModFix/>
          </a:blip>
          <a:srcRect b="0" l="612" r="622" t="0"/>
          <a:stretch/>
        </p:blipFill>
        <p:spPr>
          <a:xfrm>
            <a:off x="2671200" y="3251945"/>
            <a:ext cx="13190685" cy="4361897"/>
          </a:xfrm>
          <a:prstGeom prst="rect">
            <a:avLst/>
          </a:prstGeom>
          <a:noFill/>
          <a:ln>
            <a:noFill/>
          </a:ln>
        </p:spPr>
      </p:pic>
      <p:pic>
        <p:nvPicPr>
          <p:cNvPr id="525" name="Google Shape;525;p59"/>
          <p:cNvPicPr preferRelativeResize="0"/>
          <p:nvPr/>
        </p:nvPicPr>
        <p:blipFill>
          <a:blip r:embed="rId4">
            <a:alphaModFix/>
          </a:blip>
          <a:stretch>
            <a:fillRect/>
          </a:stretch>
        </p:blipFill>
        <p:spPr>
          <a:xfrm>
            <a:off x="7355042" y="6755945"/>
            <a:ext cx="3645883" cy="1216220"/>
          </a:xfrm>
          <a:prstGeom prst="rect">
            <a:avLst/>
          </a:prstGeom>
          <a:noFill/>
          <a:ln>
            <a:noFill/>
          </a:ln>
        </p:spPr>
      </p:pic>
      <p:sp>
        <p:nvSpPr>
          <p:cNvPr id="526" name="Google Shape;526;p59"/>
          <p:cNvSpPr txBox="1"/>
          <p:nvPr/>
        </p:nvSpPr>
        <p:spPr>
          <a:xfrm>
            <a:off x="2950994" y="8107910"/>
            <a:ext cx="1973100" cy="85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accent6"/>
                </a:solidFill>
                <a:latin typeface="Roboto"/>
                <a:ea typeface="Roboto"/>
                <a:cs typeface="Roboto"/>
                <a:sym typeface="Roboto"/>
              </a:rPr>
              <a:t>Connected experiences</a:t>
            </a:r>
            <a:endParaRPr sz="2400">
              <a:solidFill>
                <a:schemeClr val="accent6"/>
              </a:solidFill>
              <a:latin typeface="Roboto"/>
              <a:ea typeface="Roboto"/>
              <a:cs typeface="Roboto"/>
              <a:sym typeface="Roboto"/>
            </a:endParaRPr>
          </a:p>
        </p:txBody>
      </p:sp>
      <p:sp>
        <p:nvSpPr>
          <p:cNvPr id="527" name="Google Shape;527;p59"/>
          <p:cNvSpPr/>
          <p:nvPr/>
        </p:nvSpPr>
        <p:spPr>
          <a:xfrm rot="-5400000">
            <a:off x="3777050" y="6874151"/>
            <a:ext cx="321000" cy="1973100"/>
          </a:xfrm>
          <a:prstGeom prst="leftBrace">
            <a:avLst>
              <a:gd fmla="val 8333" name="adj1"/>
              <a:gd fmla="val 51666" name="adj2"/>
            </a:avLst>
          </a:prstGeom>
          <a:noFill/>
          <a:ln cap="flat" cmpd="sng" w="381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59"/>
          <p:cNvSpPr txBox="1"/>
          <p:nvPr/>
        </p:nvSpPr>
        <p:spPr>
          <a:xfrm>
            <a:off x="13715122" y="8107910"/>
            <a:ext cx="1973100" cy="85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accent5"/>
                </a:solidFill>
                <a:latin typeface="Roboto"/>
                <a:ea typeface="Roboto"/>
                <a:cs typeface="Roboto"/>
                <a:sym typeface="Roboto"/>
              </a:rPr>
              <a:t>Backend systems</a:t>
            </a:r>
            <a:endParaRPr sz="2400">
              <a:solidFill>
                <a:schemeClr val="accent5"/>
              </a:solidFill>
              <a:latin typeface="Roboto"/>
              <a:ea typeface="Roboto"/>
              <a:cs typeface="Roboto"/>
              <a:sym typeface="Roboto"/>
            </a:endParaRPr>
          </a:p>
        </p:txBody>
      </p:sp>
      <p:sp>
        <p:nvSpPr>
          <p:cNvPr id="529" name="Google Shape;529;p59"/>
          <p:cNvSpPr/>
          <p:nvPr/>
        </p:nvSpPr>
        <p:spPr>
          <a:xfrm rot="-5400000">
            <a:off x="14491700" y="6866351"/>
            <a:ext cx="300900" cy="1968600"/>
          </a:xfrm>
          <a:prstGeom prst="leftBrace">
            <a:avLst>
              <a:gd fmla="val 8333" name="adj1"/>
              <a:gd fmla="val 50000" name="adj2"/>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5"/>
              </a:solidFill>
            </a:endParaRPr>
          </a:p>
        </p:txBody>
      </p:sp>
      <p:sp>
        <p:nvSpPr>
          <p:cNvPr id="530" name="Google Shape;530;p59"/>
          <p:cNvSpPr txBox="1"/>
          <p:nvPr/>
        </p:nvSpPr>
        <p:spPr>
          <a:xfrm>
            <a:off x="5325865" y="3810225"/>
            <a:ext cx="1131000" cy="657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Partner apps</a:t>
            </a:r>
            <a:endParaRPr sz="2000">
              <a:solidFill>
                <a:schemeClr val="lt1"/>
              </a:solidFill>
              <a:latin typeface="Roboto"/>
              <a:ea typeface="Roboto"/>
              <a:cs typeface="Roboto"/>
              <a:sym typeface="Roboto"/>
            </a:endParaRPr>
          </a:p>
        </p:txBody>
      </p:sp>
      <p:sp>
        <p:nvSpPr>
          <p:cNvPr id="531" name="Google Shape;531;p59"/>
          <p:cNvSpPr txBox="1"/>
          <p:nvPr/>
        </p:nvSpPr>
        <p:spPr>
          <a:xfrm>
            <a:off x="4866399" y="5303351"/>
            <a:ext cx="1516500" cy="657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Consumer </a:t>
            </a:r>
            <a:r>
              <a:rPr lang="en" sz="2000">
                <a:solidFill>
                  <a:schemeClr val="lt1"/>
                </a:solidFill>
                <a:latin typeface="Roboto"/>
                <a:ea typeface="Roboto"/>
                <a:cs typeface="Roboto"/>
                <a:sym typeface="Roboto"/>
              </a:rPr>
              <a:t>apps</a:t>
            </a:r>
            <a:endParaRPr sz="2000">
              <a:solidFill>
                <a:schemeClr val="lt1"/>
              </a:solidFill>
              <a:latin typeface="Roboto"/>
              <a:ea typeface="Roboto"/>
              <a:cs typeface="Roboto"/>
              <a:sym typeface="Roboto"/>
            </a:endParaRPr>
          </a:p>
        </p:txBody>
      </p:sp>
      <p:sp>
        <p:nvSpPr>
          <p:cNvPr id="532" name="Google Shape;532;p59"/>
          <p:cNvSpPr txBox="1"/>
          <p:nvPr/>
        </p:nvSpPr>
        <p:spPr>
          <a:xfrm>
            <a:off x="5341133" y="6932219"/>
            <a:ext cx="1343100" cy="657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Employee </a:t>
            </a:r>
            <a:r>
              <a:rPr lang="en" sz="2000">
                <a:solidFill>
                  <a:schemeClr val="lt1"/>
                </a:solidFill>
                <a:latin typeface="Roboto"/>
                <a:ea typeface="Roboto"/>
                <a:cs typeface="Roboto"/>
                <a:sym typeface="Roboto"/>
              </a:rPr>
              <a:t>apps</a:t>
            </a:r>
            <a:endParaRPr sz="2000">
              <a:solidFill>
                <a:schemeClr val="lt1"/>
              </a:solidFill>
              <a:latin typeface="Roboto"/>
              <a:ea typeface="Roboto"/>
              <a:cs typeface="Roboto"/>
              <a:sym typeface="Roboto"/>
            </a:endParaRPr>
          </a:p>
        </p:txBody>
      </p:sp>
      <p:sp>
        <p:nvSpPr>
          <p:cNvPr id="533" name="Google Shape;533;p59"/>
          <p:cNvSpPr txBox="1"/>
          <p:nvPr/>
        </p:nvSpPr>
        <p:spPr>
          <a:xfrm>
            <a:off x="12462024" y="3674486"/>
            <a:ext cx="1001700" cy="657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Cloud </a:t>
            </a:r>
            <a:r>
              <a:rPr lang="en" sz="2000">
                <a:solidFill>
                  <a:schemeClr val="lt1"/>
                </a:solidFill>
                <a:latin typeface="Roboto"/>
                <a:ea typeface="Roboto"/>
                <a:cs typeface="Roboto"/>
                <a:sym typeface="Roboto"/>
              </a:rPr>
              <a:t>apps</a:t>
            </a:r>
            <a:endParaRPr sz="2000">
              <a:solidFill>
                <a:schemeClr val="lt1"/>
              </a:solidFill>
              <a:latin typeface="Roboto"/>
              <a:ea typeface="Roboto"/>
              <a:cs typeface="Roboto"/>
              <a:sym typeface="Roboto"/>
            </a:endParaRPr>
          </a:p>
        </p:txBody>
      </p:sp>
      <p:sp>
        <p:nvSpPr>
          <p:cNvPr id="534" name="Google Shape;534;p59"/>
          <p:cNvSpPr txBox="1"/>
          <p:nvPr/>
        </p:nvSpPr>
        <p:spPr>
          <a:xfrm>
            <a:off x="12705339" y="5235483"/>
            <a:ext cx="1235400" cy="657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Systems of record</a:t>
            </a:r>
            <a:endParaRPr sz="2000">
              <a:solidFill>
                <a:schemeClr val="lt1"/>
              </a:solidFill>
              <a:latin typeface="Roboto"/>
              <a:ea typeface="Roboto"/>
              <a:cs typeface="Roboto"/>
              <a:sym typeface="Roboto"/>
            </a:endParaRPr>
          </a:p>
        </p:txBody>
      </p:sp>
      <p:sp>
        <p:nvSpPr>
          <p:cNvPr id="535" name="Google Shape;535;p59"/>
          <p:cNvSpPr txBox="1"/>
          <p:nvPr/>
        </p:nvSpPr>
        <p:spPr>
          <a:xfrm>
            <a:off x="11881701" y="6864350"/>
            <a:ext cx="1516500" cy="657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Roboto"/>
                <a:ea typeface="Roboto"/>
                <a:cs typeface="Roboto"/>
                <a:sym typeface="Roboto"/>
              </a:rPr>
              <a:t>Internet of Things</a:t>
            </a:r>
            <a:endParaRPr sz="2000">
              <a:solidFill>
                <a:schemeClr val="lt1"/>
              </a:solidFill>
              <a:latin typeface="Roboto"/>
              <a:ea typeface="Roboto"/>
              <a:cs typeface="Roboto"/>
              <a:sym typeface="Roboto"/>
            </a:endParaRPr>
          </a:p>
        </p:txBody>
      </p:sp>
      <p:sp>
        <p:nvSpPr>
          <p:cNvPr id="536" name="Google Shape;536;p59"/>
          <p:cNvSpPr txBox="1"/>
          <p:nvPr/>
        </p:nvSpPr>
        <p:spPr>
          <a:xfrm>
            <a:off x="6031929" y="8035365"/>
            <a:ext cx="6291000" cy="73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Design, Secure, Publish, Analyze, Monitor, and </a:t>
            </a:r>
            <a:r>
              <a:rPr lang="en" sz="2000">
                <a:solidFill>
                  <a:schemeClr val="lt1"/>
                </a:solidFill>
                <a:latin typeface="Roboto"/>
                <a:ea typeface="Roboto"/>
                <a:cs typeface="Roboto"/>
                <a:sym typeface="Roboto"/>
              </a:rPr>
              <a:t>Monetize</a:t>
            </a:r>
            <a:r>
              <a:rPr lang="en" sz="2000">
                <a:solidFill>
                  <a:schemeClr val="lt1"/>
                </a:solidFill>
                <a:latin typeface="Roboto"/>
                <a:ea typeface="Roboto"/>
                <a:cs typeface="Roboto"/>
                <a:sym typeface="Roboto"/>
              </a:rPr>
              <a:t> APIs Manage microservices, Leverage developer portal</a:t>
            </a:r>
            <a:endParaRPr sz="2000">
              <a:solidFill>
                <a:schemeClr val="lt1"/>
              </a:solidFill>
              <a:latin typeface="Roboto"/>
              <a:ea typeface="Roboto"/>
              <a:cs typeface="Roboto"/>
              <a:sym typeface="Roboto"/>
            </a:endParaRPr>
          </a:p>
        </p:txBody>
      </p:sp>
      <p:sp>
        <p:nvSpPr>
          <p:cNvPr id="537" name="Google Shape;537;p59"/>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Apigee Edge is a platform for developing and managing APIs</a:t>
            </a:r>
            <a:endParaRPr/>
          </a:p>
        </p:txBody>
      </p:sp>
      <p:sp>
        <p:nvSpPr>
          <p:cNvPr id="538" name="Google Shape;538;p5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5">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60"/>
          <p:cNvSpPr txBox="1"/>
          <p:nvPr/>
        </p:nvSpPr>
        <p:spPr>
          <a:xfrm>
            <a:off x="4042654" y="6172142"/>
            <a:ext cx="1868700" cy="65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i="0" lang="en" sz="2400" u="none" cap="none" strike="noStrike">
                <a:solidFill>
                  <a:schemeClr val="lt1"/>
                </a:solidFill>
                <a:latin typeface="Roboto"/>
                <a:ea typeface="Roboto"/>
                <a:cs typeface="Roboto"/>
                <a:sym typeface="Roboto"/>
              </a:rPr>
              <a:t>/payment</a:t>
            </a:r>
            <a:endParaRPr i="0" sz="2400" u="none" cap="none" strike="noStrike">
              <a:solidFill>
                <a:schemeClr val="lt1"/>
              </a:solidFill>
              <a:latin typeface="Roboto"/>
              <a:ea typeface="Roboto"/>
              <a:cs typeface="Roboto"/>
              <a:sym typeface="Roboto"/>
            </a:endParaRPr>
          </a:p>
        </p:txBody>
      </p:sp>
      <p:sp>
        <p:nvSpPr>
          <p:cNvPr id="544" name="Google Shape;544;p60"/>
          <p:cNvSpPr txBox="1"/>
          <p:nvPr/>
        </p:nvSpPr>
        <p:spPr>
          <a:xfrm>
            <a:off x="4042654" y="4408946"/>
            <a:ext cx="1868700" cy="65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i="0" lang="en" sz="2400" u="none" cap="none" strike="noStrike">
                <a:solidFill>
                  <a:schemeClr val="lt1"/>
                </a:solidFill>
                <a:latin typeface="Roboto"/>
                <a:ea typeface="Roboto"/>
                <a:cs typeface="Roboto"/>
                <a:sym typeface="Roboto"/>
              </a:rPr>
              <a:t>/order</a:t>
            </a:r>
            <a:endParaRPr i="0" sz="2400" u="none" cap="none" strike="noStrike">
              <a:solidFill>
                <a:schemeClr val="lt1"/>
              </a:solidFill>
              <a:latin typeface="Roboto"/>
              <a:ea typeface="Roboto"/>
              <a:cs typeface="Roboto"/>
              <a:sym typeface="Roboto"/>
            </a:endParaRPr>
          </a:p>
        </p:txBody>
      </p:sp>
      <p:sp>
        <p:nvSpPr>
          <p:cNvPr id="545" name="Google Shape;545;p60"/>
          <p:cNvSpPr/>
          <p:nvPr/>
        </p:nvSpPr>
        <p:spPr>
          <a:xfrm>
            <a:off x="6394500" y="3656250"/>
            <a:ext cx="4069500" cy="4164000"/>
          </a:xfrm>
          <a:prstGeom prst="roundRect">
            <a:avLst>
              <a:gd fmla="val 4679" name="adj"/>
            </a:avLst>
          </a:prstGeom>
          <a:solidFill>
            <a:srgbClr val="CFE2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_phone_android_black_24dp_2x.png" id="546" name="Google Shape;546;p60"/>
          <p:cNvPicPr preferRelativeResize="0"/>
          <p:nvPr/>
        </p:nvPicPr>
        <p:blipFill rotWithShape="1">
          <a:blip r:embed="rId3">
            <a:alphaModFix amt="54000"/>
          </a:blip>
          <a:srcRect b="0" l="0" r="0" t="0"/>
          <a:stretch/>
        </p:blipFill>
        <p:spPr>
          <a:xfrm>
            <a:off x="3081836" y="6278710"/>
            <a:ext cx="800864" cy="988797"/>
          </a:xfrm>
          <a:prstGeom prst="rect">
            <a:avLst/>
          </a:prstGeom>
          <a:noFill/>
          <a:ln>
            <a:noFill/>
          </a:ln>
        </p:spPr>
      </p:pic>
      <p:pic>
        <p:nvPicPr>
          <p:cNvPr descr="ic_computer_black_24dp_2x.png" id="547" name="Google Shape;547;p60"/>
          <p:cNvPicPr preferRelativeResize="0"/>
          <p:nvPr/>
        </p:nvPicPr>
        <p:blipFill>
          <a:blip r:embed="rId4">
            <a:alphaModFix amt="54000"/>
          </a:blip>
          <a:stretch>
            <a:fillRect/>
          </a:stretch>
        </p:blipFill>
        <p:spPr>
          <a:xfrm>
            <a:off x="2318624" y="4410638"/>
            <a:ext cx="1373025" cy="1373025"/>
          </a:xfrm>
          <a:prstGeom prst="rect">
            <a:avLst/>
          </a:prstGeom>
          <a:noFill/>
          <a:ln>
            <a:noFill/>
          </a:ln>
        </p:spPr>
      </p:pic>
      <p:pic>
        <p:nvPicPr>
          <p:cNvPr descr="ic_dvr_black_24dp_2x.png" id="548" name="Google Shape;548;p60"/>
          <p:cNvPicPr preferRelativeResize="0"/>
          <p:nvPr/>
        </p:nvPicPr>
        <p:blipFill rotWithShape="1">
          <a:blip r:embed="rId5">
            <a:alphaModFix amt="54000"/>
          </a:blip>
          <a:srcRect b="0" l="0" r="0" t="0"/>
          <a:stretch/>
        </p:blipFill>
        <p:spPr>
          <a:xfrm>
            <a:off x="2318633" y="6278710"/>
            <a:ext cx="800864" cy="988797"/>
          </a:xfrm>
          <a:prstGeom prst="rect">
            <a:avLst/>
          </a:prstGeom>
          <a:noFill/>
          <a:ln>
            <a:noFill/>
          </a:ln>
        </p:spPr>
      </p:pic>
      <p:sp>
        <p:nvSpPr>
          <p:cNvPr id="549" name="Google Shape;549;p60"/>
          <p:cNvSpPr txBox="1"/>
          <p:nvPr/>
        </p:nvSpPr>
        <p:spPr>
          <a:xfrm>
            <a:off x="2219550" y="7445125"/>
            <a:ext cx="2419200" cy="152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i="0" lang="en" sz="2400" u="none" cap="none" strike="noStrike">
                <a:solidFill>
                  <a:schemeClr val="lt1"/>
                </a:solidFill>
                <a:latin typeface="Roboto"/>
                <a:ea typeface="Roboto"/>
                <a:cs typeface="Roboto"/>
                <a:sym typeface="Roboto"/>
              </a:rPr>
              <a:t>Partner, </a:t>
            </a:r>
            <a:r>
              <a:rPr lang="en" sz="2400">
                <a:solidFill>
                  <a:schemeClr val="lt1"/>
                </a:solidFill>
                <a:latin typeface="Roboto"/>
                <a:ea typeface="Roboto"/>
                <a:cs typeface="Roboto"/>
                <a:sym typeface="Roboto"/>
              </a:rPr>
              <a:t>c</a:t>
            </a:r>
            <a:r>
              <a:rPr i="0" lang="en" sz="2400" u="none" cap="none" strike="noStrike">
                <a:solidFill>
                  <a:schemeClr val="lt1"/>
                </a:solidFill>
                <a:latin typeface="Roboto"/>
                <a:ea typeface="Roboto"/>
                <a:cs typeface="Roboto"/>
                <a:sym typeface="Roboto"/>
              </a:rPr>
              <a:t>onsumer, and </a:t>
            </a:r>
            <a:r>
              <a:rPr lang="en" sz="2400">
                <a:solidFill>
                  <a:schemeClr val="lt1"/>
                </a:solidFill>
                <a:latin typeface="Roboto"/>
                <a:ea typeface="Roboto"/>
                <a:cs typeface="Roboto"/>
                <a:sym typeface="Roboto"/>
              </a:rPr>
              <a:t>e</a:t>
            </a:r>
            <a:r>
              <a:rPr i="0" lang="en" sz="2400" u="none" cap="none" strike="noStrike">
                <a:solidFill>
                  <a:schemeClr val="lt1"/>
                </a:solidFill>
                <a:latin typeface="Roboto"/>
                <a:ea typeface="Roboto"/>
                <a:cs typeface="Roboto"/>
                <a:sym typeface="Roboto"/>
              </a:rPr>
              <a:t>mployee </a:t>
            </a:r>
            <a:r>
              <a:rPr lang="en" sz="2400">
                <a:solidFill>
                  <a:schemeClr val="lt1"/>
                </a:solidFill>
                <a:latin typeface="Roboto"/>
                <a:ea typeface="Roboto"/>
                <a:cs typeface="Roboto"/>
                <a:sym typeface="Roboto"/>
              </a:rPr>
              <a:t>a</a:t>
            </a:r>
            <a:r>
              <a:rPr i="0" lang="en" sz="2400" u="none" cap="none" strike="noStrike">
                <a:solidFill>
                  <a:schemeClr val="lt1"/>
                </a:solidFill>
                <a:latin typeface="Roboto"/>
                <a:ea typeface="Roboto"/>
                <a:cs typeface="Roboto"/>
                <a:sym typeface="Roboto"/>
              </a:rPr>
              <a:t>pps</a:t>
            </a:r>
            <a:endParaRPr i="0" sz="2400" u="none" cap="none" strike="noStrike">
              <a:solidFill>
                <a:schemeClr val="lt1"/>
              </a:solidFill>
              <a:latin typeface="Roboto"/>
              <a:ea typeface="Roboto"/>
              <a:cs typeface="Roboto"/>
              <a:sym typeface="Roboto"/>
            </a:endParaRPr>
          </a:p>
        </p:txBody>
      </p:sp>
      <p:sp>
        <p:nvSpPr>
          <p:cNvPr id="550" name="Google Shape;550;p60"/>
          <p:cNvSpPr txBox="1"/>
          <p:nvPr/>
        </p:nvSpPr>
        <p:spPr>
          <a:xfrm>
            <a:off x="13304250" y="8179378"/>
            <a:ext cx="2764200" cy="587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2400" u="none" cap="none" strike="noStrike">
                <a:solidFill>
                  <a:schemeClr val="lt1"/>
                </a:solidFill>
                <a:latin typeface="Roboto"/>
                <a:ea typeface="Roboto"/>
                <a:cs typeface="Roboto"/>
                <a:sym typeface="Roboto"/>
              </a:rPr>
              <a:t>Legacy </a:t>
            </a:r>
            <a:r>
              <a:rPr lang="en" sz="2400">
                <a:solidFill>
                  <a:schemeClr val="lt1"/>
                </a:solidFill>
                <a:latin typeface="Roboto"/>
                <a:ea typeface="Roboto"/>
                <a:cs typeface="Roboto"/>
                <a:sym typeface="Roboto"/>
              </a:rPr>
              <a:t>a</a:t>
            </a:r>
            <a:r>
              <a:rPr b="0" i="0" lang="en" sz="2400" u="none" cap="none" strike="noStrike">
                <a:solidFill>
                  <a:schemeClr val="lt1"/>
                </a:solidFill>
                <a:latin typeface="Roboto"/>
                <a:ea typeface="Roboto"/>
                <a:cs typeface="Roboto"/>
                <a:sym typeface="Roboto"/>
              </a:rPr>
              <a:t>pp</a:t>
            </a:r>
            <a:endParaRPr b="0" i="0" sz="2400" u="none" cap="none" strike="noStrike">
              <a:solidFill>
                <a:schemeClr val="lt1"/>
              </a:solidFill>
              <a:latin typeface="Roboto"/>
              <a:ea typeface="Roboto"/>
              <a:cs typeface="Roboto"/>
              <a:sym typeface="Roboto"/>
            </a:endParaRPr>
          </a:p>
        </p:txBody>
      </p:sp>
      <p:cxnSp>
        <p:nvCxnSpPr>
          <p:cNvPr id="551" name="Google Shape;551;p60"/>
          <p:cNvCxnSpPr/>
          <p:nvPr/>
        </p:nvCxnSpPr>
        <p:spPr>
          <a:xfrm>
            <a:off x="3963173" y="5032325"/>
            <a:ext cx="2139900" cy="10800"/>
          </a:xfrm>
          <a:prstGeom prst="straightConnector1">
            <a:avLst/>
          </a:prstGeom>
          <a:noFill/>
          <a:ln cap="flat" cmpd="sng" w="19050">
            <a:solidFill>
              <a:schemeClr val="accent2"/>
            </a:solidFill>
            <a:prstDash val="solid"/>
            <a:round/>
            <a:headEnd len="sm" w="sm" type="none"/>
            <a:tailEnd len="med" w="med" type="triangle"/>
          </a:ln>
        </p:spPr>
      </p:cxnSp>
      <p:cxnSp>
        <p:nvCxnSpPr>
          <p:cNvPr id="552" name="Google Shape;552;p60"/>
          <p:cNvCxnSpPr/>
          <p:nvPr/>
        </p:nvCxnSpPr>
        <p:spPr>
          <a:xfrm>
            <a:off x="3951650" y="6753125"/>
            <a:ext cx="2151300" cy="0"/>
          </a:xfrm>
          <a:prstGeom prst="straightConnector1">
            <a:avLst/>
          </a:prstGeom>
          <a:noFill/>
          <a:ln cap="flat" cmpd="sng" w="19050">
            <a:solidFill>
              <a:schemeClr val="accent4"/>
            </a:solidFill>
            <a:prstDash val="solid"/>
            <a:round/>
            <a:headEnd len="sm" w="sm" type="none"/>
            <a:tailEnd len="med" w="med" type="triangle"/>
          </a:ln>
        </p:spPr>
      </p:cxnSp>
      <p:cxnSp>
        <p:nvCxnSpPr>
          <p:cNvPr id="553" name="Google Shape;553;p60"/>
          <p:cNvCxnSpPr/>
          <p:nvPr/>
        </p:nvCxnSpPr>
        <p:spPr>
          <a:xfrm>
            <a:off x="10174916" y="5037737"/>
            <a:ext cx="3483600" cy="0"/>
          </a:xfrm>
          <a:prstGeom prst="straightConnector1">
            <a:avLst/>
          </a:prstGeom>
          <a:noFill/>
          <a:ln cap="flat" cmpd="sng" w="19050">
            <a:solidFill>
              <a:schemeClr val="accent2"/>
            </a:solidFill>
            <a:prstDash val="solid"/>
            <a:round/>
            <a:headEnd len="sm" w="sm" type="none"/>
            <a:tailEnd len="med" w="med" type="triangle"/>
          </a:ln>
        </p:spPr>
      </p:cxnSp>
      <p:cxnSp>
        <p:nvCxnSpPr>
          <p:cNvPr id="554" name="Google Shape;554;p60"/>
          <p:cNvCxnSpPr>
            <a:endCxn id="555" idx="1"/>
          </p:cNvCxnSpPr>
          <p:nvPr/>
        </p:nvCxnSpPr>
        <p:spPr>
          <a:xfrm>
            <a:off x="10174900" y="7188660"/>
            <a:ext cx="3692700" cy="11400"/>
          </a:xfrm>
          <a:prstGeom prst="straightConnector1">
            <a:avLst/>
          </a:prstGeom>
          <a:noFill/>
          <a:ln cap="flat" cmpd="sng" w="19050">
            <a:solidFill>
              <a:schemeClr val="accent4"/>
            </a:solidFill>
            <a:prstDash val="solid"/>
            <a:round/>
            <a:headEnd len="sm" w="sm" type="none"/>
            <a:tailEnd len="med" w="med" type="triangle"/>
          </a:ln>
        </p:spPr>
      </p:cxnSp>
      <p:sp>
        <p:nvSpPr>
          <p:cNvPr id="556" name="Google Shape;556;p60"/>
          <p:cNvSpPr txBox="1"/>
          <p:nvPr/>
        </p:nvSpPr>
        <p:spPr>
          <a:xfrm>
            <a:off x="11498175" y="3623950"/>
            <a:ext cx="1868700" cy="65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i="0" lang="en" sz="2400" u="none" cap="none" strike="noStrike">
                <a:solidFill>
                  <a:schemeClr val="lt1"/>
                </a:solidFill>
                <a:latin typeface="Roboto"/>
                <a:ea typeface="Roboto"/>
                <a:cs typeface="Roboto"/>
                <a:sym typeface="Roboto"/>
              </a:rPr>
              <a:t>/account</a:t>
            </a:r>
            <a:endParaRPr i="0" sz="2400" u="none" cap="none" strike="noStrike">
              <a:solidFill>
                <a:schemeClr val="lt1"/>
              </a:solidFill>
              <a:latin typeface="Roboto"/>
              <a:ea typeface="Roboto"/>
              <a:cs typeface="Roboto"/>
              <a:sym typeface="Roboto"/>
            </a:endParaRPr>
          </a:p>
        </p:txBody>
      </p:sp>
      <p:sp>
        <p:nvSpPr>
          <p:cNvPr id="557" name="Google Shape;557;p60"/>
          <p:cNvSpPr txBox="1"/>
          <p:nvPr/>
        </p:nvSpPr>
        <p:spPr>
          <a:xfrm>
            <a:off x="11498175" y="4485146"/>
            <a:ext cx="1868700" cy="65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2400" u="none" cap="none" strike="noStrike">
                <a:solidFill>
                  <a:schemeClr val="lt1"/>
                </a:solidFill>
                <a:latin typeface="Roboto"/>
                <a:ea typeface="Roboto"/>
                <a:cs typeface="Roboto"/>
                <a:sym typeface="Roboto"/>
              </a:rPr>
              <a:t>/history</a:t>
            </a:r>
            <a:endParaRPr b="0" i="0" sz="2400" u="none" cap="none" strike="noStrike">
              <a:solidFill>
                <a:schemeClr val="lt1"/>
              </a:solidFill>
              <a:latin typeface="Roboto"/>
              <a:ea typeface="Roboto"/>
              <a:cs typeface="Roboto"/>
              <a:sym typeface="Roboto"/>
            </a:endParaRPr>
          </a:p>
        </p:txBody>
      </p:sp>
      <p:sp>
        <p:nvSpPr>
          <p:cNvPr id="558" name="Google Shape;558;p60"/>
          <p:cNvSpPr txBox="1"/>
          <p:nvPr/>
        </p:nvSpPr>
        <p:spPr>
          <a:xfrm>
            <a:off x="11498175" y="6599821"/>
            <a:ext cx="31482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i="0" lang="en" sz="2400" u="none" cap="none" strike="noStrike">
                <a:solidFill>
                  <a:schemeClr val="lt1"/>
                </a:solidFill>
                <a:latin typeface="Roboto"/>
                <a:ea typeface="Roboto"/>
                <a:cs typeface="Roboto"/>
                <a:sym typeface="Roboto"/>
              </a:rPr>
              <a:t>/creditgateway</a:t>
            </a:r>
            <a:endParaRPr i="0" sz="2400" u="none" cap="none" strike="noStrike">
              <a:solidFill>
                <a:schemeClr val="lt1"/>
              </a:solidFill>
              <a:latin typeface="Roboto"/>
              <a:ea typeface="Roboto"/>
              <a:cs typeface="Roboto"/>
              <a:sym typeface="Roboto"/>
            </a:endParaRPr>
          </a:p>
        </p:txBody>
      </p:sp>
      <p:sp>
        <p:nvSpPr>
          <p:cNvPr id="559" name="Google Shape;559;p60"/>
          <p:cNvSpPr txBox="1"/>
          <p:nvPr/>
        </p:nvSpPr>
        <p:spPr>
          <a:xfrm>
            <a:off x="11574375" y="7445125"/>
            <a:ext cx="1868700" cy="98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i="0" lang="en" sz="2400" u="none" cap="none" strike="noStrike">
                <a:solidFill>
                  <a:schemeClr val="lt1"/>
                </a:solidFill>
                <a:latin typeface="Roboto"/>
                <a:ea typeface="Roboto"/>
                <a:cs typeface="Roboto"/>
                <a:sym typeface="Roboto"/>
              </a:rPr>
              <a:t>/rewards</a:t>
            </a:r>
            <a:endParaRPr i="0" sz="2400" u="none" cap="none" strike="noStrike">
              <a:solidFill>
                <a:schemeClr val="lt1"/>
              </a:solidFill>
              <a:latin typeface="Roboto"/>
              <a:ea typeface="Roboto"/>
              <a:cs typeface="Roboto"/>
              <a:sym typeface="Roboto"/>
            </a:endParaRPr>
          </a:p>
        </p:txBody>
      </p:sp>
      <p:sp>
        <p:nvSpPr>
          <p:cNvPr id="560" name="Google Shape;560;p60"/>
          <p:cNvSpPr txBox="1"/>
          <p:nvPr/>
        </p:nvSpPr>
        <p:spPr>
          <a:xfrm>
            <a:off x="7803750" y="8080674"/>
            <a:ext cx="1231200" cy="770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3600" u="none" cap="none" strike="noStrike">
                <a:solidFill>
                  <a:schemeClr val="dk1"/>
                </a:solidFill>
                <a:latin typeface="Roboto"/>
                <a:ea typeface="Roboto"/>
                <a:cs typeface="Roboto"/>
                <a:sym typeface="Roboto"/>
              </a:rPr>
              <a:t>APIs</a:t>
            </a:r>
            <a:endParaRPr i="0" sz="3600" u="none" cap="none" strike="noStrike">
              <a:solidFill>
                <a:schemeClr val="dk1"/>
              </a:solidFill>
              <a:latin typeface="Roboto"/>
              <a:ea typeface="Roboto"/>
              <a:cs typeface="Roboto"/>
              <a:sym typeface="Roboto"/>
            </a:endParaRPr>
          </a:p>
        </p:txBody>
      </p:sp>
      <p:sp>
        <p:nvSpPr>
          <p:cNvPr id="561" name="Google Shape;561;p60"/>
          <p:cNvSpPr/>
          <p:nvPr/>
        </p:nvSpPr>
        <p:spPr>
          <a:xfrm>
            <a:off x="13778100" y="3427650"/>
            <a:ext cx="2419200" cy="1852500"/>
          </a:xfrm>
          <a:prstGeom prst="roundRect">
            <a:avLst>
              <a:gd fmla="val 7586" name="adj"/>
            </a:avLst>
          </a:prstGeom>
          <a:solidFill>
            <a:schemeClr val="accent2"/>
          </a:solidFill>
          <a:ln cap="flat" cmpd="sng" w="9525">
            <a:solidFill>
              <a:srgbClr val="A7A7A7"/>
            </a:solidFill>
            <a:prstDash val="solid"/>
            <a:round/>
            <a:headEnd len="sm" w="sm" type="none"/>
            <a:tailEnd len="sm" w="sm" type="none"/>
          </a:ln>
        </p:spPr>
        <p:txBody>
          <a:bodyPr anchorCtr="0" anchor="ctr" bIns="91425" lIns="18287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2400" u="none" cap="none" strike="noStrike">
                <a:solidFill>
                  <a:srgbClr val="FFFFFF"/>
                </a:solidFill>
                <a:latin typeface="Roboto"/>
                <a:ea typeface="Roboto"/>
                <a:cs typeface="Roboto"/>
                <a:sym typeface="Roboto"/>
              </a:rPr>
              <a:t>Backend application component on </a:t>
            </a:r>
            <a:r>
              <a:rPr lang="en" sz="2400">
                <a:solidFill>
                  <a:srgbClr val="FFFFFF"/>
                </a:solidFill>
                <a:latin typeface="Roboto"/>
                <a:ea typeface="Roboto"/>
                <a:cs typeface="Roboto"/>
                <a:sym typeface="Roboto"/>
              </a:rPr>
              <a:t>Google Cloud</a:t>
            </a:r>
            <a:endParaRPr b="0" i="0" sz="2400" u="none" cap="none" strike="noStrike">
              <a:solidFill>
                <a:srgbClr val="FFFFFF"/>
              </a:solidFill>
              <a:latin typeface="Roboto"/>
              <a:ea typeface="Roboto"/>
              <a:cs typeface="Roboto"/>
              <a:sym typeface="Roboto"/>
            </a:endParaRPr>
          </a:p>
        </p:txBody>
      </p:sp>
      <p:sp>
        <p:nvSpPr>
          <p:cNvPr id="562" name="Google Shape;562;p60"/>
          <p:cNvSpPr txBox="1"/>
          <p:nvPr/>
        </p:nvSpPr>
        <p:spPr>
          <a:xfrm>
            <a:off x="6734363" y="5260925"/>
            <a:ext cx="1668600" cy="7710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808080"/>
              </a:buClr>
              <a:buSzPts val="700"/>
              <a:buFont typeface="Open Sans"/>
              <a:buNone/>
            </a:pPr>
            <a:r>
              <a:rPr i="0" lang="en" sz="2400" u="none" cap="none" strike="noStrike">
                <a:solidFill>
                  <a:schemeClr val="accent2"/>
                </a:solidFill>
                <a:latin typeface="Google Sans"/>
                <a:ea typeface="Google Sans"/>
                <a:cs typeface="Google Sans"/>
                <a:sym typeface="Google Sans"/>
              </a:rPr>
              <a:t>Cloud Endpoints</a:t>
            </a:r>
            <a:endParaRPr i="0" sz="2400" u="none" cap="none" strike="noStrike">
              <a:solidFill>
                <a:schemeClr val="accent2"/>
              </a:solidFill>
              <a:latin typeface="Google Sans"/>
              <a:ea typeface="Google Sans"/>
              <a:cs typeface="Google Sans"/>
              <a:sym typeface="Google Sans"/>
            </a:endParaRPr>
          </a:p>
        </p:txBody>
      </p:sp>
      <p:pic>
        <p:nvPicPr>
          <p:cNvPr descr="Cloud-Endpoints.png" id="563" name="Google Shape;563;p60"/>
          <p:cNvPicPr preferRelativeResize="0"/>
          <p:nvPr/>
        </p:nvPicPr>
        <p:blipFill>
          <a:blip r:embed="rId6">
            <a:alphaModFix/>
          </a:blip>
          <a:stretch>
            <a:fillRect/>
          </a:stretch>
        </p:blipFill>
        <p:spPr>
          <a:xfrm>
            <a:off x="6882863" y="3915909"/>
            <a:ext cx="1371600" cy="1371600"/>
          </a:xfrm>
          <a:prstGeom prst="rect">
            <a:avLst/>
          </a:prstGeom>
          <a:noFill/>
          <a:ln>
            <a:noFill/>
          </a:ln>
        </p:spPr>
      </p:pic>
      <p:pic>
        <p:nvPicPr>
          <p:cNvPr id="564" name="Google Shape;564;p60"/>
          <p:cNvPicPr preferRelativeResize="0"/>
          <p:nvPr/>
        </p:nvPicPr>
        <p:blipFill rotWithShape="1">
          <a:blip r:embed="rId7">
            <a:alphaModFix/>
          </a:blip>
          <a:srcRect b="0" l="0" r="0" t="0"/>
          <a:stretch/>
        </p:blipFill>
        <p:spPr>
          <a:xfrm>
            <a:off x="13926300" y="6820888"/>
            <a:ext cx="1520100" cy="1520100"/>
          </a:xfrm>
          <a:prstGeom prst="rect">
            <a:avLst/>
          </a:prstGeom>
          <a:noFill/>
          <a:ln>
            <a:noFill/>
          </a:ln>
        </p:spPr>
      </p:pic>
      <p:pic>
        <p:nvPicPr>
          <p:cNvPr id="565" name="Google Shape;565;p60"/>
          <p:cNvPicPr preferRelativeResize="0"/>
          <p:nvPr/>
        </p:nvPicPr>
        <p:blipFill>
          <a:blip r:embed="rId8">
            <a:alphaModFix/>
          </a:blip>
          <a:stretch>
            <a:fillRect/>
          </a:stretch>
        </p:blipFill>
        <p:spPr>
          <a:xfrm>
            <a:off x="8676125" y="4116816"/>
            <a:ext cx="1589792" cy="1122209"/>
          </a:xfrm>
          <a:prstGeom prst="rect">
            <a:avLst/>
          </a:prstGeom>
          <a:noFill/>
          <a:ln>
            <a:noFill/>
          </a:ln>
        </p:spPr>
      </p:pic>
      <p:pic>
        <p:nvPicPr>
          <p:cNvPr id="566" name="Google Shape;566;p60"/>
          <p:cNvPicPr preferRelativeResize="0"/>
          <p:nvPr/>
        </p:nvPicPr>
        <p:blipFill>
          <a:blip r:embed="rId8">
            <a:alphaModFix/>
          </a:blip>
          <a:stretch>
            <a:fillRect/>
          </a:stretch>
        </p:blipFill>
        <p:spPr>
          <a:xfrm>
            <a:off x="8676125" y="6250416"/>
            <a:ext cx="1589792" cy="1122209"/>
          </a:xfrm>
          <a:prstGeom prst="rect">
            <a:avLst/>
          </a:prstGeom>
          <a:noFill/>
          <a:ln>
            <a:noFill/>
          </a:ln>
        </p:spPr>
      </p:pic>
      <p:pic>
        <p:nvPicPr>
          <p:cNvPr id="567" name="Google Shape;567;p60"/>
          <p:cNvPicPr preferRelativeResize="0"/>
          <p:nvPr/>
        </p:nvPicPr>
        <p:blipFill>
          <a:blip r:embed="rId9">
            <a:alphaModFix/>
          </a:blip>
          <a:stretch>
            <a:fillRect/>
          </a:stretch>
        </p:blipFill>
        <p:spPr>
          <a:xfrm>
            <a:off x="6682500" y="6574975"/>
            <a:ext cx="1698779" cy="575316"/>
          </a:xfrm>
          <a:prstGeom prst="rect">
            <a:avLst/>
          </a:prstGeom>
          <a:noFill/>
          <a:ln>
            <a:noFill/>
          </a:ln>
        </p:spPr>
      </p:pic>
      <p:sp>
        <p:nvSpPr>
          <p:cNvPr id="568" name="Google Shape;568;p60"/>
          <p:cNvSpPr/>
          <p:nvPr/>
        </p:nvSpPr>
        <p:spPr>
          <a:xfrm>
            <a:off x="11124400" y="5035575"/>
            <a:ext cx="553200" cy="409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60"/>
          <p:cNvSpPr/>
          <p:nvPr/>
        </p:nvSpPr>
        <p:spPr>
          <a:xfrm>
            <a:off x="13639000" y="3968775"/>
            <a:ext cx="553200" cy="409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60"/>
          <p:cNvSpPr/>
          <p:nvPr/>
        </p:nvSpPr>
        <p:spPr>
          <a:xfrm>
            <a:off x="13867600" y="7778775"/>
            <a:ext cx="553200" cy="409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60"/>
          <p:cNvSpPr/>
          <p:nvPr/>
        </p:nvSpPr>
        <p:spPr>
          <a:xfrm>
            <a:off x="11124400" y="6788175"/>
            <a:ext cx="553200" cy="409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2" name="Google Shape;572;p60"/>
          <p:cNvCxnSpPr>
            <a:stCxn id="568" idx="0"/>
            <a:endCxn id="569" idx="1"/>
          </p:cNvCxnSpPr>
          <p:nvPr/>
        </p:nvCxnSpPr>
        <p:spPr>
          <a:xfrm rot="-5400000">
            <a:off x="12089050" y="3485625"/>
            <a:ext cx="861900" cy="2238000"/>
          </a:xfrm>
          <a:prstGeom prst="bentConnector2">
            <a:avLst/>
          </a:prstGeom>
          <a:noFill/>
          <a:ln cap="flat" cmpd="sng" w="19050">
            <a:solidFill>
              <a:schemeClr val="accent2"/>
            </a:solidFill>
            <a:prstDash val="solid"/>
            <a:round/>
            <a:headEnd len="med" w="med" type="none"/>
            <a:tailEnd len="med" w="med" type="triangle"/>
          </a:ln>
        </p:spPr>
      </p:cxnSp>
      <p:cxnSp>
        <p:nvCxnSpPr>
          <p:cNvPr id="573" name="Google Shape;573;p60"/>
          <p:cNvCxnSpPr>
            <a:stCxn id="571" idx="2"/>
            <a:endCxn id="570" idx="1"/>
          </p:cNvCxnSpPr>
          <p:nvPr/>
        </p:nvCxnSpPr>
        <p:spPr>
          <a:xfrm flipH="1" rot="-5400000">
            <a:off x="12241450" y="6357525"/>
            <a:ext cx="785700" cy="2466600"/>
          </a:xfrm>
          <a:prstGeom prst="bentConnector2">
            <a:avLst/>
          </a:prstGeom>
          <a:noFill/>
          <a:ln cap="flat" cmpd="sng" w="19050">
            <a:solidFill>
              <a:schemeClr val="accent4"/>
            </a:solidFill>
            <a:prstDash val="solid"/>
            <a:round/>
            <a:headEnd len="med" w="med" type="none"/>
            <a:tailEnd len="med" w="med" type="triangle"/>
          </a:ln>
        </p:spPr>
      </p:cxnSp>
      <p:sp>
        <p:nvSpPr>
          <p:cNvPr id="555" name="Google Shape;555;p60"/>
          <p:cNvSpPr/>
          <p:nvPr/>
        </p:nvSpPr>
        <p:spPr>
          <a:xfrm>
            <a:off x="13867600" y="6995160"/>
            <a:ext cx="553200" cy="409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60"/>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API gateway enables clients to retrieve data from multiple services with a single request</a:t>
            </a:r>
            <a:endParaRPr/>
          </a:p>
        </p:txBody>
      </p:sp>
      <p:sp>
        <p:nvSpPr>
          <p:cNvPr id="575" name="Google Shape;575;p6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10">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61"/>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The Purpose of APIs</a:t>
            </a:r>
            <a:endParaRPr sz="3500"/>
          </a:p>
          <a:p>
            <a:pPr indent="0" lvl="0" marL="0" rtl="0" algn="l">
              <a:spcBef>
                <a:spcPts val="2900"/>
              </a:spcBef>
              <a:spcAft>
                <a:spcPts val="0"/>
              </a:spcAft>
              <a:buNone/>
            </a:pPr>
            <a:r>
              <a:rPr lang="en" sz="3500"/>
              <a:t>Cloud Endpoints</a:t>
            </a:r>
            <a:endParaRPr sz="3500"/>
          </a:p>
          <a:p>
            <a:pPr indent="0" lvl="0" marL="0" rtl="0" algn="l">
              <a:spcBef>
                <a:spcPts val="2900"/>
              </a:spcBef>
              <a:spcAft>
                <a:spcPts val="0"/>
              </a:spcAft>
              <a:buNone/>
            </a:pPr>
            <a:r>
              <a:rPr lang="en" sz="3500"/>
              <a:t>Lab: Cloud Endpoints: Qwik Start</a:t>
            </a:r>
            <a:endParaRPr sz="3500"/>
          </a:p>
          <a:p>
            <a:pPr indent="0" lvl="0" marL="0" rtl="0" algn="l">
              <a:spcBef>
                <a:spcPts val="2900"/>
              </a:spcBef>
              <a:spcAft>
                <a:spcPts val="0"/>
              </a:spcAft>
              <a:buNone/>
            </a:pPr>
            <a:r>
              <a:rPr lang="en" sz="3500"/>
              <a:t>Using Apigee Edge</a:t>
            </a:r>
            <a:endParaRPr sz="3500"/>
          </a:p>
          <a:p>
            <a:pPr indent="0" lvl="0" marL="0" rtl="0" algn="l">
              <a:spcBef>
                <a:spcPts val="2900"/>
              </a:spcBef>
              <a:spcAft>
                <a:spcPts val="0"/>
              </a:spcAft>
              <a:buNone/>
            </a:pPr>
            <a:r>
              <a:rPr lang="en" sz="3500">
                <a:solidFill>
                  <a:schemeClr val="accent2"/>
                </a:solidFill>
              </a:rPr>
              <a:t>Managed Message Services</a:t>
            </a:r>
            <a:endParaRPr sz="3500">
              <a:solidFill>
                <a:schemeClr val="accent2"/>
              </a:solidFill>
            </a:endParaRPr>
          </a:p>
          <a:p>
            <a:pPr indent="0" lvl="0" marL="0" rtl="0" algn="l">
              <a:spcBef>
                <a:spcPts val="2900"/>
              </a:spcBef>
              <a:spcAft>
                <a:spcPts val="2900"/>
              </a:spcAft>
              <a:buNone/>
            </a:pPr>
            <a:r>
              <a:rPr lang="en" sz="3500"/>
              <a:t>Pub/Sub</a:t>
            </a:r>
            <a:endParaRPr sz="3500"/>
          </a:p>
        </p:txBody>
      </p:sp>
      <p:sp>
        <p:nvSpPr>
          <p:cNvPr id="581" name="Google Shape;581;p61"/>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582" name="Google Shape;582;p6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62"/>
          <p:cNvSpPr/>
          <p:nvPr/>
        </p:nvSpPr>
        <p:spPr>
          <a:xfrm>
            <a:off x="10839151" y="4712428"/>
            <a:ext cx="1828800" cy="3234300"/>
          </a:xfrm>
          <a:prstGeom prst="roundRect">
            <a:avLst>
              <a:gd fmla="val 3470" name="adj"/>
            </a:avLst>
          </a:prstGeom>
          <a:solidFill>
            <a:srgbClr val="D9EAD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2700" u="none" cap="none" strike="noStrike">
                <a:solidFill>
                  <a:schemeClr val="lt1"/>
                </a:solidFill>
                <a:latin typeface="Roboto"/>
                <a:ea typeface="Roboto"/>
                <a:cs typeface="Roboto"/>
                <a:sym typeface="Roboto"/>
              </a:rPr>
              <a:t>Analyze</a:t>
            </a:r>
            <a:endParaRPr b="0" i="0" sz="2700" u="none" cap="none" strike="noStrike">
              <a:solidFill>
                <a:schemeClr val="lt1"/>
              </a:solidFill>
              <a:latin typeface="Roboto"/>
              <a:ea typeface="Roboto"/>
              <a:cs typeface="Roboto"/>
              <a:sym typeface="Roboto"/>
            </a:endParaRPr>
          </a:p>
        </p:txBody>
      </p:sp>
      <p:sp>
        <p:nvSpPr>
          <p:cNvPr id="588" name="Google Shape;588;p62"/>
          <p:cNvSpPr/>
          <p:nvPr/>
        </p:nvSpPr>
        <p:spPr>
          <a:xfrm>
            <a:off x="8073449" y="4712428"/>
            <a:ext cx="1828800" cy="3234300"/>
          </a:xfrm>
          <a:prstGeom prst="roundRect">
            <a:avLst>
              <a:gd fmla="val 4859" name="adj"/>
            </a:avLst>
          </a:prstGeom>
          <a:solidFill>
            <a:srgbClr val="FFF2CC"/>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2700" u="none" cap="none" strike="noStrike">
                <a:solidFill>
                  <a:schemeClr val="lt1"/>
                </a:solidFill>
                <a:latin typeface="Roboto"/>
                <a:ea typeface="Roboto"/>
                <a:cs typeface="Roboto"/>
                <a:sym typeface="Roboto"/>
              </a:rPr>
              <a:t>Transform</a:t>
            </a:r>
            <a:endParaRPr b="0" i="0" sz="27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2700" u="none" cap="none" strike="noStrike">
              <a:solidFill>
                <a:srgbClr val="434343"/>
              </a:solidFill>
              <a:latin typeface="Roboto"/>
              <a:ea typeface="Roboto"/>
              <a:cs typeface="Roboto"/>
              <a:sym typeface="Roboto"/>
            </a:endParaRPr>
          </a:p>
        </p:txBody>
      </p:sp>
      <p:cxnSp>
        <p:nvCxnSpPr>
          <p:cNvPr id="589" name="Google Shape;589;p62"/>
          <p:cNvCxnSpPr>
            <a:stCxn id="590" idx="3"/>
            <a:endCxn id="591" idx="1"/>
          </p:cNvCxnSpPr>
          <p:nvPr/>
        </p:nvCxnSpPr>
        <p:spPr>
          <a:xfrm flipH="1" rot="10800000">
            <a:off x="2915951" y="6329683"/>
            <a:ext cx="2391900" cy="10200"/>
          </a:xfrm>
          <a:prstGeom prst="straightConnector1">
            <a:avLst/>
          </a:prstGeom>
          <a:noFill/>
          <a:ln cap="flat" cmpd="sng" w="19050">
            <a:solidFill>
              <a:schemeClr val="accent2"/>
            </a:solidFill>
            <a:prstDash val="solid"/>
            <a:round/>
            <a:headEnd len="sm" w="sm" type="none"/>
            <a:tailEnd len="sm" w="sm" type="triangle"/>
          </a:ln>
        </p:spPr>
      </p:cxnSp>
      <p:sp>
        <p:nvSpPr>
          <p:cNvPr id="590" name="Google Shape;590;p62"/>
          <p:cNvSpPr/>
          <p:nvPr/>
        </p:nvSpPr>
        <p:spPr>
          <a:xfrm>
            <a:off x="1999451" y="5601433"/>
            <a:ext cx="916500" cy="1476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b" bIns="45700" lIns="0" spcFirstLastPara="1" rIns="0" wrap="square" tIns="484625">
            <a:noAutofit/>
          </a:bodyPr>
          <a:lstStyle/>
          <a:p>
            <a:pPr indent="0" lvl="0" marL="0" marR="0" rtl="0" algn="ctr">
              <a:lnSpc>
                <a:spcPct val="100000"/>
              </a:lnSpc>
              <a:spcBef>
                <a:spcPts val="0"/>
              </a:spcBef>
              <a:spcAft>
                <a:spcPts val="0"/>
              </a:spcAft>
              <a:buClr>
                <a:srgbClr val="212121"/>
              </a:buClr>
              <a:buSzPts val="700"/>
              <a:buFont typeface="Roboto"/>
              <a:buNone/>
            </a:pPr>
            <a:r>
              <a:rPr b="0" i="0" lang="en" sz="1600" u="none" cap="none" strike="noStrike">
                <a:solidFill>
                  <a:schemeClr val="lt1"/>
                </a:solidFill>
                <a:latin typeface="Roboto"/>
                <a:ea typeface="Roboto"/>
                <a:cs typeface="Roboto"/>
                <a:sym typeface="Roboto"/>
              </a:rPr>
              <a:t>Web</a:t>
            </a:r>
            <a:endParaRPr b="0" i="0" sz="1600" u="none" cap="none" strike="noStrike">
              <a:solidFill>
                <a:schemeClr val="lt1"/>
              </a:solidFill>
              <a:latin typeface="Roboto"/>
              <a:ea typeface="Roboto"/>
              <a:cs typeface="Roboto"/>
              <a:sym typeface="Roboto"/>
            </a:endParaRPr>
          </a:p>
        </p:txBody>
      </p:sp>
      <p:pic>
        <p:nvPicPr>
          <p:cNvPr descr="Artboard 3@2x.png" id="592" name="Google Shape;592;p62"/>
          <p:cNvPicPr preferRelativeResize="0"/>
          <p:nvPr/>
        </p:nvPicPr>
        <p:blipFill rotWithShape="1">
          <a:blip r:embed="rId3">
            <a:alphaModFix/>
          </a:blip>
          <a:srcRect b="0" l="0" r="0" t="13659"/>
          <a:stretch/>
        </p:blipFill>
        <p:spPr>
          <a:xfrm>
            <a:off x="2065673" y="5876548"/>
            <a:ext cx="783899" cy="881399"/>
          </a:xfrm>
          <a:prstGeom prst="rect">
            <a:avLst/>
          </a:prstGeom>
          <a:noFill/>
          <a:ln>
            <a:noFill/>
          </a:ln>
        </p:spPr>
      </p:pic>
      <p:sp>
        <p:nvSpPr>
          <p:cNvPr id="593" name="Google Shape;593;p62"/>
          <p:cNvSpPr/>
          <p:nvPr/>
        </p:nvSpPr>
        <p:spPr>
          <a:xfrm>
            <a:off x="1999451" y="7667205"/>
            <a:ext cx="916500" cy="1476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b" bIns="45700" lIns="0" spcFirstLastPara="1" rIns="0" wrap="square" tIns="484625">
            <a:noAutofit/>
          </a:bodyPr>
          <a:lstStyle/>
          <a:p>
            <a:pPr indent="0" lvl="0" marL="0" marR="0" rtl="0" algn="ctr">
              <a:lnSpc>
                <a:spcPct val="100000"/>
              </a:lnSpc>
              <a:spcBef>
                <a:spcPts val="0"/>
              </a:spcBef>
              <a:spcAft>
                <a:spcPts val="0"/>
              </a:spcAft>
              <a:buClr>
                <a:srgbClr val="212121"/>
              </a:buClr>
              <a:buSzPts val="700"/>
              <a:buFont typeface="Roboto"/>
              <a:buNone/>
            </a:pPr>
            <a:r>
              <a:rPr b="0" i="0" lang="en" sz="1600" u="none" cap="none" strike="noStrike">
                <a:solidFill>
                  <a:schemeClr val="lt1"/>
                </a:solidFill>
                <a:latin typeface="Roboto"/>
                <a:ea typeface="Roboto"/>
                <a:cs typeface="Roboto"/>
                <a:sym typeface="Roboto"/>
              </a:rPr>
              <a:t>IoT</a:t>
            </a:r>
            <a:endParaRPr b="0" i="0" sz="1600" u="none" cap="none" strike="noStrike">
              <a:solidFill>
                <a:schemeClr val="lt1"/>
              </a:solidFill>
              <a:latin typeface="Roboto"/>
              <a:ea typeface="Roboto"/>
              <a:cs typeface="Roboto"/>
              <a:sym typeface="Roboto"/>
            </a:endParaRPr>
          </a:p>
        </p:txBody>
      </p:sp>
      <p:sp>
        <p:nvSpPr>
          <p:cNvPr id="594" name="Google Shape;594;p62"/>
          <p:cNvSpPr txBox="1"/>
          <p:nvPr/>
        </p:nvSpPr>
        <p:spPr>
          <a:xfrm>
            <a:off x="1895448" y="2882675"/>
            <a:ext cx="2819400" cy="69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57575"/>
              </a:buClr>
              <a:buSzPts val="1000"/>
              <a:buFont typeface="Roboto"/>
              <a:buNone/>
            </a:pPr>
            <a:r>
              <a:rPr b="0" i="0" lang="en" sz="2800" u="none" cap="none" strike="noStrike">
                <a:solidFill>
                  <a:schemeClr val="accent2"/>
                </a:solidFill>
                <a:latin typeface="Roboto"/>
                <a:ea typeface="Roboto"/>
                <a:cs typeface="Roboto"/>
                <a:sym typeface="Roboto"/>
              </a:rPr>
              <a:t>Endpoint </a:t>
            </a:r>
            <a:r>
              <a:rPr lang="en" sz="2800">
                <a:solidFill>
                  <a:schemeClr val="accent2"/>
                </a:solidFill>
                <a:latin typeface="Roboto"/>
                <a:ea typeface="Roboto"/>
                <a:cs typeface="Roboto"/>
                <a:sym typeface="Roboto"/>
              </a:rPr>
              <a:t>c</a:t>
            </a:r>
            <a:r>
              <a:rPr b="0" i="0" lang="en" sz="2800" u="none" cap="none" strike="noStrike">
                <a:solidFill>
                  <a:schemeClr val="accent2"/>
                </a:solidFill>
                <a:latin typeface="Roboto"/>
                <a:ea typeface="Roboto"/>
                <a:cs typeface="Roboto"/>
                <a:sym typeface="Roboto"/>
              </a:rPr>
              <a:t>lients</a:t>
            </a:r>
            <a:endParaRPr b="0" i="0" sz="2800" u="none" cap="none" strike="noStrike">
              <a:solidFill>
                <a:schemeClr val="accent2"/>
              </a:solidFill>
              <a:latin typeface="Roboto"/>
              <a:ea typeface="Roboto"/>
              <a:cs typeface="Roboto"/>
              <a:sym typeface="Roboto"/>
            </a:endParaRPr>
          </a:p>
        </p:txBody>
      </p:sp>
      <p:sp>
        <p:nvSpPr>
          <p:cNvPr id="595" name="Google Shape;595;p62"/>
          <p:cNvSpPr/>
          <p:nvPr/>
        </p:nvSpPr>
        <p:spPr>
          <a:xfrm>
            <a:off x="2000098" y="3504750"/>
            <a:ext cx="916800" cy="14496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b" bIns="45700" lIns="0" spcFirstLastPara="1" rIns="0" wrap="square" tIns="484625">
            <a:noAutofit/>
          </a:bodyPr>
          <a:lstStyle/>
          <a:p>
            <a:pPr indent="0" lvl="0" marL="0" marR="0" rtl="0" algn="ctr">
              <a:lnSpc>
                <a:spcPct val="100000"/>
              </a:lnSpc>
              <a:spcBef>
                <a:spcPts val="0"/>
              </a:spcBef>
              <a:spcAft>
                <a:spcPts val="0"/>
              </a:spcAft>
              <a:buClr>
                <a:srgbClr val="212121"/>
              </a:buClr>
              <a:buSzPts val="700"/>
              <a:buFont typeface="Roboto"/>
              <a:buNone/>
            </a:pPr>
            <a:r>
              <a:rPr b="0" i="0" lang="en" sz="1600" u="none" cap="none" strike="noStrike">
                <a:solidFill>
                  <a:schemeClr val="lt1"/>
                </a:solidFill>
                <a:latin typeface="Roboto"/>
                <a:ea typeface="Roboto"/>
                <a:cs typeface="Roboto"/>
                <a:sym typeface="Roboto"/>
              </a:rPr>
              <a:t>Mobile</a:t>
            </a:r>
            <a:endParaRPr b="0" i="0" sz="1600" u="none" cap="none" strike="noStrike">
              <a:solidFill>
                <a:schemeClr val="lt1"/>
              </a:solidFill>
              <a:latin typeface="Roboto"/>
              <a:ea typeface="Roboto"/>
              <a:cs typeface="Roboto"/>
              <a:sym typeface="Roboto"/>
            </a:endParaRPr>
          </a:p>
        </p:txBody>
      </p:sp>
      <p:pic>
        <p:nvPicPr>
          <p:cNvPr id="596" name="Google Shape;596;p62"/>
          <p:cNvPicPr preferRelativeResize="0"/>
          <p:nvPr/>
        </p:nvPicPr>
        <p:blipFill rotWithShape="1">
          <a:blip r:embed="rId4">
            <a:alphaModFix/>
          </a:blip>
          <a:srcRect b="0" l="0" r="0" t="0"/>
          <a:stretch/>
        </p:blipFill>
        <p:spPr>
          <a:xfrm>
            <a:off x="2066780" y="3591600"/>
            <a:ext cx="783794" cy="1020841"/>
          </a:xfrm>
          <a:prstGeom prst="rect">
            <a:avLst/>
          </a:prstGeom>
          <a:noFill/>
          <a:ln>
            <a:noFill/>
          </a:ln>
        </p:spPr>
      </p:pic>
      <p:sp>
        <p:nvSpPr>
          <p:cNvPr id="597" name="Google Shape;597;p62"/>
          <p:cNvSpPr/>
          <p:nvPr/>
        </p:nvSpPr>
        <p:spPr>
          <a:xfrm>
            <a:off x="15491992" y="3494477"/>
            <a:ext cx="900000" cy="1476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b" bIns="45700" lIns="0" spcFirstLastPara="1" rIns="0" wrap="square" tIns="484625">
            <a:noAutofit/>
          </a:bodyPr>
          <a:lstStyle/>
          <a:p>
            <a:pPr indent="0" lvl="0" marL="0" marR="0" rtl="0" algn="ctr">
              <a:lnSpc>
                <a:spcPct val="100000"/>
              </a:lnSpc>
              <a:spcBef>
                <a:spcPts val="0"/>
              </a:spcBef>
              <a:spcAft>
                <a:spcPts val="0"/>
              </a:spcAft>
              <a:buClr>
                <a:srgbClr val="212121"/>
              </a:buClr>
              <a:buSzPts val="700"/>
              <a:buFont typeface="Roboto"/>
              <a:buNone/>
            </a:pPr>
            <a:r>
              <a:rPr b="0" i="0" lang="en" sz="1600" u="none" cap="none" strike="noStrike">
                <a:solidFill>
                  <a:srgbClr val="434343"/>
                </a:solidFill>
                <a:latin typeface="Roboto"/>
                <a:ea typeface="Roboto"/>
                <a:cs typeface="Roboto"/>
                <a:sym typeface="Roboto"/>
              </a:rPr>
              <a:t>iOS</a:t>
            </a:r>
            <a:endParaRPr b="0" i="0" sz="1600" u="none" cap="none" strike="noStrike">
              <a:solidFill>
                <a:srgbClr val="434343"/>
              </a:solidFill>
              <a:latin typeface="Roboto"/>
              <a:ea typeface="Roboto"/>
              <a:cs typeface="Roboto"/>
              <a:sym typeface="Roboto"/>
            </a:endParaRPr>
          </a:p>
        </p:txBody>
      </p:sp>
      <p:pic>
        <p:nvPicPr>
          <p:cNvPr id="598" name="Google Shape;598;p62"/>
          <p:cNvPicPr preferRelativeResize="0"/>
          <p:nvPr/>
        </p:nvPicPr>
        <p:blipFill rotWithShape="1">
          <a:blip r:embed="rId4">
            <a:alphaModFix/>
          </a:blip>
          <a:srcRect b="0" l="0" r="0" t="0"/>
          <a:stretch/>
        </p:blipFill>
        <p:spPr>
          <a:xfrm>
            <a:off x="15557467" y="3581330"/>
            <a:ext cx="769564" cy="1020841"/>
          </a:xfrm>
          <a:prstGeom prst="rect">
            <a:avLst/>
          </a:prstGeom>
          <a:noFill/>
          <a:ln>
            <a:noFill/>
          </a:ln>
        </p:spPr>
      </p:pic>
      <p:sp>
        <p:nvSpPr>
          <p:cNvPr id="599" name="Google Shape;599;p62"/>
          <p:cNvSpPr/>
          <p:nvPr/>
        </p:nvSpPr>
        <p:spPr>
          <a:xfrm>
            <a:off x="15491992" y="5591050"/>
            <a:ext cx="900000" cy="1476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b" bIns="45700" lIns="0" spcFirstLastPara="1" rIns="0" wrap="square" tIns="484625">
            <a:noAutofit/>
          </a:bodyPr>
          <a:lstStyle/>
          <a:p>
            <a:pPr indent="0" lvl="0" marL="0" marR="0" rtl="0" algn="ctr">
              <a:lnSpc>
                <a:spcPct val="100000"/>
              </a:lnSpc>
              <a:spcBef>
                <a:spcPts val="0"/>
              </a:spcBef>
              <a:spcAft>
                <a:spcPts val="0"/>
              </a:spcAft>
              <a:buClr>
                <a:srgbClr val="212121"/>
              </a:buClr>
              <a:buSzPts val="700"/>
              <a:buFont typeface="Roboto"/>
              <a:buNone/>
            </a:pPr>
            <a:r>
              <a:rPr b="0" i="0" lang="en" sz="1600" u="none" cap="none" strike="noStrike">
                <a:solidFill>
                  <a:srgbClr val="434343"/>
                </a:solidFill>
                <a:latin typeface="Roboto"/>
                <a:ea typeface="Roboto"/>
                <a:cs typeface="Roboto"/>
                <a:sym typeface="Roboto"/>
              </a:rPr>
              <a:t>Android</a:t>
            </a:r>
            <a:endParaRPr b="0" i="0" sz="1600" u="none" cap="none" strike="noStrike">
              <a:solidFill>
                <a:srgbClr val="434343"/>
              </a:solidFill>
              <a:latin typeface="Roboto"/>
              <a:ea typeface="Roboto"/>
              <a:cs typeface="Roboto"/>
              <a:sym typeface="Roboto"/>
            </a:endParaRPr>
          </a:p>
        </p:txBody>
      </p:sp>
      <p:pic>
        <p:nvPicPr>
          <p:cNvPr id="600" name="Google Shape;600;p62"/>
          <p:cNvPicPr preferRelativeResize="0"/>
          <p:nvPr/>
        </p:nvPicPr>
        <p:blipFill rotWithShape="1">
          <a:blip r:embed="rId4">
            <a:alphaModFix/>
          </a:blip>
          <a:srcRect b="0" l="0" r="0" t="0"/>
          <a:stretch/>
        </p:blipFill>
        <p:spPr>
          <a:xfrm>
            <a:off x="15557467" y="5677904"/>
            <a:ext cx="769564" cy="1020841"/>
          </a:xfrm>
          <a:prstGeom prst="rect">
            <a:avLst/>
          </a:prstGeom>
          <a:noFill/>
          <a:ln>
            <a:noFill/>
          </a:ln>
        </p:spPr>
      </p:pic>
      <p:sp>
        <p:nvSpPr>
          <p:cNvPr id="601" name="Google Shape;601;p62"/>
          <p:cNvSpPr/>
          <p:nvPr/>
        </p:nvSpPr>
        <p:spPr>
          <a:xfrm>
            <a:off x="15492252" y="7656935"/>
            <a:ext cx="900300" cy="1476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b" bIns="45700" lIns="0" spcFirstLastPara="1" rIns="0" wrap="square" tIns="484625">
            <a:noAutofit/>
          </a:bodyPr>
          <a:lstStyle/>
          <a:p>
            <a:pPr indent="0" lvl="0" marL="0" marR="0" rtl="0" algn="ctr">
              <a:lnSpc>
                <a:spcPct val="100000"/>
              </a:lnSpc>
              <a:spcBef>
                <a:spcPts val="0"/>
              </a:spcBef>
              <a:spcAft>
                <a:spcPts val="0"/>
              </a:spcAft>
              <a:buClr>
                <a:srgbClr val="212121"/>
              </a:buClr>
              <a:buSzPts val="700"/>
              <a:buFont typeface="Roboto"/>
              <a:buNone/>
            </a:pPr>
            <a:r>
              <a:rPr b="0" i="0" lang="en" sz="1600" u="none" cap="none" strike="noStrike">
                <a:solidFill>
                  <a:srgbClr val="434343"/>
                </a:solidFill>
                <a:latin typeface="Roboto"/>
                <a:ea typeface="Roboto"/>
                <a:cs typeface="Roboto"/>
                <a:sym typeface="Roboto"/>
              </a:rPr>
              <a:t>Web</a:t>
            </a:r>
            <a:endParaRPr b="0" i="0" sz="1600" u="none" cap="none" strike="noStrike">
              <a:solidFill>
                <a:srgbClr val="434343"/>
              </a:solidFill>
              <a:latin typeface="Roboto"/>
              <a:ea typeface="Roboto"/>
              <a:cs typeface="Roboto"/>
              <a:sym typeface="Roboto"/>
            </a:endParaRPr>
          </a:p>
        </p:txBody>
      </p:sp>
      <p:pic>
        <p:nvPicPr>
          <p:cNvPr descr="Artboard 3@2x.png" id="602" name="Google Shape;602;p62"/>
          <p:cNvPicPr preferRelativeResize="0"/>
          <p:nvPr/>
        </p:nvPicPr>
        <p:blipFill rotWithShape="1">
          <a:blip r:embed="rId3">
            <a:alphaModFix/>
          </a:blip>
          <a:srcRect b="0" l="0" r="0" t="0"/>
          <a:stretch/>
        </p:blipFill>
        <p:spPr>
          <a:xfrm>
            <a:off x="15557728" y="7743790"/>
            <a:ext cx="769596" cy="1020862"/>
          </a:xfrm>
          <a:prstGeom prst="rect">
            <a:avLst/>
          </a:prstGeom>
          <a:noFill/>
          <a:ln>
            <a:noFill/>
          </a:ln>
        </p:spPr>
      </p:pic>
      <p:cxnSp>
        <p:nvCxnSpPr>
          <p:cNvPr id="603" name="Google Shape;603;p62"/>
          <p:cNvCxnSpPr>
            <a:stCxn id="597" idx="1"/>
            <a:endCxn id="601" idx="1"/>
          </p:cNvCxnSpPr>
          <p:nvPr/>
        </p:nvCxnSpPr>
        <p:spPr>
          <a:xfrm>
            <a:off x="15491992" y="4232927"/>
            <a:ext cx="600" cy="4162500"/>
          </a:xfrm>
          <a:prstGeom prst="bentConnector3">
            <a:avLst>
              <a:gd fmla="val -85507462" name="adj1"/>
            </a:avLst>
          </a:prstGeom>
          <a:noFill/>
          <a:ln cap="flat" cmpd="sng" w="19050">
            <a:solidFill>
              <a:schemeClr val="accent2"/>
            </a:solidFill>
            <a:prstDash val="solid"/>
            <a:round/>
            <a:headEnd len="sm" w="sm" type="triangle"/>
            <a:tailEnd len="sm" w="sm" type="triangle"/>
          </a:ln>
        </p:spPr>
      </p:cxnSp>
      <p:cxnSp>
        <p:nvCxnSpPr>
          <p:cNvPr id="604" name="Google Shape;604;p62"/>
          <p:cNvCxnSpPr>
            <a:stCxn id="587" idx="3"/>
            <a:endCxn id="599" idx="1"/>
          </p:cNvCxnSpPr>
          <p:nvPr/>
        </p:nvCxnSpPr>
        <p:spPr>
          <a:xfrm>
            <a:off x="12667951" y="6329578"/>
            <a:ext cx="2823900" cy="0"/>
          </a:xfrm>
          <a:prstGeom prst="straightConnector1">
            <a:avLst/>
          </a:prstGeom>
          <a:noFill/>
          <a:ln cap="flat" cmpd="sng" w="19050">
            <a:solidFill>
              <a:schemeClr val="accent2"/>
            </a:solidFill>
            <a:prstDash val="solid"/>
            <a:round/>
            <a:headEnd len="sm" w="sm" type="none"/>
            <a:tailEnd len="sm" w="sm" type="triangle"/>
          </a:ln>
        </p:spPr>
      </p:cxnSp>
      <p:sp>
        <p:nvSpPr>
          <p:cNvPr id="605" name="Google Shape;605;p62"/>
          <p:cNvSpPr txBox="1"/>
          <p:nvPr/>
        </p:nvSpPr>
        <p:spPr>
          <a:xfrm>
            <a:off x="12922873" y="5313925"/>
            <a:ext cx="2056200" cy="1015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2800" u="none" cap="none" strike="noStrike">
                <a:solidFill>
                  <a:schemeClr val="accent2"/>
                </a:solidFill>
                <a:latin typeface="Roboto"/>
                <a:ea typeface="Roboto"/>
                <a:cs typeface="Roboto"/>
                <a:sym typeface="Roboto"/>
              </a:rPr>
              <a:t>User</a:t>
            </a:r>
            <a:br>
              <a:rPr b="0" i="0" lang="en" sz="2800" u="none" cap="none" strike="noStrike">
                <a:solidFill>
                  <a:schemeClr val="accent2"/>
                </a:solidFill>
                <a:latin typeface="Roboto"/>
                <a:ea typeface="Roboto"/>
                <a:cs typeface="Roboto"/>
                <a:sym typeface="Roboto"/>
              </a:rPr>
            </a:br>
            <a:r>
              <a:rPr b="0" i="0" lang="en" sz="2800" u="none" cap="none" strike="noStrike">
                <a:solidFill>
                  <a:schemeClr val="accent2"/>
                </a:solidFill>
                <a:latin typeface="Roboto"/>
                <a:ea typeface="Roboto"/>
                <a:cs typeface="Roboto"/>
                <a:sym typeface="Roboto"/>
              </a:rPr>
              <a:t>experience</a:t>
            </a:r>
            <a:endParaRPr b="0" i="0" sz="2800" u="none" cap="none" strike="noStrike">
              <a:solidFill>
                <a:schemeClr val="accent2"/>
              </a:solidFill>
              <a:latin typeface="Roboto"/>
              <a:ea typeface="Roboto"/>
              <a:cs typeface="Roboto"/>
              <a:sym typeface="Roboto"/>
            </a:endParaRPr>
          </a:p>
        </p:txBody>
      </p:sp>
      <p:sp>
        <p:nvSpPr>
          <p:cNvPr id="606" name="Google Shape;606;p62"/>
          <p:cNvSpPr txBox="1"/>
          <p:nvPr/>
        </p:nvSpPr>
        <p:spPr>
          <a:xfrm>
            <a:off x="3533198" y="4856750"/>
            <a:ext cx="1758900" cy="147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2800" u="none" cap="none" strike="noStrike">
                <a:solidFill>
                  <a:schemeClr val="accent2"/>
                </a:solidFill>
                <a:latin typeface="Roboto"/>
                <a:ea typeface="Roboto"/>
                <a:cs typeface="Roboto"/>
                <a:sym typeface="Roboto"/>
              </a:rPr>
              <a:t>User and </a:t>
            </a:r>
            <a:br>
              <a:rPr b="0" i="0" lang="en" sz="2800" u="none" cap="none" strike="noStrike">
                <a:solidFill>
                  <a:schemeClr val="accent2"/>
                </a:solidFill>
                <a:latin typeface="Roboto"/>
                <a:ea typeface="Roboto"/>
                <a:cs typeface="Roboto"/>
                <a:sym typeface="Roboto"/>
              </a:rPr>
            </a:br>
            <a:r>
              <a:rPr lang="en" sz="2800">
                <a:solidFill>
                  <a:schemeClr val="accent2"/>
                </a:solidFill>
                <a:latin typeface="Roboto"/>
                <a:ea typeface="Roboto"/>
                <a:cs typeface="Roboto"/>
                <a:sym typeface="Roboto"/>
              </a:rPr>
              <a:t>d</a:t>
            </a:r>
            <a:r>
              <a:rPr b="0" i="0" lang="en" sz="2800" u="none" cap="none" strike="noStrike">
                <a:solidFill>
                  <a:schemeClr val="accent2"/>
                </a:solidFill>
                <a:latin typeface="Roboto"/>
                <a:ea typeface="Roboto"/>
                <a:cs typeface="Roboto"/>
                <a:sym typeface="Roboto"/>
              </a:rPr>
              <a:t>evice data</a:t>
            </a:r>
            <a:endParaRPr b="0" i="0" sz="2800" u="none" cap="none" strike="noStrike">
              <a:solidFill>
                <a:schemeClr val="accent2"/>
              </a:solidFill>
              <a:latin typeface="Roboto"/>
              <a:ea typeface="Roboto"/>
              <a:cs typeface="Roboto"/>
              <a:sym typeface="Roboto"/>
            </a:endParaRPr>
          </a:p>
        </p:txBody>
      </p:sp>
      <p:sp>
        <p:nvSpPr>
          <p:cNvPr id="591" name="Google Shape;591;p62"/>
          <p:cNvSpPr/>
          <p:nvPr/>
        </p:nvSpPr>
        <p:spPr>
          <a:xfrm>
            <a:off x="5307748" y="4712428"/>
            <a:ext cx="1828800" cy="3234300"/>
          </a:xfrm>
          <a:prstGeom prst="roundRect">
            <a:avLst>
              <a:gd fmla="val 5137" name="adj"/>
            </a:avLst>
          </a:prstGeom>
          <a:solidFill>
            <a:schemeClr val="accent2"/>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2700" u="none" cap="none" strike="noStrike">
                <a:solidFill>
                  <a:srgbClr val="FFFFFF"/>
                </a:solidFill>
                <a:latin typeface="Roboto"/>
                <a:ea typeface="Roboto"/>
                <a:cs typeface="Roboto"/>
                <a:sym typeface="Roboto"/>
              </a:rPr>
              <a:t>Ingest</a:t>
            </a:r>
            <a:endParaRPr b="0" i="0" sz="2700" u="none" cap="none" strike="noStrike">
              <a:solidFill>
                <a:srgbClr val="FFFFFF"/>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2800" u="none" cap="none" strike="noStrike">
              <a:solidFill>
                <a:srgbClr val="545454"/>
              </a:solidFill>
              <a:latin typeface="Roboto"/>
              <a:ea typeface="Roboto"/>
              <a:cs typeface="Roboto"/>
              <a:sym typeface="Roboto"/>
            </a:endParaRPr>
          </a:p>
        </p:txBody>
      </p:sp>
      <p:pic>
        <p:nvPicPr>
          <p:cNvPr descr="Robotic_arm.png" id="607" name="Google Shape;607;p62"/>
          <p:cNvPicPr preferRelativeResize="0"/>
          <p:nvPr/>
        </p:nvPicPr>
        <p:blipFill rotWithShape="1">
          <a:blip r:embed="rId5">
            <a:alphaModFix/>
          </a:blip>
          <a:srcRect b="0" l="0" r="0" t="0"/>
          <a:stretch/>
        </p:blipFill>
        <p:spPr>
          <a:xfrm>
            <a:off x="2144413" y="7822484"/>
            <a:ext cx="626401" cy="1015876"/>
          </a:xfrm>
          <a:prstGeom prst="rect">
            <a:avLst/>
          </a:prstGeom>
          <a:noFill/>
          <a:ln>
            <a:noFill/>
          </a:ln>
        </p:spPr>
      </p:pic>
      <p:cxnSp>
        <p:nvCxnSpPr>
          <p:cNvPr id="608" name="Google Shape;608;p62"/>
          <p:cNvCxnSpPr>
            <a:stCxn id="595" idx="3"/>
            <a:endCxn id="593" idx="3"/>
          </p:cNvCxnSpPr>
          <p:nvPr/>
        </p:nvCxnSpPr>
        <p:spPr>
          <a:xfrm flipH="1">
            <a:off x="2915998" y="4229550"/>
            <a:ext cx="900" cy="4176000"/>
          </a:xfrm>
          <a:prstGeom prst="bentConnector3">
            <a:avLst>
              <a:gd fmla="val -53722222" name="adj1"/>
            </a:avLst>
          </a:prstGeom>
          <a:noFill/>
          <a:ln cap="flat" cmpd="sng" w="19050">
            <a:solidFill>
              <a:schemeClr val="accent2"/>
            </a:solidFill>
            <a:prstDash val="solid"/>
            <a:round/>
            <a:headEnd len="med" w="med" type="none"/>
            <a:tailEnd len="med" w="med" type="none"/>
          </a:ln>
        </p:spPr>
      </p:cxnSp>
      <p:cxnSp>
        <p:nvCxnSpPr>
          <p:cNvPr id="609" name="Google Shape;609;p62"/>
          <p:cNvCxnSpPr>
            <a:stCxn id="591" idx="3"/>
            <a:endCxn id="588" idx="1"/>
          </p:cNvCxnSpPr>
          <p:nvPr/>
        </p:nvCxnSpPr>
        <p:spPr>
          <a:xfrm>
            <a:off x="7136548" y="6329578"/>
            <a:ext cx="936900" cy="0"/>
          </a:xfrm>
          <a:prstGeom prst="straightConnector1">
            <a:avLst/>
          </a:prstGeom>
          <a:noFill/>
          <a:ln cap="flat" cmpd="sng" w="19050">
            <a:solidFill>
              <a:schemeClr val="accent2"/>
            </a:solidFill>
            <a:prstDash val="solid"/>
            <a:round/>
            <a:headEnd len="med" w="med" type="none"/>
            <a:tailEnd len="med" w="med" type="triangle"/>
          </a:ln>
        </p:spPr>
      </p:cxnSp>
      <p:cxnSp>
        <p:nvCxnSpPr>
          <p:cNvPr id="610" name="Google Shape;610;p62"/>
          <p:cNvCxnSpPr>
            <a:stCxn id="588" idx="3"/>
            <a:endCxn id="587" idx="1"/>
          </p:cNvCxnSpPr>
          <p:nvPr/>
        </p:nvCxnSpPr>
        <p:spPr>
          <a:xfrm>
            <a:off x="9902249" y="6329578"/>
            <a:ext cx="936900" cy="0"/>
          </a:xfrm>
          <a:prstGeom prst="straightConnector1">
            <a:avLst/>
          </a:prstGeom>
          <a:noFill/>
          <a:ln cap="flat" cmpd="sng" w="19050">
            <a:solidFill>
              <a:schemeClr val="accent2"/>
            </a:solidFill>
            <a:prstDash val="solid"/>
            <a:round/>
            <a:headEnd len="med" w="med" type="none"/>
            <a:tailEnd len="med" w="med" type="triangle"/>
          </a:ln>
        </p:spPr>
      </p:cxnSp>
      <p:sp>
        <p:nvSpPr>
          <p:cNvPr id="611" name="Google Shape;611;p62"/>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Organizations have to rapidly ingest, transform,</a:t>
            </a:r>
            <a:br>
              <a:rPr lang="en"/>
            </a:br>
            <a:r>
              <a:rPr lang="en"/>
              <a:t>and analyze massive amounts of data</a:t>
            </a:r>
            <a:endParaRPr/>
          </a:p>
        </p:txBody>
      </p:sp>
      <p:sp>
        <p:nvSpPr>
          <p:cNvPr id="612" name="Google Shape;612;p6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6">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63"/>
          <p:cNvSpPr/>
          <p:nvPr/>
        </p:nvSpPr>
        <p:spPr>
          <a:xfrm>
            <a:off x="2176272" y="3114245"/>
            <a:ext cx="1176600" cy="1218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0" lIns="0" spcFirstLastPara="1" rIns="0" wrap="square" tIns="0">
            <a:noAutofit/>
          </a:bodyPr>
          <a:lstStyle/>
          <a:p>
            <a:pPr indent="0" lvl="0" marL="0" marR="0" rtl="0" algn="l">
              <a:lnSpc>
                <a:spcPct val="121428"/>
              </a:lnSpc>
              <a:spcBef>
                <a:spcPts val="0"/>
              </a:spcBef>
              <a:spcAft>
                <a:spcPts val="0"/>
              </a:spcAft>
              <a:buClr>
                <a:srgbClr val="000000"/>
              </a:buClr>
              <a:buSzPts val="700"/>
              <a:buFont typeface="Arial"/>
              <a:buNone/>
            </a:pPr>
            <a:r>
              <a:t/>
            </a:r>
            <a:endParaRPr b="0" i="0" sz="700" u="none" cap="none" strike="noStrike">
              <a:solidFill>
                <a:srgbClr val="000000"/>
              </a:solidFill>
              <a:latin typeface="Roboto"/>
              <a:ea typeface="Roboto"/>
              <a:cs typeface="Roboto"/>
              <a:sym typeface="Roboto"/>
            </a:endParaRPr>
          </a:p>
        </p:txBody>
      </p:sp>
      <p:pic>
        <p:nvPicPr>
          <p:cNvPr id="618" name="Google Shape;618;p63"/>
          <p:cNvPicPr preferRelativeResize="0"/>
          <p:nvPr/>
        </p:nvPicPr>
        <p:blipFill rotWithShape="1">
          <a:blip r:embed="rId3">
            <a:alphaModFix amt="90000"/>
          </a:blip>
          <a:srcRect b="0" l="0" r="0" t="0"/>
          <a:stretch/>
        </p:blipFill>
        <p:spPr>
          <a:xfrm>
            <a:off x="2261871" y="3202909"/>
            <a:ext cx="1006095" cy="1042121"/>
          </a:xfrm>
          <a:prstGeom prst="rect">
            <a:avLst/>
          </a:prstGeom>
          <a:noFill/>
          <a:ln>
            <a:noFill/>
          </a:ln>
        </p:spPr>
      </p:pic>
      <p:sp>
        <p:nvSpPr>
          <p:cNvPr id="619" name="Google Shape;619;p63"/>
          <p:cNvSpPr/>
          <p:nvPr/>
        </p:nvSpPr>
        <p:spPr>
          <a:xfrm>
            <a:off x="4146189" y="3114245"/>
            <a:ext cx="1176600" cy="1218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0" lIns="0" spcFirstLastPara="1" rIns="0" wrap="square" tIns="0">
            <a:noAutofit/>
          </a:bodyPr>
          <a:lstStyle/>
          <a:p>
            <a:pPr indent="0" lvl="0" marL="0" marR="0" rtl="0" algn="l">
              <a:lnSpc>
                <a:spcPct val="121428"/>
              </a:lnSpc>
              <a:spcBef>
                <a:spcPts val="0"/>
              </a:spcBef>
              <a:spcAft>
                <a:spcPts val="0"/>
              </a:spcAft>
              <a:buClr>
                <a:srgbClr val="000000"/>
              </a:buClr>
              <a:buSzPts val="700"/>
              <a:buFont typeface="Arial"/>
              <a:buNone/>
            </a:pPr>
            <a:r>
              <a:t/>
            </a:r>
            <a:endParaRPr b="0" i="0" sz="700" u="none" cap="none" strike="noStrike">
              <a:solidFill>
                <a:srgbClr val="000000"/>
              </a:solidFill>
              <a:latin typeface="Roboto"/>
              <a:ea typeface="Roboto"/>
              <a:cs typeface="Roboto"/>
              <a:sym typeface="Roboto"/>
            </a:endParaRPr>
          </a:p>
        </p:txBody>
      </p:sp>
      <p:pic>
        <p:nvPicPr>
          <p:cNvPr id="620" name="Google Shape;620;p63"/>
          <p:cNvPicPr preferRelativeResize="0"/>
          <p:nvPr/>
        </p:nvPicPr>
        <p:blipFill rotWithShape="1">
          <a:blip r:embed="rId3">
            <a:alphaModFix amt="90000"/>
          </a:blip>
          <a:srcRect b="0" l="0" r="0" t="0"/>
          <a:stretch/>
        </p:blipFill>
        <p:spPr>
          <a:xfrm>
            <a:off x="4231788" y="3202909"/>
            <a:ext cx="1006095" cy="1042121"/>
          </a:xfrm>
          <a:prstGeom prst="rect">
            <a:avLst/>
          </a:prstGeom>
          <a:noFill/>
          <a:ln>
            <a:noFill/>
          </a:ln>
        </p:spPr>
      </p:pic>
      <p:sp>
        <p:nvSpPr>
          <p:cNvPr id="621" name="Google Shape;621;p63"/>
          <p:cNvSpPr/>
          <p:nvPr/>
        </p:nvSpPr>
        <p:spPr>
          <a:xfrm>
            <a:off x="1853625" y="4927825"/>
            <a:ext cx="1828800" cy="9144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36575" lIns="749800" spcFirstLastPara="1" rIns="45700" wrap="square" tIns="36575">
            <a:noAutofit/>
          </a:bodyPr>
          <a:lstStyle/>
          <a:p>
            <a:pPr indent="0" lvl="0" marL="0" marR="0" rtl="0" algn="l">
              <a:lnSpc>
                <a:spcPct val="100000"/>
              </a:lnSpc>
              <a:spcBef>
                <a:spcPts val="0"/>
              </a:spcBef>
              <a:spcAft>
                <a:spcPts val="0"/>
              </a:spcAft>
              <a:buClr>
                <a:srgbClr val="000000"/>
              </a:buClr>
              <a:buSzPts val="700"/>
              <a:buFont typeface="Roboto"/>
              <a:buNone/>
            </a:pPr>
            <a:r>
              <a:rPr lang="en" sz="1800">
                <a:solidFill>
                  <a:schemeClr val="lt1"/>
                </a:solidFill>
                <a:latin typeface="Roboto"/>
                <a:ea typeface="Roboto"/>
                <a:cs typeface="Roboto"/>
                <a:sym typeface="Roboto"/>
              </a:rPr>
              <a:t>Frontend</a:t>
            </a:r>
            <a:endParaRPr b="0" i="0" sz="18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700"/>
              <a:buFont typeface="Roboto"/>
              <a:buNone/>
            </a:pPr>
            <a:r>
              <a:rPr b="0" i="0" lang="en" sz="1800" u="none" cap="none" strike="noStrike">
                <a:solidFill>
                  <a:schemeClr val="lt1"/>
                </a:solidFill>
                <a:latin typeface="Roboto"/>
                <a:ea typeface="Roboto"/>
                <a:cs typeface="Roboto"/>
                <a:sym typeface="Roboto"/>
              </a:rPr>
              <a:t>US West</a:t>
            </a:r>
            <a:endParaRPr b="0" i="0" sz="1800" u="none" cap="none" strike="noStrike">
              <a:solidFill>
                <a:schemeClr val="lt1"/>
              </a:solidFill>
              <a:latin typeface="Roboto"/>
              <a:ea typeface="Roboto"/>
              <a:cs typeface="Roboto"/>
              <a:sym typeface="Roboto"/>
            </a:endParaRPr>
          </a:p>
        </p:txBody>
      </p:sp>
      <p:pic>
        <p:nvPicPr>
          <p:cNvPr id="622" name="Google Shape;622;p63"/>
          <p:cNvPicPr preferRelativeResize="0"/>
          <p:nvPr/>
        </p:nvPicPr>
        <p:blipFill rotWithShape="1">
          <a:blip r:embed="rId4">
            <a:alphaModFix amt="90000"/>
          </a:blip>
          <a:srcRect b="0" l="0" r="0" t="0"/>
          <a:stretch/>
        </p:blipFill>
        <p:spPr>
          <a:xfrm>
            <a:off x="1972425" y="5164084"/>
            <a:ext cx="475315" cy="492335"/>
          </a:xfrm>
          <a:prstGeom prst="rect">
            <a:avLst/>
          </a:prstGeom>
          <a:noFill/>
          <a:ln>
            <a:noFill/>
          </a:ln>
        </p:spPr>
      </p:pic>
      <p:sp>
        <p:nvSpPr>
          <p:cNvPr id="623" name="Google Shape;623;p63"/>
          <p:cNvSpPr/>
          <p:nvPr/>
        </p:nvSpPr>
        <p:spPr>
          <a:xfrm>
            <a:off x="3823543" y="4927825"/>
            <a:ext cx="1828800" cy="9144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36575" lIns="749800" spcFirstLastPara="1" rIns="45700" wrap="square" tIns="36575">
            <a:noAutofit/>
          </a:bodyPr>
          <a:lstStyle/>
          <a:p>
            <a:pPr indent="0" lvl="0" marL="0" marR="0" rtl="0" algn="l">
              <a:lnSpc>
                <a:spcPct val="100000"/>
              </a:lnSpc>
              <a:spcBef>
                <a:spcPts val="0"/>
              </a:spcBef>
              <a:spcAft>
                <a:spcPts val="0"/>
              </a:spcAft>
              <a:buClr>
                <a:srgbClr val="000000"/>
              </a:buClr>
              <a:buSzPts val="700"/>
              <a:buFont typeface="Roboto"/>
              <a:buNone/>
            </a:pPr>
            <a:r>
              <a:rPr lang="en" sz="1800">
                <a:solidFill>
                  <a:schemeClr val="lt1"/>
                </a:solidFill>
                <a:latin typeface="Roboto"/>
                <a:ea typeface="Roboto"/>
                <a:cs typeface="Roboto"/>
                <a:sym typeface="Roboto"/>
              </a:rPr>
              <a:t>Frontend</a:t>
            </a:r>
            <a:endParaRPr b="0" i="0" sz="18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700"/>
              <a:buFont typeface="Roboto"/>
              <a:buNone/>
            </a:pPr>
            <a:r>
              <a:rPr b="0" i="0" lang="en" sz="1800" u="none" cap="none" strike="noStrike">
                <a:solidFill>
                  <a:schemeClr val="lt1"/>
                </a:solidFill>
                <a:latin typeface="Roboto"/>
                <a:ea typeface="Roboto"/>
                <a:cs typeface="Roboto"/>
                <a:sym typeface="Roboto"/>
              </a:rPr>
              <a:t>US West</a:t>
            </a:r>
            <a:endParaRPr b="0" i="0" sz="1800" u="none" cap="none" strike="noStrike">
              <a:solidFill>
                <a:schemeClr val="lt1"/>
              </a:solidFill>
              <a:latin typeface="Roboto"/>
              <a:ea typeface="Roboto"/>
              <a:cs typeface="Roboto"/>
              <a:sym typeface="Roboto"/>
            </a:endParaRPr>
          </a:p>
        </p:txBody>
      </p:sp>
      <p:pic>
        <p:nvPicPr>
          <p:cNvPr id="624" name="Google Shape;624;p63"/>
          <p:cNvPicPr preferRelativeResize="0"/>
          <p:nvPr/>
        </p:nvPicPr>
        <p:blipFill rotWithShape="1">
          <a:blip r:embed="rId4">
            <a:alphaModFix amt="90000"/>
          </a:blip>
          <a:srcRect b="0" l="0" r="0" t="0"/>
          <a:stretch/>
        </p:blipFill>
        <p:spPr>
          <a:xfrm>
            <a:off x="3942343" y="5164084"/>
            <a:ext cx="475315" cy="492335"/>
          </a:xfrm>
          <a:prstGeom prst="rect">
            <a:avLst/>
          </a:prstGeom>
          <a:noFill/>
          <a:ln>
            <a:noFill/>
          </a:ln>
        </p:spPr>
      </p:pic>
      <p:cxnSp>
        <p:nvCxnSpPr>
          <p:cNvPr id="625" name="Google Shape;625;p63"/>
          <p:cNvCxnSpPr>
            <a:stCxn id="618" idx="2"/>
            <a:endCxn id="621" idx="0"/>
          </p:cNvCxnSpPr>
          <p:nvPr/>
        </p:nvCxnSpPr>
        <p:spPr>
          <a:xfrm>
            <a:off x="2764918" y="4245030"/>
            <a:ext cx="3000" cy="682800"/>
          </a:xfrm>
          <a:prstGeom prst="straightConnector1">
            <a:avLst/>
          </a:prstGeom>
          <a:noFill/>
          <a:ln cap="flat" cmpd="sng" w="19050">
            <a:solidFill>
              <a:schemeClr val="accent2"/>
            </a:solidFill>
            <a:prstDash val="solid"/>
            <a:round/>
            <a:headEnd len="sm" w="sm" type="none"/>
            <a:tailEnd len="sm" w="sm" type="triangle"/>
          </a:ln>
        </p:spPr>
      </p:cxnSp>
      <p:cxnSp>
        <p:nvCxnSpPr>
          <p:cNvPr id="626" name="Google Shape;626;p63"/>
          <p:cNvCxnSpPr>
            <a:stCxn id="620" idx="2"/>
            <a:endCxn id="623" idx="0"/>
          </p:cNvCxnSpPr>
          <p:nvPr/>
        </p:nvCxnSpPr>
        <p:spPr>
          <a:xfrm>
            <a:off x="4734836" y="4245030"/>
            <a:ext cx="3000" cy="682800"/>
          </a:xfrm>
          <a:prstGeom prst="straightConnector1">
            <a:avLst/>
          </a:prstGeom>
          <a:noFill/>
          <a:ln cap="flat" cmpd="sng" w="19050">
            <a:solidFill>
              <a:schemeClr val="accent2"/>
            </a:solidFill>
            <a:prstDash val="solid"/>
            <a:round/>
            <a:headEnd len="sm" w="sm" type="none"/>
            <a:tailEnd len="sm" w="sm" type="triangle"/>
          </a:ln>
        </p:spPr>
      </p:cxnSp>
      <p:sp>
        <p:nvSpPr>
          <p:cNvPr id="627" name="Google Shape;627;p63"/>
          <p:cNvSpPr/>
          <p:nvPr/>
        </p:nvSpPr>
        <p:spPr>
          <a:xfrm>
            <a:off x="7641653" y="3114245"/>
            <a:ext cx="1176600" cy="1218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0" lIns="0" spcFirstLastPara="1" rIns="0" wrap="square" tIns="0">
            <a:noAutofit/>
          </a:bodyPr>
          <a:lstStyle/>
          <a:p>
            <a:pPr indent="0" lvl="0" marL="0" marR="0" rtl="0" algn="l">
              <a:lnSpc>
                <a:spcPct val="121428"/>
              </a:lnSpc>
              <a:spcBef>
                <a:spcPts val="0"/>
              </a:spcBef>
              <a:spcAft>
                <a:spcPts val="0"/>
              </a:spcAft>
              <a:buClr>
                <a:srgbClr val="000000"/>
              </a:buClr>
              <a:buSzPts val="700"/>
              <a:buFont typeface="Arial"/>
              <a:buNone/>
            </a:pPr>
            <a:r>
              <a:t/>
            </a:r>
            <a:endParaRPr b="0" i="0" sz="700" u="none" cap="none" strike="noStrike">
              <a:solidFill>
                <a:srgbClr val="000000"/>
              </a:solidFill>
              <a:latin typeface="Roboto"/>
              <a:ea typeface="Roboto"/>
              <a:cs typeface="Roboto"/>
              <a:sym typeface="Roboto"/>
            </a:endParaRPr>
          </a:p>
        </p:txBody>
      </p:sp>
      <p:pic>
        <p:nvPicPr>
          <p:cNvPr id="628" name="Google Shape;628;p63"/>
          <p:cNvPicPr preferRelativeResize="0"/>
          <p:nvPr/>
        </p:nvPicPr>
        <p:blipFill rotWithShape="1">
          <a:blip r:embed="rId3">
            <a:alphaModFix amt="90000"/>
          </a:blip>
          <a:srcRect b="0" l="0" r="0" t="0"/>
          <a:stretch/>
        </p:blipFill>
        <p:spPr>
          <a:xfrm>
            <a:off x="7727252" y="3202909"/>
            <a:ext cx="1006095" cy="1042121"/>
          </a:xfrm>
          <a:prstGeom prst="rect">
            <a:avLst/>
          </a:prstGeom>
          <a:noFill/>
          <a:ln>
            <a:noFill/>
          </a:ln>
        </p:spPr>
      </p:pic>
      <p:sp>
        <p:nvSpPr>
          <p:cNvPr id="629" name="Google Shape;629;p63"/>
          <p:cNvSpPr/>
          <p:nvPr/>
        </p:nvSpPr>
        <p:spPr>
          <a:xfrm>
            <a:off x="9611570" y="3114245"/>
            <a:ext cx="1176600" cy="1218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0" lIns="0" spcFirstLastPara="1" rIns="0" wrap="square" tIns="0">
            <a:noAutofit/>
          </a:bodyPr>
          <a:lstStyle/>
          <a:p>
            <a:pPr indent="0" lvl="0" marL="0" marR="0" rtl="0" algn="l">
              <a:lnSpc>
                <a:spcPct val="121428"/>
              </a:lnSpc>
              <a:spcBef>
                <a:spcPts val="0"/>
              </a:spcBef>
              <a:spcAft>
                <a:spcPts val="0"/>
              </a:spcAft>
              <a:buClr>
                <a:srgbClr val="000000"/>
              </a:buClr>
              <a:buSzPts val="700"/>
              <a:buFont typeface="Arial"/>
              <a:buNone/>
            </a:pPr>
            <a:r>
              <a:t/>
            </a:r>
            <a:endParaRPr b="0" i="0" sz="700" u="none" cap="none" strike="noStrike">
              <a:solidFill>
                <a:srgbClr val="000000"/>
              </a:solidFill>
              <a:latin typeface="Roboto"/>
              <a:ea typeface="Roboto"/>
              <a:cs typeface="Roboto"/>
              <a:sym typeface="Roboto"/>
            </a:endParaRPr>
          </a:p>
        </p:txBody>
      </p:sp>
      <p:pic>
        <p:nvPicPr>
          <p:cNvPr id="630" name="Google Shape;630;p63"/>
          <p:cNvPicPr preferRelativeResize="0"/>
          <p:nvPr/>
        </p:nvPicPr>
        <p:blipFill rotWithShape="1">
          <a:blip r:embed="rId3">
            <a:alphaModFix amt="90000"/>
          </a:blip>
          <a:srcRect b="0" l="0" r="0" t="0"/>
          <a:stretch/>
        </p:blipFill>
        <p:spPr>
          <a:xfrm>
            <a:off x="9697169" y="3202909"/>
            <a:ext cx="1006095" cy="1042121"/>
          </a:xfrm>
          <a:prstGeom prst="rect">
            <a:avLst/>
          </a:prstGeom>
          <a:noFill/>
          <a:ln>
            <a:noFill/>
          </a:ln>
        </p:spPr>
      </p:pic>
      <p:sp>
        <p:nvSpPr>
          <p:cNvPr id="631" name="Google Shape;631;p63"/>
          <p:cNvSpPr/>
          <p:nvPr/>
        </p:nvSpPr>
        <p:spPr>
          <a:xfrm>
            <a:off x="7319009" y="4927825"/>
            <a:ext cx="1828800" cy="9144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36575" lIns="749800" spcFirstLastPara="1" rIns="45700" wrap="square" tIns="36575">
            <a:noAutofit/>
          </a:bodyPr>
          <a:lstStyle/>
          <a:p>
            <a:pPr indent="0" lvl="0" marL="0" marR="0" rtl="0" algn="l">
              <a:lnSpc>
                <a:spcPct val="100000"/>
              </a:lnSpc>
              <a:spcBef>
                <a:spcPts val="0"/>
              </a:spcBef>
              <a:spcAft>
                <a:spcPts val="0"/>
              </a:spcAft>
              <a:buClr>
                <a:srgbClr val="000000"/>
              </a:buClr>
              <a:buSzPts val="700"/>
              <a:buFont typeface="Roboto"/>
              <a:buNone/>
            </a:pPr>
            <a:r>
              <a:rPr lang="en" sz="1800">
                <a:solidFill>
                  <a:schemeClr val="lt1"/>
                </a:solidFill>
                <a:latin typeface="Roboto"/>
                <a:ea typeface="Roboto"/>
                <a:cs typeface="Roboto"/>
                <a:sym typeface="Roboto"/>
              </a:rPr>
              <a:t>Frontend</a:t>
            </a:r>
            <a:endParaRPr b="0" i="0" sz="18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700"/>
              <a:buFont typeface="Roboto"/>
              <a:buNone/>
            </a:pPr>
            <a:r>
              <a:rPr b="0" i="0" lang="en" sz="1800" u="none" cap="none" strike="noStrike">
                <a:solidFill>
                  <a:schemeClr val="lt1"/>
                </a:solidFill>
                <a:latin typeface="Roboto"/>
                <a:ea typeface="Roboto"/>
                <a:cs typeface="Roboto"/>
                <a:sym typeface="Roboto"/>
              </a:rPr>
              <a:t>US East</a:t>
            </a:r>
            <a:endParaRPr b="0" i="0" sz="1800" u="none" cap="none" strike="noStrike">
              <a:solidFill>
                <a:schemeClr val="lt1"/>
              </a:solidFill>
              <a:latin typeface="Roboto"/>
              <a:ea typeface="Roboto"/>
              <a:cs typeface="Roboto"/>
              <a:sym typeface="Roboto"/>
            </a:endParaRPr>
          </a:p>
        </p:txBody>
      </p:sp>
      <p:pic>
        <p:nvPicPr>
          <p:cNvPr id="632" name="Google Shape;632;p63"/>
          <p:cNvPicPr preferRelativeResize="0"/>
          <p:nvPr/>
        </p:nvPicPr>
        <p:blipFill rotWithShape="1">
          <a:blip r:embed="rId4">
            <a:alphaModFix amt="90000"/>
          </a:blip>
          <a:srcRect b="0" l="0" r="0" t="0"/>
          <a:stretch/>
        </p:blipFill>
        <p:spPr>
          <a:xfrm>
            <a:off x="7437807" y="5164084"/>
            <a:ext cx="475315" cy="492335"/>
          </a:xfrm>
          <a:prstGeom prst="rect">
            <a:avLst/>
          </a:prstGeom>
          <a:noFill/>
          <a:ln>
            <a:noFill/>
          </a:ln>
        </p:spPr>
      </p:pic>
      <p:sp>
        <p:nvSpPr>
          <p:cNvPr id="633" name="Google Shape;633;p63"/>
          <p:cNvSpPr/>
          <p:nvPr/>
        </p:nvSpPr>
        <p:spPr>
          <a:xfrm>
            <a:off x="9288928" y="4927825"/>
            <a:ext cx="1828800" cy="9144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36575" lIns="749800" spcFirstLastPara="1" rIns="45700" wrap="square" tIns="36575">
            <a:noAutofit/>
          </a:bodyPr>
          <a:lstStyle/>
          <a:p>
            <a:pPr indent="0" lvl="0" marL="0" marR="0" rtl="0" algn="l">
              <a:lnSpc>
                <a:spcPct val="100000"/>
              </a:lnSpc>
              <a:spcBef>
                <a:spcPts val="0"/>
              </a:spcBef>
              <a:spcAft>
                <a:spcPts val="0"/>
              </a:spcAft>
              <a:buClr>
                <a:srgbClr val="000000"/>
              </a:buClr>
              <a:buSzPts val="700"/>
              <a:buFont typeface="Roboto"/>
              <a:buNone/>
            </a:pPr>
            <a:r>
              <a:rPr lang="en" sz="1800">
                <a:solidFill>
                  <a:schemeClr val="lt1"/>
                </a:solidFill>
                <a:latin typeface="Roboto"/>
                <a:ea typeface="Roboto"/>
                <a:cs typeface="Roboto"/>
                <a:sym typeface="Roboto"/>
              </a:rPr>
              <a:t>Frontend</a:t>
            </a:r>
            <a:endParaRPr b="0" i="0" sz="18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700"/>
              <a:buFont typeface="Roboto"/>
              <a:buNone/>
            </a:pPr>
            <a:r>
              <a:rPr b="0" i="0" lang="en" sz="1800" u="none" cap="none" strike="noStrike">
                <a:solidFill>
                  <a:schemeClr val="lt1"/>
                </a:solidFill>
                <a:latin typeface="Roboto"/>
                <a:ea typeface="Roboto"/>
                <a:cs typeface="Roboto"/>
                <a:sym typeface="Roboto"/>
              </a:rPr>
              <a:t>US East</a:t>
            </a:r>
            <a:endParaRPr b="0" i="0" sz="1800" u="none" cap="none" strike="noStrike">
              <a:solidFill>
                <a:schemeClr val="lt1"/>
              </a:solidFill>
              <a:latin typeface="Roboto"/>
              <a:ea typeface="Roboto"/>
              <a:cs typeface="Roboto"/>
              <a:sym typeface="Roboto"/>
            </a:endParaRPr>
          </a:p>
        </p:txBody>
      </p:sp>
      <p:pic>
        <p:nvPicPr>
          <p:cNvPr id="634" name="Google Shape;634;p63"/>
          <p:cNvPicPr preferRelativeResize="0"/>
          <p:nvPr/>
        </p:nvPicPr>
        <p:blipFill rotWithShape="1">
          <a:blip r:embed="rId4">
            <a:alphaModFix amt="90000"/>
          </a:blip>
          <a:srcRect b="0" l="0" r="0" t="0"/>
          <a:stretch/>
        </p:blipFill>
        <p:spPr>
          <a:xfrm>
            <a:off x="9407724" y="5164084"/>
            <a:ext cx="475315" cy="492335"/>
          </a:xfrm>
          <a:prstGeom prst="rect">
            <a:avLst/>
          </a:prstGeom>
          <a:noFill/>
          <a:ln>
            <a:noFill/>
          </a:ln>
        </p:spPr>
      </p:pic>
      <p:cxnSp>
        <p:nvCxnSpPr>
          <p:cNvPr id="635" name="Google Shape;635;p63"/>
          <p:cNvCxnSpPr>
            <a:stCxn id="628" idx="2"/>
            <a:endCxn id="631" idx="0"/>
          </p:cNvCxnSpPr>
          <p:nvPr/>
        </p:nvCxnSpPr>
        <p:spPr>
          <a:xfrm>
            <a:off x="8230300" y="4245030"/>
            <a:ext cx="3000" cy="682800"/>
          </a:xfrm>
          <a:prstGeom prst="straightConnector1">
            <a:avLst/>
          </a:prstGeom>
          <a:noFill/>
          <a:ln cap="flat" cmpd="sng" w="19050">
            <a:solidFill>
              <a:schemeClr val="accent5"/>
            </a:solidFill>
            <a:prstDash val="solid"/>
            <a:round/>
            <a:headEnd len="sm" w="sm" type="none"/>
            <a:tailEnd len="sm" w="sm" type="triangle"/>
          </a:ln>
        </p:spPr>
      </p:cxnSp>
      <p:cxnSp>
        <p:nvCxnSpPr>
          <p:cNvPr id="636" name="Google Shape;636;p63"/>
          <p:cNvCxnSpPr>
            <a:stCxn id="630" idx="2"/>
            <a:endCxn id="633" idx="0"/>
          </p:cNvCxnSpPr>
          <p:nvPr/>
        </p:nvCxnSpPr>
        <p:spPr>
          <a:xfrm>
            <a:off x="10200217" y="4245030"/>
            <a:ext cx="3000" cy="682800"/>
          </a:xfrm>
          <a:prstGeom prst="straightConnector1">
            <a:avLst/>
          </a:prstGeom>
          <a:noFill/>
          <a:ln cap="flat" cmpd="sng" w="19050">
            <a:solidFill>
              <a:schemeClr val="accent5"/>
            </a:solidFill>
            <a:prstDash val="solid"/>
            <a:round/>
            <a:headEnd len="sm" w="sm" type="none"/>
            <a:tailEnd len="sm" w="sm" type="triangle"/>
          </a:ln>
        </p:spPr>
      </p:cxnSp>
      <p:sp>
        <p:nvSpPr>
          <p:cNvPr id="637" name="Google Shape;637;p63"/>
          <p:cNvSpPr/>
          <p:nvPr/>
        </p:nvSpPr>
        <p:spPr>
          <a:xfrm>
            <a:off x="12938273" y="3114245"/>
            <a:ext cx="1176600" cy="1218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0" lIns="0" spcFirstLastPara="1" rIns="0" wrap="square" tIns="0">
            <a:noAutofit/>
          </a:bodyPr>
          <a:lstStyle/>
          <a:p>
            <a:pPr indent="0" lvl="0" marL="0" marR="0" rtl="0" algn="l">
              <a:lnSpc>
                <a:spcPct val="121428"/>
              </a:lnSpc>
              <a:spcBef>
                <a:spcPts val="0"/>
              </a:spcBef>
              <a:spcAft>
                <a:spcPts val="0"/>
              </a:spcAft>
              <a:buClr>
                <a:srgbClr val="000000"/>
              </a:buClr>
              <a:buSzPts val="700"/>
              <a:buFont typeface="Arial"/>
              <a:buNone/>
            </a:pPr>
            <a:r>
              <a:t/>
            </a:r>
            <a:endParaRPr b="0" i="0" sz="700" u="none" cap="none" strike="noStrike">
              <a:solidFill>
                <a:srgbClr val="000000"/>
              </a:solidFill>
              <a:latin typeface="Roboto"/>
              <a:ea typeface="Roboto"/>
              <a:cs typeface="Roboto"/>
              <a:sym typeface="Roboto"/>
            </a:endParaRPr>
          </a:p>
        </p:txBody>
      </p:sp>
      <p:pic>
        <p:nvPicPr>
          <p:cNvPr id="638" name="Google Shape;638;p63"/>
          <p:cNvPicPr preferRelativeResize="0"/>
          <p:nvPr/>
        </p:nvPicPr>
        <p:blipFill rotWithShape="1">
          <a:blip r:embed="rId3">
            <a:alphaModFix amt="90000"/>
          </a:blip>
          <a:srcRect b="0" l="0" r="0" t="0"/>
          <a:stretch/>
        </p:blipFill>
        <p:spPr>
          <a:xfrm>
            <a:off x="13023871" y="3202909"/>
            <a:ext cx="1006095" cy="1042121"/>
          </a:xfrm>
          <a:prstGeom prst="rect">
            <a:avLst/>
          </a:prstGeom>
          <a:noFill/>
          <a:ln>
            <a:noFill/>
          </a:ln>
        </p:spPr>
      </p:pic>
      <p:sp>
        <p:nvSpPr>
          <p:cNvPr id="639" name="Google Shape;639;p63"/>
          <p:cNvSpPr/>
          <p:nvPr/>
        </p:nvSpPr>
        <p:spPr>
          <a:xfrm>
            <a:off x="14908191" y="3114245"/>
            <a:ext cx="1176600" cy="1218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0" lIns="0" spcFirstLastPara="1" rIns="0" wrap="square" tIns="0">
            <a:noAutofit/>
          </a:bodyPr>
          <a:lstStyle/>
          <a:p>
            <a:pPr indent="0" lvl="0" marL="0" marR="0" rtl="0" algn="l">
              <a:lnSpc>
                <a:spcPct val="121428"/>
              </a:lnSpc>
              <a:spcBef>
                <a:spcPts val="0"/>
              </a:spcBef>
              <a:spcAft>
                <a:spcPts val="0"/>
              </a:spcAft>
              <a:buClr>
                <a:srgbClr val="000000"/>
              </a:buClr>
              <a:buSzPts val="700"/>
              <a:buFont typeface="Arial"/>
              <a:buNone/>
            </a:pPr>
            <a:r>
              <a:t/>
            </a:r>
            <a:endParaRPr b="0" i="0" sz="700" u="none" cap="none" strike="noStrike">
              <a:solidFill>
                <a:srgbClr val="000000"/>
              </a:solidFill>
              <a:latin typeface="Roboto"/>
              <a:ea typeface="Roboto"/>
              <a:cs typeface="Roboto"/>
              <a:sym typeface="Roboto"/>
            </a:endParaRPr>
          </a:p>
        </p:txBody>
      </p:sp>
      <p:pic>
        <p:nvPicPr>
          <p:cNvPr id="640" name="Google Shape;640;p63"/>
          <p:cNvPicPr preferRelativeResize="0"/>
          <p:nvPr/>
        </p:nvPicPr>
        <p:blipFill rotWithShape="1">
          <a:blip r:embed="rId3">
            <a:alphaModFix amt="90000"/>
          </a:blip>
          <a:srcRect b="0" l="0" r="0" t="0"/>
          <a:stretch/>
        </p:blipFill>
        <p:spPr>
          <a:xfrm>
            <a:off x="14993790" y="3202909"/>
            <a:ext cx="1006095" cy="1042121"/>
          </a:xfrm>
          <a:prstGeom prst="rect">
            <a:avLst/>
          </a:prstGeom>
          <a:noFill/>
          <a:ln>
            <a:noFill/>
          </a:ln>
        </p:spPr>
      </p:pic>
      <p:sp>
        <p:nvSpPr>
          <p:cNvPr id="641" name="Google Shape;641;p63"/>
          <p:cNvSpPr/>
          <p:nvPr/>
        </p:nvSpPr>
        <p:spPr>
          <a:xfrm>
            <a:off x="12615631" y="4927825"/>
            <a:ext cx="1828800" cy="9144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36575" lIns="749800" spcFirstLastPara="1" rIns="45700" wrap="square" tIns="36575">
            <a:noAutofit/>
          </a:bodyPr>
          <a:lstStyle/>
          <a:p>
            <a:pPr indent="0" lvl="0" marL="0" marR="0" rtl="0" algn="l">
              <a:lnSpc>
                <a:spcPct val="100000"/>
              </a:lnSpc>
              <a:spcBef>
                <a:spcPts val="0"/>
              </a:spcBef>
              <a:spcAft>
                <a:spcPts val="0"/>
              </a:spcAft>
              <a:buClr>
                <a:srgbClr val="000000"/>
              </a:buClr>
              <a:buSzPts val="700"/>
              <a:buFont typeface="Roboto"/>
              <a:buNone/>
            </a:pPr>
            <a:r>
              <a:rPr lang="en" sz="1800">
                <a:solidFill>
                  <a:schemeClr val="lt1"/>
                </a:solidFill>
                <a:latin typeface="Roboto"/>
                <a:ea typeface="Roboto"/>
                <a:cs typeface="Roboto"/>
                <a:sym typeface="Roboto"/>
              </a:rPr>
              <a:t>Frontend</a:t>
            </a:r>
            <a:endParaRPr b="0" i="0" sz="18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700"/>
              <a:buFont typeface="Roboto"/>
              <a:buNone/>
            </a:pPr>
            <a:r>
              <a:rPr b="0" i="0" lang="en" sz="1800" u="none" cap="none" strike="noStrike">
                <a:solidFill>
                  <a:schemeClr val="lt1"/>
                </a:solidFill>
                <a:latin typeface="Roboto"/>
                <a:ea typeface="Roboto"/>
                <a:cs typeface="Roboto"/>
                <a:sym typeface="Roboto"/>
              </a:rPr>
              <a:t>EU </a:t>
            </a:r>
            <a:endParaRPr b="0" i="0" sz="1800" u="none" cap="none" strike="noStrike">
              <a:solidFill>
                <a:schemeClr val="lt1"/>
              </a:solidFill>
              <a:latin typeface="Roboto"/>
              <a:ea typeface="Roboto"/>
              <a:cs typeface="Roboto"/>
              <a:sym typeface="Roboto"/>
            </a:endParaRPr>
          </a:p>
        </p:txBody>
      </p:sp>
      <p:pic>
        <p:nvPicPr>
          <p:cNvPr id="642" name="Google Shape;642;p63"/>
          <p:cNvPicPr preferRelativeResize="0"/>
          <p:nvPr/>
        </p:nvPicPr>
        <p:blipFill rotWithShape="1">
          <a:blip r:embed="rId4">
            <a:alphaModFix amt="90000"/>
          </a:blip>
          <a:srcRect b="0" l="0" r="0" t="0"/>
          <a:stretch/>
        </p:blipFill>
        <p:spPr>
          <a:xfrm>
            <a:off x="12734426" y="5164084"/>
            <a:ext cx="475315" cy="492335"/>
          </a:xfrm>
          <a:prstGeom prst="rect">
            <a:avLst/>
          </a:prstGeom>
          <a:noFill/>
          <a:ln>
            <a:noFill/>
          </a:ln>
        </p:spPr>
      </p:pic>
      <p:sp>
        <p:nvSpPr>
          <p:cNvPr id="643" name="Google Shape;643;p63"/>
          <p:cNvSpPr/>
          <p:nvPr/>
        </p:nvSpPr>
        <p:spPr>
          <a:xfrm>
            <a:off x="14585550" y="4927825"/>
            <a:ext cx="1828800" cy="9144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36575" lIns="749800" spcFirstLastPara="1" rIns="45700" wrap="square" tIns="36575">
            <a:noAutofit/>
          </a:bodyPr>
          <a:lstStyle/>
          <a:p>
            <a:pPr indent="0" lvl="0" marL="0" marR="0" rtl="0" algn="l">
              <a:lnSpc>
                <a:spcPct val="100000"/>
              </a:lnSpc>
              <a:spcBef>
                <a:spcPts val="0"/>
              </a:spcBef>
              <a:spcAft>
                <a:spcPts val="0"/>
              </a:spcAft>
              <a:buClr>
                <a:srgbClr val="000000"/>
              </a:buClr>
              <a:buSzPts val="700"/>
              <a:buFont typeface="Roboto"/>
              <a:buNone/>
            </a:pPr>
            <a:r>
              <a:rPr lang="en" sz="1800">
                <a:solidFill>
                  <a:schemeClr val="lt1"/>
                </a:solidFill>
                <a:latin typeface="Roboto"/>
                <a:ea typeface="Roboto"/>
                <a:cs typeface="Roboto"/>
                <a:sym typeface="Roboto"/>
              </a:rPr>
              <a:t>Frontend</a:t>
            </a:r>
            <a:endParaRPr b="0" i="0" sz="18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700"/>
              <a:buFont typeface="Roboto"/>
              <a:buNone/>
            </a:pPr>
            <a:r>
              <a:rPr b="0" i="0" lang="en" sz="1800" u="none" cap="none" strike="noStrike">
                <a:solidFill>
                  <a:schemeClr val="lt1"/>
                </a:solidFill>
                <a:latin typeface="Roboto"/>
                <a:ea typeface="Roboto"/>
                <a:cs typeface="Roboto"/>
                <a:sym typeface="Roboto"/>
              </a:rPr>
              <a:t>EU</a:t>
            </a:r>
            <a:endParaRPr b="0" i="0" sz="1800" u="none" cap="none" strike="noStrike">
              <a:solidFill>
                <a:schemeClr val="lt1"/>
              </a:solidFill>
              <a:latin typeface="Roboto"/>
              <a:ea typeface="Roboto"/>
              <a:cs typeface="Roboto"/>
              <a:sym typeface="Roboto"/>
            </a:endParaRPr>
          </a:p>
        </p:txBody>
      </p:sp>
      <p:pic>
        <p:nvPicPr>
          <p:cNvPr id="644" name="Google Shape;644;p63"/>
          <p:cNvPicPr preferRelativeResize="0"/>
          <p:nvPr/>
        </p:nvPicPr>
        <p:blipFill rotWithShape="1">
          <a:blip r:embed="rId4">
            <a:alphaModFix amt="90000"/>
          </a:blip>
          <a:srcRect b="0" l="0" r="0" t="0"/>
          <a:stretch/>
        </p:blipFill>
        <p:spPr>
          <a:xfrm>
            <a:off x="14704344" y="5164084"/>
            <a:ext cx="475315" cy="492335"/>
          </a:xfrm>
          <a:prstGeom prst="rect">
            <a:avLst/>
          </a:prstGeom>
          <a:noFill/>
          <a:ln>
            <a:noFill/>
          </a:ln>
        </p:spPr>
      </p:pic>
      <p:cxnSp>
        <p:nvCxnSpPr>
          <p:cNvPr id="645" name="Google Shape;645;p63"/>
          <p:cNvCxnSpPr>
            <a:stCxn id="638" idx="2"/>
            <a:endCxn id="641" idx="0"/>
          </p:cNvCxnSpPr>
          <p:nvPr/>
        </p:nvCxnSpPr>
        <p:spPr>
          <a:xfrm>
            <a:off x="13526919" y="4245030"/>
            <a:ext cx="3000" cy="682800"/>
          </a:xfrm>
          <a:prstGeom prst="straightConnector1">
            <a:avLst/>
          </a:prstGeom>
          <a:noFill/>
          <a:ln cap="flat" cmpd="sng" w="19050">
            <a:solidFill>
              <a:schemeClr val="accent6"/>
            </a:solidFill>
            <a:prstDash val="solid"/>
            <a:round/>
            <a:headEnd len="sm" w="sm" type="none"/>
            <a:tailEnd len="sm" w="sm" type="triangle"/>
          </a:ln>
        </p:spPr>
      </p:cxnSp>
      <p:cxnSp>
        <p:nvCxnSpPr>
          <p:cNvPr id="646" name="Google Shape;646;p63"/>
          <p:cNvCxnSpPr>
            <a:stCxn id="640" idx="2"/>
            <a:endCxn id="643" idx="0"/>
          </p:cNvCxnSpPr>
          <p:nvPr/>
        </p:nvCxnSpPr>
        <p:spPr>
          <a:xfrm>
            <a:off x="15496837" y="4245030"/>
            <a:ext cx="3000" cy="682800"/>
          </a:xfrm>
          <a:prstGeom prst="straightConnector1">
            <a:avLst/>
          </a:prstGeom>
          <a:noFill/>
          <a:ln cap="flat" cmpd="sng" w="19050">
            <a:solidFill>
              <a:schemeClr val="accent6"/>
            </a:solidFill>
            <a:prstDash val="solid"/>
            <a:round/>
            <a:headEnd len="sm" w="sm" type="none"/>
            <a:tailEnd len="sm" w="sm" type="triangle"/>
          </a:ln>
        </p:spPr>
      </p:cxnSp>
      <p:sp>
        <p:nvSpPr>
          <p:cNvPr id="647" name="Google Shape;647;p63"/>
          <p:cNvSpPr/>
          <p:nvPr/>
        </p:nvSpPr>
        <p:spPr>
          <a:xfrm>
            <a:off x="6871044" y="8270491"/>
            <a:ext cx="1828800" cy="9144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36575" lIns="749800" spcFirstLastPara="1" rIns="45700" wrap="square" tIns="36575">
            <a:noAutofit/>
          </a:bodyPr>
          <a:lstStyle/>
          <a:p>
            <a:pPr indent="0" lvl="0" marL="0" marR="0" rtl="0" algn="l">
              <a:lnSpc>
                <a:spcPct val="100000"/>
              </a:lnSpc>
              <a:spcBef>
                <a:spcPts val="0"/>
              </a:spcBef>
              <a:spcAft>
                <a:spcPts val="0"/>
              </a:spcAft>
              <a:buClr>
                <a:srgbClr val="000000"/>
              </a:buClr>
              <a:buSzPts val="700"/>
              <a:buFont typeface="Roboto"/>
              <a:buNone/>
            </a:pPr>
            <a:r>
              <a:rPr b="0" i="0" lang="en" u="none" cap="none" strike="noStrike">
                <a:solidFill>
                  <a:schemeClr val="lt1"/>
                </a:solidFill>
                <a:latin typeface="Roboto"/>
                <a:ea typeface="Roboto"/>
                <a:cs typeface="Roboto"/>
                <a:sym typeface="Roboto"/>
              </a:rPr>
              <a:t>PayLabel</a:t>
            </a:r>
            <a:endParaRPr b="0" i="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700"/>
              <a:buFont typeface="Roboto"/>
              <a:buNone/>
            </a:pPr>
            <a:r>
              <a:rPr b="0" i="0" lang="en" u="none" cap="none" strike="noStrike">
                <a:solidFill>
                  <a:schemeClr val="lt1"/>
                </a:solidFill>
                <a:latin typeface="Roboto"/>
                <a:ea typeface="Roboto"/>
                <a:cs typeface="Roboto"/>
                <a:sym typeface="Roboto"/>
              </a:rPr>
              <a:t>Service</a:t>
            </a:r>
            <a:endParaRPr b="0" i="0" u="none" cap="none" strike="noStrike">
              <a:solidFill>
                <a:schemeClr val="lt1"/>
              </a:solidFill>
              <a:latin typeface="Roboto"/>
              <a:ea typeface="Roboto"/>
              <a:cs typeface="Roboto"/>
              <a:sym typeface="Roboto"/>
            </a:endParaRPr>
          </a:p>
        </p:txBody>
      </p:sp>
      <p:pic>
        <p:nvPicPr>
          <p:cNvPr id="648" name="Google Shape;648;p63"/>
          <p:cNvPicPr preferRelativeResize="0"/>
          <p:nvPr/>
        </p:nvPicPr>
        <p:blipFill rotWithShape="1">
          <a:blip r:embed="rId4">
            <a:alphaModFix amt="90000"/>
          </a:blip>
          <a:srcRect b="0" l="0" r="0" t="0"/>
          <a:stretch/>
        </p:blipFill>
        <p:spPr>
          <a:xfrm>
            <a:off x="6989849" y="8481524"/>
            <a:ext cx="475315" cy="492335"/>
          </a:xfrm>
          <a:prstGeom prst="rect">
            <a:avLst/>
          </a:prstGeom>
          <a:noFill/>
          <a:ln>
            <a:noFill/>
          </a:ln>
          <a:effectLst>
            <a:outerShdw blurRad="19050" rotWithShape="0" algn="ctr" dir="5400000" dist="6350">
              <a:srgbClr val="000000">
                <a:alpha val="44710"/>
              </a:srgbClr>
            </a:outerShdw>
          </a:effectLst>
        </p:spPr>
      </p:pic>
      <p:cxnSp>
        <p:nvCxnSpPr>
          <p:cNvPr id="649" name="Google Shape;649;p63"/>
          <p:cNvCxnSpPr>
            <a:stCxn id="623" idx="2"/>
            <a:endCxn id="647" idx="0"/>
          </p:cNvCxnSpPr>
          <p:nvPr/>
        </p:nvCxnSpPr>
        <p:spPr>
          <a:xfrm>
            <a:off x="4737943" y="5842225"/>
            <a:ext cx="3047400" cy="2428200"/>
          </a:xfrm>
          <a:prstGeom prst="straightConnector1">
            <a:avLst/>
          </a:prstGeom>
          <a:noFill/>
          <a:ln cap="flat" cmpd="sng" w="19050">
            <a:solidFill>
              <a:schemeClr val="accent2"/>
            </a:solidFill>
            <a:prstDash val="solid"/>
            <a:round/>
            <a:headEnd len="sm" w="sm" type="none"/>
            <a:tailEnd len="sm" w="sm" type="triangle"/>
          </a:ln>
        </p:spPr>
      </p:cxnSp>
      <p:cxnSp>
        <p:nvCxnSpPr>
          <p:cNvPr id="650" name="Google Shape;650;p63"/>
          <p:cNvCxnSpPr>
            <a:stCxn id="621" idx="2"/>
            <a:endCxn id="647" idx="0"/>
          </p:cNvCxnSpPr>
          <p:nvPr/>
        </p:nvCxnSpPr>
        <p:spPr>
          <a:xfrm>
            <a:off x="2768025" y="5842225"/>
            <a:ext cx="5017500" cy="2428200"/>
          </a:xfrm>
          <a:prstGeom prst="straightConnector1">
            <a:avLst/>
          </a:prstGeom>
          <a:noFill/>
          <a:ln cap="flat" cmpd="sng" w="19050">
            <a:solidFill>
              <a:schemeClr val="accent2"/>
            </a:solidFill>
            <a:prstDash val="solid"/>
            <a:round/>
            <a:headEnd len="sm" w="sm" type="none"/>
            <a:tailEnd len="sm" w="sm" type="triangle"/>
          </a:ln>
        </p:spPr>
      </p:cxnSp>
      <p:cxnSp>
        <p:nvCxnSpPr>
          <p:cNvPr id="651" name="Google Shape;651;p63"/>
          <p:cNvCxnSpPr>
            <a:stCxn id="631" idx="2"/>
            <a:endCxn id="647" idx="0"/>
          </p:cNvCxnSpPr>
          <p:nvPr/>
        </p:nvCxnSpPr>
        <p:spPr>
          <a:xfrm flipH="1">
            <a:off x="7785509" y="5842225"/>
            <a:ext cx="447900" cy="2428200"/>
          </a:xfrm>
          <a:prstGeom prst="straightConnector1">
            <a:avLst/>
          </a:prstGeom>
          <a:noFill/>
          <a:ln cap="flat" cmpd="sng" w="19050">
            <a:solidFill>
              <a:srgbClr val="3A7DF0"/>
            </a:solidFill>
            <a:prstDash val="solid"/>
            <a:round/>
            <a:headEnd len="sm" w="sm" type="none"/>
            <a:tailEnd len="sm" w="sm" type="triangle"/>
          </a:ln>
        </p:spPr>
      </p:cxnSp>
      <p:cxnSp>
        <p:nvCxnSpPr>
          <p:cNvPr id="652" name="Google Shape;652;p63"/>
          <p:cNvCxnSpPr>
            <a:stCxn id="633" idx="2"/>
            <a:endCxn id="647" idx="0"/>
          </p:cNvCxnSpPr>
          <p:nvPr/>
        </p:nvCxnSpPr>
        <p:spPr>
          <a:xfrm flipH="1">
            <a:off x="7785328" y="5842225"/>
            <a:ext cx="2418000" cy="2428200"/>
          </a:xfrm>
          <a:prstGeom prst="straightConnector1">
            <a:avLst/>
          </a:prstGeom>
          <a:noFill/>
          <a:ln cap="flat" cmpd="sng" w="19050">
            <a:solidFill>
              <a:schemeClr val="accent5"/>
            </a:solidFill>
            <a:prstDash val="solid"/>
            <a:round/>
            <a:headEnd len="sm" w="sm" type="none"/>
            <a:tailEnd len="sm" w="sm" type="triangle"/>
          </a:ln>
        </p:spPr>
      </p:cxnSp>
      <p:cxnSp>
        <p:nvCxnSpPr>
          <p:cNvPr id="653" name="Google Shape;653;p63"/>
          <p:cNvCxnSpPr>
            <a:stCxn id="641" idx="2"/>
            <a:endCxn id="647" idx="0"/>
          </p:cNvCxnSpPr>
          <p:nvPr/>
        </p:nvCxnSpPr>
        <p:spPr>
          <a:xfrm flipH="1">
            <a:off x="7785331" y="5842225"/>
            <a:ext cx="5744700" cy="2428200"/>
          </a:xfrm>
          <a:prstGeom prst="straightConnector1">
            <a:avLst/>
          </a:prstGeom>
          <a:noFill/>
          <a:ln cap="flat" cmpd="sng" w="19050">
            <a:solidFill>
              <a:schemeClr val="accent6"/>
            </a:solidFill>
            <a:prstDash val="solid"/>
            <a:round/>
            <a:headEnd len="sm" w="sm" type="none"/>
            <a:tailEnd len="sm" w="sm" type="triangle"/>
          </a:ln>
        </p:spPr>
      </p:cxnSp>
      <p:cxnSp>
        <p:nvCxnSpPr>
          <p:cNvPr id="654" name="Google Shape;654;p63"/>
          <p:cNvCxnSpPr>
            <a:stCxn id="643" idx="2"/>
            <a:endCxn id="647" idx="0"/>
          </p:cNvCxnSpPr>
          <p:nvPr/>
        </p:nvCxnSpPr>
        <p:spPr>
          <a:xfrm flipH="1">
            <a:off x="7785450" y="5842225"/>
            <a:ext cx="7714500" cy="2428200"/>
          </a:xfrm>
          <a:prstGeom prst="straightConnector1">
            <a:avLst/>
          </a:prstGeom>
          <a:noFill/>
          <a:ln cap="flat" cmpd="sng" w="19050">
            <a:solidFill>
              <a:schemeClr val="accent6"/>
            </a:solidFill>
            <a:prstDash val="solid"/>
            <a:round/>
            <a:headEnd len="sm" w="sm" type="none"/>
            <a:tailEnd len="sm" w="sm" type="triangle"/>
          </a:ln>
        </p:spPr>
      </p:cxnSp>
      <p:sp>
        <p:nvSpPr>
          <p:cNvPr id="655" name="Google Shape;655;p63"/>
          <p:cNvSpPr/>
          <p:nvPr/>
        </p:nvSpPr>
        <p:spPr>
          <a:xfrm>
            <a:off x="9234020" y="8270491"/>
            <a:ext cx="1920300" cy="9144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36575" lIns="749800" spcFirstLastPara="1" rIns="45700" wrap="square" tIns="36575">
            <a:noAutofit/>
          </a:bodyPr>
          <a:lstStyle/>
          <a:p>
            <a:pPr indent="0" lvl="0" marL="0" marR="0" rtl="0" algn="l">
              <a:lnSpc>
                <a:spcPct val="100000"/>
              </a:lnSpc>
              <a:spcBef>
                <a:spcPts val="0"/>
              </a:spcBef>
              <a:spcAft>
                <a:spcPts val="0"/>
              </a:spcAft>
              <a:buClr>
                <a:srgbClr val="000000"/>
              </a:buClr>
              <a:buSzPts val="700"/>
              <a:buFont typeface="Roboto"/>
              <a:buNone/>
            </a:pPr>
            <a:r>
              <a:rPr b="0" i="0" lang="en" u="none" cap="none" strike="noStrike">
                <a:solidFill>
                  <a:schemeClr val="lt1"/>
                </a:solidFill>
                <a:latin typeface="Roboto"/>
                <a:ea typeface="Roboto"/>
                <a:cs typeface="Roboto"/>
                <a:sym typeface="Roboto"/>
              </a:rPr>
              <a:t>Recommend-</a:t>
            </a:r>
            <a:br>
              <a:rPr b="0" i="0" lang="en" u="none" cap="none" strike="noStrike">
                <a:solidFill>
                  <a:schemeClr val="lt1"/>
                </a:solidFill>
                <a:latin typeface="Roboto"/>
                <a:ea typeface="Roboto"/>
                <a:cs typeface="Roboto"/>
                <a:sym typeface="Roboto"/>
              </a:rPr>
            </a:br>
            <a:r>
              <a:rPr b="0" i="0" lang="en" u="none" cap="none" strike="noStrike">
                <a:solidFill>
                  <a:schemeClr val="lt1"/>
                </a:solidFill>
                <a:latin typeface="Roboto"/>
                <a:ea typeface="Roboto"/>
                <a:cs typeface="Roboto"/>
                <a:sym typeface="Roboto"/>
              </a:rPr>
              <a:t>ations</a:t>
            </a:r>
            <a:endParaRPr b="0" i="0" u="none" cap="none" strike="noStrike">
              <a:solidFill>
                <a:schemeClr val="lt1"/>
              </a:solidFill>
              <a:latin typeface="Roboto"/>
              <a:ea typeface="Roboto"/>
              <a:cs typeface="Roboto"/>
              <a:sym typeface="Roboto"/>
            </a:endParaRPr>
          </a:p>
        </p:txBody>
      </p:sp>
      <p:pic>
        <p:nvPicPr>
          <p:cNvPr id="656" name="Google Shape;656;p63"/>
          <p:cNvPicPr preferRelativeResize="0"/>
          <p:nvPr/>
        </p:nvPicPr>
        <p:blipFill rotWithShape="1">
          <a:blip r:embed="rId4">
            <a:alphaModFix amt="90000"/>
          </a:blip>
          <a:srcRect b="0" l="0" r="0" t="0"/>
          <a:stretch/>
        </p:blipFill>
        <p:spPr>
          <a:xfrm>
            <a:off x="9352825" y="8481524"/>
            <a:ext cx="475315" cy="492335"/>
          </a:xfrm>
          <a:prstGeom prst="rect">
            <a:avLst/>
          </a:prstGeom>
          <a:noFill/>
          <a:ln>
            <a:noFill/>
          </a:ln>
        </p:spPr>
      </p:pic>
      <p:sp>
        <p:nvSpPr>
          <p:cNvPr id="657" name="Google Shape;657;p63"/>
          <p:cNvSpPr/>
          <p:nvPr/>
        </p:nvSpPr>
        <p:spPr>
          <a:xfrm>
            <a:off x="4349919" y="8270491"/>
            <a:ext cx="1828800" cy="9144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36575" lIns="749800" spcFirstLastPara="1" rIns="45700" wrap="square" tIns="36575">
            <a:noAutofit/>
          </a:bodyPr>
          <a:lstStyle/>
          <a:p>
            <a:pPr indent="0" lvl="0" marL="0" marR="0" rtl="0" algn="l">
              <a:lnSpc>
                <a:spcPct val="100000"/>
              </a:lnSpc>
              <a:spcBef>
                <a:spcPts val="0"/>
              </a:spcBef>
              <a:spcAft>
                <a:spcPts val="0"/>
              </a:spcAft>
              <a:buClr>
                <a:srgbClr val="000000"/>
              </a:buClr>
              <a:buSzPts val="700"/>
              <a:buFont typeface="Roboto"/>
              <a:buNone/>
            </a:pPr>
            <a:r>
              <a:rPr b="0" i="0" lang="en" u="none" cap="none" strike="noStrike">
                <a:solidFill>
                  <a:schemeClr val="lt1"/>
                </a:solidFill>
                <a:latin typeface="Roboto"/>
                <a:ea typeface="Roboto"/>
                <a:cs typeface="Roboto"/>
                <a:sym typeface="Roboto"/>
              </a:rPr>
              <a:t>FriendList </a:t>
            </a:r>
            <a:endParaRPr b="0" i="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700"/>
              <a:buFont typeface="Roboto"/>
              <a:buNone/>
            </a:pPr>
            <a:r>
              <a:rPr b="0" i="0" lang="en" u="none" cap="none" strike="noStrike">
                <a:solidFill>
                  <a:schemeClr val="lt1"/>
                </a:solidFill>
                <a:latin typeface="Roboto"/>
                <a:ea typeface="Roboto"/>
                <a:cs typeface="Roboto"/>
                <a:sym typeface="Roboto"/>
              </a:rPr>
              <a:t>service</a:t>
            </a:r>
            <a:endParaRPr b="0" i="0" u="none" cap="none" strike="noStrike">
              <a:solidFill>
                <a:schemeClr val="lt1"/>
              </a:solidFill>
              <a:latin typeface="Roboto"/>
              <a:ea typeface="Roboto"/>
              <a:cs typeface="Roboto"/>
              <a:sym typeface="Roboto"/>
            </a:endParaRPr>
          </a:p>
        </p:txBody>
      </p:sp>
      <p:pic>
        <p:nvPicPr>
          <p:cNvPr id="658" name="Google Shape;658;p63"/>
          <p:cNvPicPr preferRelativeResize="0"/>
          <p:nvPr/>
        </p:nvPicPr>
        <p:blipFill rotWithShape="1">
          <a:blip r:embed="rId4">
            <a:alphaModFix amt="90000"/>
          </a:blip>
          <a:srcRect b="0" l="0" r="0" t="0"/>
          <a:stretch/>
        </p:blipFill>
        <p:spPr>
          <a:xfrm>
            <a:off x="4468724" y="8481524"/>
            <a:ext cx="475315" cy="492335"/>
          </a:xfrm>
          <a:prstGeom prst="rect">
            <a:avLst/>
          </a:prstGeom>
          <a:noFill/>
          <a:ln>
            <a:noFill/>
          </a:ln>
        </p:spPr>
      </p:pic>
      <p:sp>
        <p:nvSpPr>
          <p:cNvPr id="659" name="Google Shape;659;p63"/>
          <p:cNvSpPr/>
          <p:nvPr/>
        </p:nvSpPr>
        <p:spPr>
          <a:xfrm>
            <a:off x="11596997" y="8270491"/>
            <a:ext cx="1828800" cy="9144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36575" lIns="749800" spcFirstLastPara="1" rIns="45700" wrap="square" tIns="36575">
            <a:noAutofit/>
          </a:bodyPr>
          <a:lstStyle/>
          <a:p>
            <a:pPr indent="0" lvl="0" marL="0" marR="0" rtl="0" algn="l">
              <a:lnSpc>
                <a:spcPct val="100000"/>
              </a:lnSpc>
              <a:spcBef>
                <a:spcPts val="0"/>
              </a:spcBef>
              <a:spcAft>
                <a:spcPts val="0"/>
              </a:spcAft>
              <a:buClr>
                <a:srgbClr val="000000"/>
              </a:buClr>
              <a:buSzPts val="700"/>
              <a:buFont typeface="Roboto"/>
              <a:buNone/>
            </a:pPr>
            <a:r>
              <a:rPr b="0" i="0" lang="en" u="none" cap="none" strike="noStrike">
                <a:solidFill>
                  <a:schemeClr val="lt1"/>
                </a:solidFill>
                <a:latin typeface="Roboto"/>
                <a:ea typeface="Roboto"/>
                <a:cs typeface="Roboto"/>
                <a:sym typeface="Roboto"/>
              </a:rPr>
              <a:t>Top10 </a:t>
            </a:r>
            <a:endParaRPr b="0" i="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700"/>
              <a:buFont typeface="Roboto"/>
              <a:buNone/>
            </a:pPr>
            <a:r>
              <a:rPr b="0" i="0" lang="en" u="none" cap="none" strike="noStrike">
                <a:solidFill>
                  <a:schemeClr val="lt1"/>
                </a:solidFill>
                <a:latin typeface="Roboto"/>
                <a:ea typeface="Roboto"/>
                <a:cs typeface="Roboto"/>
                <a:sym typeface="Roboto"/>
              </a:rPr>
              <a:t>service</a:t>
            </a:r>
            <a:endParaRPr b="0" i="0" u="none" cap="none" strike="noStrike">
              <a:solidFill>
                <a:schemeClr val="lt1"/>
              </a:solidFill>
              <a:latin typeface="Roboto"/>
              <a:ea typeface="Roboto"/>
              <a:cs typeface="Roboto"/>
              <a:sym typeface="Roboto"/>
            </a:endParaRPr>
          </a:p>
        </p:txBody>
      </p:sp>
      <p:pic>
        <p:nvPicPr>
          <p:cNvPr id="660" name="Google Shape;660;p63"/>
          <p:cNvPicPr preferRelativeResize="0"/>
          <p:nvPr/>
        </p:nvPicPr>
        <p:blipFill rotWithShape="1">
          <a:blip r:embed="rId4">
            <a:alphaModFix amt="90000"/>
          </a:blip>
          <a:srcRect b="0" l="0" r="0" t="0"/>
          <a:stretch/>
        </p:blipFill>
        <p:spPr>
          <a:xfrm>
            <a:off x="11715802" y="8481524"/>
            <a:ext cx="475315" cy="492335"/>
          </a:xfrm>
          <a:prstGeom prst="rect">
            <a:avLst/>
          </a:prstGeom>
          <a:noFill/>
          <a:ln>
            <a:noFill/>
          </a:ln>
        </p:spPr>
      </p:pic>
      <p:cxnSp>
        <p:nvCxnSpPr>
          <p:cNvPr id="661" name="Google Shape;661;p63"/>
          <p:cNvCxnSpPr>
            <a:stCxn id="631" idx="2"/>
            <a:endCxn id="657" idx="0"/>
          </p:cNvCxnSpPr>
          <p:nvPr/>
        </p:nvCxnSpPr>
        <p:spPr>
          <a:xfrm flipH="1">
            <a:off x="5264309" y="5842225"/>
            <a:ext cx="2969100" cy="2428200"/>
          </a:xfrm>
          <a:prstGeom prst="straightConnector1">
            <a:avLst/>
          </a:prstGeom>
          <a:noFill/>
          <a:ln cap="flat" cmpd="sng" w="19050">
            <a:solidFill>
              <a:schemeClr val="accent5"/>
            </a:solidFill>
            <a:prstDash val="solid"/>
            <a:round/>
            <a:headEnd len="sm" w="sm" type="none"/>
            <a:tailEnd len="sm" w="sm" type="triangle"/>
          </a:ln>
        </p:spPr>
      </p:cxnSp>
      <p:cxnSp>
        <p:nvCxnSpPr>
          <p:cNvPr id="662" name="Google Shape;662;p63"/>
          <p:cNvCxnSpPr>
            <a:stCxn id="631" idx="2"/>
            <a:endCxn id="647" idx="0"/>
          </p:cNvCxnSpPr>
          <p:nvPr/>
        </p:nvCxnSpPr>
        <p:spPr>
          <a:xfrm flipH="1">
            <a:off x="7785509" y="5842225"/>
            <a:ext cx="447900" cy="2428200"/>
          </a:xfrm>
          <a:prstGeom prst="straightConnector1">
            <a:avLst/>
          </a:prstGeom>
          <a:noFill/>
          <a:ln cap="flat" cmpd="sng" w="19050">
            <a:solidFill>
              <a:schemeClr val="accent5"/>
            </a:solidFill>
            <a:prstDash val="solid"/>
            <a:round/>
            <a:headEnd len="sm" w="sm" type="none"/>
            <a:tailEnd len="sm" w="sm" type="triangle"/>
          </a:ln>
        </p:spPr>
      </p:cxnSp>
      <p:cxnSp>
        <p:nvCxnSpPr>
          <p:cNvPr id="663" name="Google Shape;663;p63"/>
          <p:cNvCxnSpPr>
            <a:stCxn id="631" idx="2"/>
            <a:endCxn id="655" idx="0"/>
          </p:cNvCxnSpPr>
          <p:nvPr/>
        </p:nvCxnSpPr>
        <p:spPr>
          <a:xfrm>
            <a:off x="8233409" y="5842225"/>
            <a:ext cx="1960800" cy="2428200"/>
          </a:xfrm>
          <a:prstGeom prst="straightConnector1">
            <a:avLst/>
          </a:prstGeom>
          <a:noFill/>
          <a:ln cap="flat" cmpd="sng" w="19050">
            <a:solidFill>
              <a:schemeClr val="accent5"/>
            </a:solidFill>
            <a:prstDash val="solid"/>
            <a:round/>
            <a:headEnd len="sm" w="sm" type="none"/>
            <a:tailEnd len="sm" w="sm" type="triangle"/>
          </a:ln>
        </p:spPr>
      </p:cxnSp>
      <p:cxnSp>
        <p:nvCxnSpPr>
          <p:cNvPr id="664" name="Google Shape;664;p63"/>
          <p:cNvCxnSpPr>
            <a:stCxn id="631" idx="2"/>
            <a:endCxn id="659" idx="0"/>
          </p:cNvCxnSpPr>
          <p:nvPr/>
        </p:nvCxnSpPr>
        <p:spPr>
          <a:xfrm>
            <a:off x="8233409" y="5842225"/>
            <a:ext cx="4278000" cy="2428200"/>
          </a:xfrm>
          <a:prstGeom prst="straightConnector1">
            <a:avLst/>
          </a:prstGeom>
          <a:noFill/>
          <a:ln cap="flat" cmpd="sng" w="19050">
            <a:solidFill>
              <a:schemeClr val="accent5"/>
            </a:solidFill>
            <a:prstDash val="solid"/>
            <a:round/>
            <a:headEnd len="sm" w="sm" type="none"/>
            <a:tailEnd len="sm" w="sm" type="triangle"/>
          </a:ln>
        </p:spPr>
      </p:cxnSp>
      <p:cxnSp>
        <p:nvCxnSpPr>
          <p:cNvPr id="665" name="Google Shape;665;p63"/>
          <p:cNvCxnSpPr>
            <a:stCxn id="623" idx="2"/>
            <a:endCxn id="657" idx="0"/>
          </p:cNvCxnSpPr>
          <p:nvPr/>
        </p:nvCxnSpPr>
        <p:spPr>
          <a:xfrm>
            <a:off x="4737943" y="5842225"/>
            <a:ext cx="526500" cy="2428200"/>
          </a:xfrm>
          <a:prstGeom prst="straightConnector1">
            <a:avLst/>
          </a:prstGeom>
          <a:noFill/>
          <a:ln cap="flat" cmpd="sng" w="19050">
            <a:solidFill>
              <a:schemeClr val="accent2"/>
            </a:solidFill>
            <a:prstDash val="solid"/>
            <a:round/>
            <a:headEnd len="sm" w="sm" type="none"/>
            <a:tailEnd len="sm" w="sm" type="triangle"/>
          </a:ln>
        </p:spPr>
      </p:cxnSp>
      <p:cxnSp>
        <p:nvCxnSpPr>
          <p:cNvPr id="666" name="Google Shape;666;p63"/>
          <p:cNvCxnSpPr>
            <a:stCxn id="621" idx="2"/>
            <a:endCxn id="657" idx="0"/>
          </p:cNvCxnSpPr>
          <p:nvPr/>
        </p:nvCxnSpPr>
        <p:spPr>
          <a:xfrm>
            <a:off x="2768025" y="5842225"/>
            <a:ext cx="2496300" cy="2428200"/>
          </a:xfrm>
          <a:prstGeom prst="straightConnector1">
            <a:avLst/>
          </a:prstGeom>
          <a:noFill/>
          <a:ln cap="flat" cmpd="sng" w="19050">
            <a:solidFill>
              <a:schemeClr val="accent2"/>
            </a:solidFill>
            <a:prstDash val="solid"/>
            <a:round/>
            <a:headEnd len="sm" w="sm" type="none"/>
            <a:tailEnd len="sm" w="sm" type="triangle"/>
          </a:ln>
        </p:spPr>
      </p:cxnSp>
      <p:cxnSp>
        <p:nvCxnSpPr>
          <p:cNvPr id="667" name="Google Shape;667;p63"/>
          <p:cNvCxnSpPr>
            <a:stCxn id="633" idx="2"/>
            <a:endCxn id="655" idx="0"/>
          </p:cNvCxnSpPr>
          <p:nvPr/>
        </p:nvCxnSpPr>
        <p:spPr>
          <a:xfrm flipH="1">
            <a:off x="10194028" y="5842225"/>
            <a:ext cx="9300" cy="2428200"/>
          </a:xfrm>
          <a:prstGeom prst="straightConnector1">
            <a:avLst/>
          </a:prstGeom>
          <a:noFill/>
          <a:ln cap="flat" cmpd="sng" w="19050">
            <a:solidFill>
              <a:schemeClr val="accent5"/>
            </a:solidFill>
            <a:prstDash val="solid"/>
            <a:round/>
            <a:headEnd len="sm" w="sm" type="none"/>
            <a:tailEnd len="sm" w="sm" type="triangle"/>
          </a:ln>
        </p:spPr>
      </p:cxnSp>
      <p:cxnSp>
        <p:nvCxnSpPr>
          <p:cNvPr id="668" name="Google Shape;668;p63"/>
          <p:cNvCxnSpPr>
            <a:stCxn id="641" idx="2"/>
            <a:endCxn id="655" idx="0"/>
          </p:cNvCxnSpPr>
          <p:nvPr/>
        </p:nvCxnSpPr>
        <p:spPr>
          <a:xfrm flipH="1">
            <a:off x="10194031" y="5842225"/>
            <a:ext cx="3336000" cy="2428200"/>
          </a:xfrm>
          <a:prstGeom prst="straightConnector1">
            <a:avLst/>
          </a:prstGeom>
          <a:noFill/>
          <a:ln cap="flat" cmpd="sng" w="19050">
            <a:solidFill>
              <a:schemeClr val="accent6"/>
            </a:solidFill>
            <a:prstDash val="solid"/>
            <a:round/>
            <a:headEnd len="sm" w="sm" type="none"/>
            <a:tailEnd len="sm" w="sm" type="triangle"/>
          </a:ln>
        </p:spPr>
      </p:cxnSp>
      <p:cxnSp>
        <p:nvCxnSpPr>
          <p:cNvPr id="669" name="Google Shape;669;p63"/>
          <p:cNvCxnSpPr>
            <a:stCxn id="643" idx="2"/>
            <a:endCxn id="659" idx="0"/>
          </p:cNvCxnSpPr>
          <p:nvPr/>
        </p:nvCxnSpPr>
        <p:spPr>
          <a:xfrm flipH="1">
            <a:off x="12511350" y="5842225"/>
            <a:ext cx="2988600" cy="2428200"/>
          </a:xfrm>
          <a:prstGeom prst="straightConnector1">
            <a:avLst/>
          </a:prstGeom>
          <a:noFill/>
          <a:ln cap="flat" cmpd="sng" w="19050">
            <a:solidFill>
              <a:schemeClr val="accent6"/>
            </a:solidFill>
            <a:prstDash val="solid"/>
            <a:round/>
            <a:headEnd len="sm" w="sm" type="none"/>
            <a:tailEnd len="sm" w="sm" type="triangle"/>
          </a:ln>
        </p:spPr>
      </p:cxnSp>
      <p:cxnSp>
        <p:nvCxnSpPr>
          <p:cNvPr id="670" name="Google Shape;670;p63"/>
          <p:cNvCxnSpPr>
            <a:stCxn id="643" idx="2"/>
            <a:endCxn id="655" idx="0"/>
          </p:cNvCxnSpPr>
          <p:nvPr/>
        </p:nvCxnSpPr>
        <p:spPr>
          <a:xfrm flipH="1">
            <a:off x="10194150" y="5842225"/>
            <a:ext cx="5305800" cy="2428200"/>
          </a:xfrm>
          <a:prstGeom prst="straightConnector1">
            <a:avLst/>
          </a:prstGeom>
          <a:noFill/>
          <a:ln cap="flat" cmpd="sng" w="19050">
            <a:solidFill>
              <a:schemeClr val="accent6"/>
            </a:solidFill>
            <a:prstDash val="solid"/>
            <a:round/>
            <a:headEnd len="sm" w="sm" type="none"/>
            <a:tailEnd len="sm" w="sm" type="triangle"/>
          </a:ln>
        </p:spPr>
      </p:cxnSp>
      <p:cxnSp>
        <p:nvCxnSpPr>
          <p:cNvPr id="671" name="Google Shape;671;p63"/>
          <p:cNvCxnSpPr>
            <a:stCxn id="641" idx="2"/>
            <a:endCxn id="657" idx="0"/>
          </p:cNvCxnSpPr>
          <p:nvPr/>
        </p:nvCxnSpPr>
        <p:spPr>
          <a:xfrm flipH="1">
            <a:off x="5264431" y="5842225"/>
            <a:ext cx="8265600" cy="2428200"/>
          </a:xfrm>
          <a:prstGeom prst="straightConnector1">
            <a:avLst/>
          </a:prstGeom>
          <a:noFill/>
          <a:ln cap="flat" cmpd="sng" w="19050">
            <a:solidFill>
              <a:schemeClr val="accent6"/>
            </a:solidFill>
            <a:prstDash val="solid"/>
            <a:round/>
            <a:headEnd len="sm" w="sm" type="none"/>
            <a:tailEnd len="sm" w="sm" type="triangle"/>
          </a:ln>
        </p:spPr>
      </p:cxnSp>
      <p:sp>
        <p:nvSpPr>
          <p:cNvPr id="672" name="Google Shape;672;p63"/>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Organizations have to orchestrate complex</a:t>
            </a:r>
            <a:endParaRPr/>
          </a:p>
          <a:p>
            <a:pPr indent="0" lvl="0" marL="0" rtl="0" algn="l">
              <a:spcBef>
                <a:spcPts val="0"/>
              </a:spcBef>
              <a:spcAft>
                <a:spcPts val="0"/>
              </a:spcAft>
              <a:buNone/>
            </a:pPr>
            <a:r>
              <a:rPr lang="en"/>
              <a:t>business processes</a:t>
            </a:r>
            <a:endParaRPr/>
          </a:p>
        </p:txBody>
      </p:sp>
      <p:sp>
        <p:nvSpPr>
          <p:cNvPr id="673" name="Google Shape;673;p6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5">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64"/>
          <p:cNvSpPr txBox="1"/>
          <p:nvPr/>
        </p:nvSpPr>
        <p:spPr>
          <a:xfrm>
            <a:off x="11469859" y="8211773"/>
            <a:ext cx="2879400" cy="96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00">
                <a:solidFill>
                  <a:schemeClr val="lt1"/>
                </a:solidFill>
                <a:latin typeface="Roboto"/>
                <a:ea typeface="Roboto"/>
                <a:cs typeface="Roboto"/>
                <a:sym typeface="Roboto"/>
              </a:rPr>
              <a:t>Reliability improvement</a:t>
            </a:r>
            <a:endParaRPr sz="2200">
              <a:solidFill>
                <a:schemeClr val="lt1"/>
              </a:solidFill>
              <a:latin typeface="Roboto"/>
              <a:ea typeface="Roboto"/>
              <a:cs typeface="Roboto"/>
              <a:sym typeface="Roboto"/>
            </a:endParaRPr>
          </a:p>
        </p:txBody>
      </p:sp>
      <p:pic>
        <p:nvPicPr>
          <p:cNvPr id="679" name="Google Shape;679;p64"/>
          <p:cNvPicPr preferRelativeResize="0"/>
          <p:nvPr/>
        </p:nvPicPr>
        <p:blipFill>
          <a:blip r:embed="rId3">
            <a:alphaModFix/>
          </a:blip>
          <a:stretch>
            <a:fillRect/>
          </a:stretch>
        </p:blipFill>
        <p:spPr>
          <a:xfrm>
            <a:off x="12056218" y="6097570"/>
            <a:ext cx="1707636" cy="2057145"/>
          </a:xfrm>
          <a:prstGeom prst="rect">
            <a:avLst/>
          </a:prstGeom>
          <a:noFill/>
          <a:ln>
            <a:noFill/>
          </a:ln>
        </p:spPr>
      </p:pic>
      <p:sp>
        <p:nvSpPr>
          <p:cNvPr id="680" name="Google Shape;680;p64"/>
          <p:cNvSpPr txBox="1"/>
          <p:nvPr/>
        </p:nvSpPr>
        <p:spPr>
          <a:xfrm>
            <a:off x="3857479" y="8211773"/>
            <a:ext cx="2879400" cy="96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00">
                <a:solidFill>
                  <a:schemeClr val="lt1"/>
                </a:solidFill>
                <a:latin typeface="Roboto"/>
                <a:ea typeface="Roboto"/>
                <a:cs typeface="Roboto"/>
                <a:sym typeface="Roboto"/>
              </a:rPr>
              <a:t>Log to multiple systems</a:t>
            </a:r>
            <a:endParaRPr sz="2200">
              <a:solidFill>
                <a:schemeClr val="lt1"/>
              </a:solidFill>
              <a:latin typeface="Roboto"/>
              <a:ea typeface="Roboto"/>
              <a:cs typeface="Roboto"/>
              <a:sym typeface="Roboto"/>
            </a:endParaRPr>
          </a:p>
        </p:txBody>
      </p:sp>
      <p:grpSp>
        <p:nvGrpSpPr>
          <p:cNvPr id="681" name="Google Shape;681;p64"/>
          <p:cNvGrpSpPr/>
          <p:nvPr/>
        </p:nvGrpSpPr>
        <p:grpSpPr>
          <a:xfrm>
            <a:off x="2417299" y="2647033"/>
            <a:ext cx="2880360" cy="3174600"/>
            <a:chOff x="1761475" y="2191625"/>
            <a:chExt cx="3200400" cy="3526550"/>
          </a:xfrm>
        </p:grpSpPr>
        <p:sp>
          <p:nvSpPr>
            <p:cNvPr id="682" name="Google Shape;682;p64"/>
            <p:cNvSpPr txBox="1"/>
            <p:nvPr/>
          </p:nvSpPr>
          <p:spPr>
            <a:xfrm>
              <a:off x="1761475" y="4642375"/>
              <a:ext cx="3200400" cy="107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00">
                  <a:solidFill>
                    <a:schemeClr val="lt1"/>
                  </a:solidFill>
                  <a:latin typeface="Roboto"/>
                  <a:ea typeface="Roboto"/>
                  <a:cs typeface="Roboto"/>
                  <a:sym typeface="Roboto"/>
                </a:rPr>
                <a:t>Balance workloads in network clusters</a:t>
              </a:r>
              <a:endParaRPr sz="2200">
                <a:solidFill>
                  <a:schemeClr val="lt1"/>
                </a:solidFill>
                <a:latin typeface="Roboto"/>
                <a:ea typeface="Roboto"/>
                <a:cs typeface="Roboto"/>
                <a:sym typeface="Roboto"/>
              </a:endParaRPr>
            </a:p>
          </p:txBody>
        </p:sp>
        <p:grpSp>
          <p:nvGrpSpPr>
            <p:cNvPr id="683" name="Google Shape;683;p64"/>
            <p:cNvGrpSpPr/>
            <p:nvPr/>
          </p:nvGrpSpPr>
          <p:grpSpPr>
            <a:xfrm>
              <a:off x="2502694" y="2191625"/>
              <a:ext cx="1717962" cy="2055160"/>
              <a:chOff x="2391575" y="2332825"/>
              <a:chExt cx="1717962" cy="2055160"/>
            </a:xfrm>
          </p:grpSpPr>
          <p:sp>
            <p:nvSpPr>
              <p:cNvPr id="684" name="Google Shape;684;p64"/>
              <p:cNvSpPr/>
              <p:nvPr/>
            </p:nvSpPr>
            <p:spPr>
              <a:xfrm>
                <a:off x="2391575" y="3103455"/>
                <a:ext cx="515400" cy="513900"/>
              </a:xfrm>
              <a:prstGeom prst="rect">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64"/>
              <p:cNvSpPr/>
              <p:nvPr/>
            </p:nvSpPr>
            <p:spPr>
              <a:xfrm>
                <a:off x="3594137" y="2332825"/>
                <a:ext cx="515400" cy="513900"/>
              </a:xfrm>
              <a:prstGeom prst="rect">
                <a:avLst/>
              </a:prstGeom>
              <a:solidFill>
                <a:schemeClr val="accent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64"/>
              <p:cNvSpPr/>
              <p:nvPr/>
            </p:nvSpPr>
            <p:spPr>
              <a:xfrm>
                <a:off x="3594137" y="3103455"/>
                <a:ext cx="515400" cy="5139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64"/>
              <p:cNvSpPr/>
              <p:nvPr/>
            </p:nvSpPr>
            <p:spPr>
              <a:xfrm>
                <a:off x="3594137" y="3874085"/>
                <a:ext cx="515400" cy="513900"/>
              </a:xfrm>
              <a:prstGeom prst="rect">
                <a:avLst/>
              </a:prstGeom>
              <a:solidFill>
                <a:schemeClr val="accent5"/>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88" name="Google Shape;688;p64"/>
              <p:cNvCxnSpPr>
                <a:stCxn id="685" idx="1"/>
                <a:endCxn id="687" idx="1"/>
              </p:cNvCxnSpPr>
              <p:nvPr/>
            </p:nvCxnSpPr>
            <p:spPr>
              <a:xfrm>
                <a:off x="3594137" y="2589775"/>
                <a:ext cx="600" cy="1541400"/>
              </a:xfrm>
              <a:prstGeom prst="bentConnector3">
                <a:avLst>
                  <a:gd fmla="val -44097222" name="adj1"/>
                </a:avLst>
              </a:prstGeom>
              <a:noFill/>
              <a:ln cap="flat" cmpd="sng" w="28575">
                <a:solidFill>
                  <a:schemeClr val="accent2"/>
                </a:solidFill>
                <a:prstDash val="solid"/>
                <a:round/>
                <a:headEnd len="med" w="med" type="triangle"/>
                <a:tailEnd len="med" w="med" type="triangle"/>
              </a:ln>
            </p:spPr>
          </p:cxnSp>
          <p:cxnSp>
            <p:nvCxnSpPr>
              <p:cNvPr id="689" name="Google Shape;689;p64"/>
              <p:cNvCxnSpPr>
                <a:stCxn id="684" idx="3"/>
                <a:endCxn id="686" idx="1"/>
              </p:cNvCxnSpPr>
              <p:nvPr/>
            </p:nvCxnSpPr>
            <p:spPr>
              <a:xfrm>
                <a:off x="2906975" y="3360405"/>
                <a:ext cx="687300" cy="0"/>
              </a:xfrm>
              <a:prstGeom prst="straightConnector1">
                <a:avLst/>
              </a:prstGeom>
              <a:noFill/>
              <a:ln cap="flat" cmpd="sng" w="28575">
                <a:solidFill>
                  <a:schemeClr val="accent2"/>
                </a:solidFill>
                <a:prstDash val="solid"/>
                <a:round/>
                <a:headEnd len="med" w="med" type="none"/>
                <a:tailEnd len="med" w="med" type="triangle"/>
              </a:ln>
            </p:spPr>
          </p:cxnSp>
        </p:grpSp>
      </p:grpSp>
      <p:grpSp>
        <p:nvGrpSpPr>
          <p:cNvPr id="690" name="Google Shape;690;p64"/>
          <p:cNvGrpSpPr/>
          <p:nvPr/>
        </p:nvGrpSpPr>
        <p:grpSpPr>
          <a:xfrm>
            <a:off x="5747876" y="2748553"/>
            <a:ext cx="3461670" cy="3073080"/>
            <a:chOff x="5327575" y="2304400"/>
            <a:chExt cx="3846300" cy="3413775"/>
          </a:xfrm>
        </p:grpSpPr>
        <p:sp>
          <p:nvSpPr>
            <p:cNvPr id="691" name="Google Shape;691;p64"/>
            <p:cNvSpPr txBox="1"/>
            <p:nvPr/>
          </p:nvSpPr>
          <p:spPr>
            <a:xfrm>
              <a:off x="5327575" y="4642375"/>
              <a:ext cx="3846300" cy="107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00">
                  <a:solidFill>
                    <a:schemeClr val="lt1"/>
                  </a:solidFill>
                  <a:latin typeface="Roboto"/>
                  <a:ea typeface="Roboto"/>
                  <a:cs typeface="Roboto"/>
                  <a:sym typeface="Roboto"/>
                </a:rPr>
                <a:t>Implement asynchronous workflows</a:t>
              </a:r>
              <a:endParaRPr sz="2200">
                <a:solidFill>
                  <a:schemeClr val="lt1"/>
                </a:solidFill>
                <a:latin typeface="Roboto"/>
                <a:ea typeface="Roboto"/>
                <a:cs typeface="Roboto"/>
                <a:sym typeface="Roboto"/>
              </a:endParaRPr>
            </a:p>
          </p:txBody>
        </p:sp>
        <p:grpSp>
          <p:nvGrpSpPr>
            <p:cNvPr id="692" name="Google Shape;692;p64"/>
            <p:cNvGrpSpPr/>
            <p:nvPr/>
          </p:nvGrpSpPr>
          <p:grpSpPr>
            <a:xfrm>
              <a:off x="5810563" y="2304400"/>
              <a:ext cx="2880323" cy="2057392"/>
              <a:chOff x="5708950" y="2304400"/>
              <a:chExt cx="2880323" cy="2057392"/>
            </a:xfrm>
          </p:grpSpPr>
          <p:sp>
            <p:nvSpPr>
              <p:cNvPr id="693" name="Google Shape;693;p64"/>
              <p:cNvSpPr/>
              <p:nvPr/>
            </p:nvSpPr>
            <p:spPr>
              <a:xfrm>
                <a:off x="5708950" y="2304400"/>
                <a:ext cx="2016300" cy="412800"/>
              </a:xfrm>
              <a:prstGeom prst="rect">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64"/>
              <p:cNvSpPr/>
              <p:nvPr/>
            </p:nvSpPr>
            <p:spPr>
              <a:xfrm>
                <a:off x="5708973" y="2852597"/>
                <a:ext cx="1152000" cy="412800"/>
              </a:xfrm>
              <a:prstGeom prst="rect">
                <a:avLst/>
              </a:prstGeom>
              <a:solidFill>
                <a:schemeClr val="accent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64"/>
              <p:cNvSpPr/>
              <p:nvPr/>
            </p:nvSpPr>
            <p:spPr>
              <a:xfrm>
                <a:off x="5708973" y="3400795"/>
                <a:ext cx="2880300" cy="4128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64"/>
              <p:cNvSpPr/>
              <p:nvPr/>
            </p:nvSpPr>
            <p:spPr>
              <a:xfrm>
                <a:off x="5708973" y="3948992"/>
                <a:ext cx="2304300" cy="412800"/>
              </a:xfrm>
              <a:prstGeom prst="rect">
                <a:avLst/>
              </a:prstGeom>
              <a:solidFill>
                <a:schemeClr val="accent5"/>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97" name="Google Shape;697;p64"/>
          <p:cNvGrpSpPr/>
          <p:nvPr/>
        </p:nvGrpSpPr>
        <p:grpSpPr>
          <a:xfrm>
            <a:off x="9659764" y="2658923"/>
            <a:ext cx="2880360" cy="3162710"/>
            <a:chOff x="9457675" y="2204833"/>
            <a:chExt cx="3200400" cy="3513342"/>
          </a:xfrm>
        </p:grpSpPr>
        <p:sp>
          <p:nvSpPr>
            <p:cNvPr id="698" name="Google Shape;698;p64"/>
            <p:cNvSpPr txBox="1"/>
            <p:nvPr/>
          </p:nvSpPr>
          <p:spPr>
            <a:xfrm>
              <a:off x="9457675" y="4642375"/>
              <a:ext cx="3200400" cy="107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00">
                  <a:solidFill>
                    <a:schemeClr val="lt1"/>
                  </a:solidFill>
                  <a:latin typeface="Roboto"/>
                  <a:ea typeface="Roboto"/>
                  <a:cs typeface="Roboto"/>
                  <a:sym typeface="Roboto"/>
                </a:rPr>
                <a:t>Distribute event notifications</a:t>
              </a:r>
              <a:endParaRPr sz="2200">
                <a:solidFill>
                  <a:schemeClr val="lt1"/>
                </a:solidFill>
                <a:latin typeface="Roboto"/>
                <a:ea typeface="Roboto"/>
                <a:cs typeface="Roboto"/>
                <a:sym typeface="Roboto"/>
              </a:endParaRPr>
            </a:p>
          </p:txBody>
        </p:sp>
        <p:grpSp>
          <p:nvGrpSpPr>
            <p:cNvPr id="699" name="Google Shape;699;p64"/>
            <p:cNvGrpSpPr/>
            <p:nvPr/>
          </p:nvGrpSpPr>
          <p:grpSpPr>
            <a:xfrm>
              <a:off x="9766932" y="2204833"/>
              <a:ext cx="2581886" cy="2028744"/>
              <a:chOff x="9464040" y="2286000"/>
              <a:chExt cx="2581886" cy="2028744"/>
            </a:xfrm>
          </p:grpSpPr>
          <p:sp>
            <p:nvSpPr>
              <p:cNvPr id="700" name="Google Shape;700;p64"/>
              <p:cNvSpPr/>
              <p:nvPr/>
            </p:nvSpPr>
            <p:spPr>
              <a:xfrm>
                <a:off x="9464040" y="2289915"/>
                <a:ext cx="639000" cy="630000"/>
              </a:xfrm>
              <a:prstGeom prst="rect">
                <a:avLst/>
              </a:prstGeom>
              <a:solidFill>
                <a:schemeClr val="accent5"/>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64"/>
              <p:cNvSpPr/>
              <p:nvPr/>
            </p:nvSpPr>
            <p:spPr>
              <a:xfrm>
                <a:off x="11406926" y="3682707"/>
                <a:ext cx="639000" cy="6300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2" name="Google Shape;702;p64"/>
              <p:cNvGrpSpPr/>
              <p:nvPr/>
            </p:nvGrpSpPr>
            <p:grpSpPr>
              <a:xfrm>
                <a:off x="10218473" y="3049488"/>
                <a:ext cx="1073847" cy="630307"/>
                <a:chOff x="3154675" y="4777850"/>
                <a:chExt cx="1424200" cy="853150"/>
              </a:xfrm>
            </p:grpSpPr>
            <p:sp>
              <p:nvSpPr>
                <p:cNvPr id="703" name="Google Shape;703;p64"/>
                <p:cNvSpPr/>
                <p:nvPr/>
              </p:nvSpPr>
              <p:spPr>
                <a:xfrm>
                  <a:off x="3154675" y="4800600"/>
                  <a:ext cx="1417500" cy="830400"/>
                </a:xfrm>
                <a:prstGeom prst="rect">
                  <a:avLst/>
                </a:prstGeom>
                <a:solidFill>
                  <a:schemeClr val="accent2"/>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64"/>
                <p:cNvSpPr/>
                <p:nvPr/>
              </p:nvSpPr>
              <p:spPr>
                <a:xfrm flipH="1" rot="10800000">
                  <a:off x="3161375" y="4777850"/>
                  <a:ext cx="1417500" cy="351300"/>
                </a:xfrm>
                <a:prstGeom prst="triangle">
                  <a:avLst>
                    <a:gd fmla="val 50000" name="adj"/>
                  </a:avLst>
                </a:prstGeom>
                <a:solidFill>
                  <a:schemeClr val="accent2"/>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5" name="Google Shape;705;p64"/>
              <p:cNvSpPr txBox="1"/>
              <p:nvPr/>
            </p:nvSpPr>
            <p:spPr>
              <a:xfrm>
                <a:off x="10124162" y="2286000"/>
                <a:ext cx="1590000" cy="63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700">
                    <a:solidFill>
                      <a:schemeClr val="lt1"/>
                    </a:solidFill>
                    <a:latin typeface="Roboto"/>
                    <a:ea typeface="Roboto"/>
                    <a:cs typeface="Roboto"/>
                    <a:sym typeface="Roboto"/>
                  </a:rPr>
                  <a:t>Upstream service</a:t>
                </a:r>
                <a:endParaRPr sz="1700">
                  <a:solidFill>
                    <a:schemeClr val="lt1"/>
                  </a:solidFill>
                  <a:latin typeface="Roboto"/>
                  <a:ea typeface="Roboto"/>
                  <a:cs typeface="Roboto"/>
                  <a:sym typeface="Roboto"/>
                </a:endParaRPr>
              </a:p>
            </p:txBody>
          </p:sp>
          <p:sp>
            <p:nvSpPr>
              <p:cNvPr id="706" name="Google Shape;706;p64"/>
              <p:cNvSpPr txBox="1"/>
              <p:nvPr/>
            </p:nvSpPr>
            <p:spPr>
              <a:xfrm>
                <a:off x="9783596" y="3684744"/>
                <a:ext cx="1590000" cy="6300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700">
                    <a:solidFill>
                      <a:schemeClr val="lt1"/>
                    </a:solidFill>
                    <a:latin typeface="Roboto"/>
                    <a:ea typeface="Roboto"/>
                    <a:cs typeface="Roboto"/>
                    <a:sym typeface="Roboto"/>
                  </a:rPr>
                  <a:t>Downstream service</a:t>
                </a:r>
                <a:endParaRPr sz="1700">
                  <a:solidFill>
                    <a:schemeClr val="lt1"/>
                  </a:solidFill>
                  <a:latin typeface="Roboto"/>
                  <a:ea typeface="Roboto"/>
                  <a:cs typeface="Roboto"/>
                  <a:sym typeface="Roboto"/>
                </a:endParaRPr>
              </a:p>
            </p:txBody>
          </p:sp>
          <p:cxnSp>
            <p:nvCxnSpPr>
              <p:cNvPr id="707" name="Google Shape;707;p64"/>
              <p:cNvCxnSpPr>
                <a:stCxn id="700" idx="2"/>
                <a:endCxn id="703" idx="1"/>
              </p:cNvCxnSpPr>
              <p:nvPr/>
            </p:nvCxnSpPr>
            <p:spPr>
              <a:xfrm flipH="1" rot="-5400000">
                <a:off x="9774540" y="2928915"/>
                <a:ext cx="453000" cy="435000"/>
              </a:xfrm>
              <a:prstGeom prst="bentConnector2">
                <a:avLst/>
              </a:prstGeom>
              <a:noFill/>
              <a:ln cap="flat" cmpd="sng" w="38100">
                <a:solidFill>
                  <a:schemeClr val="accent2"/>
                </a:solidFill>
                <a:prstDash val="solid"/>
                <a:round/>
                <a:headEnd len="med" w="med" type="none"/>
                <a:tailEnd len="med" w="med" type="triangle"/>
              </a:ln>
            </p:spPr>
          </p:cxnSp>
          <p:cxnSp>
            <p:nvCxnSpPr>
              <p:cNvPr id="708" name="Google Shape;708;p64"/>
              <p:cNvCxnSpPr>
                <a:stCxn id="703" idx="3"/>
                <a:endCxn id="701" idx="0"/>
              </p:cNvCxnSpPr>
              <p:nvPr/>
            </p:nvCxnSpPr>
            <p:spPr>
              <a:xfrm>
                <a:off x="11287268" y="3373045"/>
                <a:ext cx="439200" cy="309600"/>
              </a:xfrm>
              <a:prstGeom prst="bentConnector2">
                <a:avLst/>
              </a:prstGeom>
              <a:noFill/>
              <a:ln cap="flat" cmpd="sng" w="38100">
                <a:solidFill>
                  <a:schemeClr val="accent2"/>
                </a:solidFill>
                <a:prstDash val="solid"/>
                <a:round/>
                <a:headEnd len="med" w="med" type="none"/>
                <a:tailEnd len="med" w="med" type="triangle"/>
              </a:ln>
            </p:spPr>
          </p:cxnSp>
        </p:grpSp>
      </p:grpSp>
      <p:grpSp>
        <p:nvGrpSpPr>
          <p:cNvPr id="709" name="Google Shape;709;p64"/>
          <p:cNvGrpSpPr/>
          <p:nvPr/>
        </p:nvGrpSpPr>
        <p:grpSpPr>
          <a:xfrm>
            <a:off x="12990341" y="2682091"/>
            <a:ext cx="2880360" cy="3139542"/>
            <a:chOff x="13433100" y="2230570"/>
            <a:chExt cx="3200400" cy="3487605"/>
          </a:xfrm>
        </p:grpSpPr>
        <p:sp>
          <p:nvSpPr>
            <p:cNvPr id="710" name="Google Shape;710;p64"/>
            <p:cNvSpPr txBox="1"/>
            <p:nvPr/>
          </p:nvSpPr>
          <p:spPr>
            <a:xfrm>
              <a:off x="13433100" y="4642375"/>
              <a:ext cx="3200400" cy="107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00">
                  <a:solidFill>
                    <a:schemeClr val="lt1"/>
                  </a:solidFill>
                  <a:latin typeface="Roboto"/>
                  <a:ea typeface="Roboto"/>
                  <a:cs typeface="Roboto"/>
                  <a:sym typeface="Roboto"/>
                </a:rPr>
                <a:t>Refresh distributed caches</a:t>
              </a:r>
              <a:endParaRPr sz="2200">
                <a:solidFill>
                  <a:schemeClr val="lt1"/>
                </a:solidFill>
                <a:latin typeface="Roboto"/>
                <a:ea typeface="Roboto"/>
                <a:cs typeface="Roboto"/>
                <a:sym typeface="Roboto"/>
              </a:endParaRPr>
            </a:p>
          </p:txBody>
        </p:sp>
        <p:pic>
          <p:nvPicPr>
            <p:cNvPr id="711" name="Google Shape;711;p64"/>
            <p:cNvPicPr preferRelativeResize="0"/>
            <p:nvPr/>
          </p:nvPicPr>
          <p:blipFill>
            <a:blip r:embed="rId4">
              <a:alphaModFix/>
            </a:blip>
            <a:stretch>
              <a:fillRect/>
            </a:stretch>
          </p:blipFill>
          <p:spPr>
            <a:xfrm>
              <a:off x="14179479" y="2230570"/>
              <a:ext cx="1707643" cy="1977271"/>
            </a:xfrm>
            <a:prstGeom prst="rect">
              <a:avLst/>
            </a:prstGeom>
            <a:noFill/>
            <a:ln>
              <a:noFill/>
            </a:ln>
          </p:spPr>
        </p:pic>
      </p:grpSp>
      <p:pic>
        <p:nvPicPr>
          <p:cNvPr id="712" name="Google Shape;712;p64"/>
          <p:cNvPicPr preferRelativeResize="0"/>
          <p:nvPr/>
        </p:nvPicPr>
        <p:blipFill>
          <a:blip r:embed="rId5">
            <a:alphaModFix/>
          </a:blip>
          <a:stretch>
            <a:fillRect/>
          </a:stretch>
        </p:blipFill>
        <p:spPr>
          <a:xfrm>
            <a:off x="4001490" y="6164308"/>
            <a:ext cx="2167985" cy="1126949"/>
          </a:xfrm>
          <a:prstGeom prst="rect">
            <a:avLst/>
          </a:prstGeom>
          <a:noFill/>
          <a:ln>
            <a:noFill/>
          </a:ln>
        </p:spPr>
      </p:pic>
      <p:sp>
        <p:nvSpPr>
          <p:cNvPr id="713" name="Google Shape;713;p64"/>
          <p:cNvSpPr/>
          <p:nvPr/>
        </p:nvSpPr>
        <p:spPr>
          <a:xfrm>
            <a:off x="4003363" y="7628000"/>
            <a:ext cx="464400" cy="461100"/>
          </a:xfrm>
          <a:prstGeom prst="rect">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64"/>
          <p:cNvSpPr/>
          <p:nvPr/>
        </p:nvSpPr>
        <p:spPr>
          <a:xfrm>
            <a:off x="4712222" y="7628000"/>
            <a:ext cx="464400" cy="461100"/>
          </a:xfrm>
          <a:prstGeom prst="rect">
            <a:avLst/>
          </a:prstGeom>
          <a:solidFill>
            <a:schemeClr val="accent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64"/>
          <p:cNvSpPr/>
          <p:nvPr/>
        </p:nvSpPr>
        <p:spPr>
          <a:xfrm>
            <a:off x="5421081" y="7628000"/>
            <a:ext cx="464400" cy="4611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64"/>
          <p:cNvSpPr/>
          <p:nvPr/>
        </p:nvSpPr>
        <p:spPr>
          <a:xfrm>
            <a:off x="6129941" y="7628000"/>
            <a:ext cx="464400" cy="461100"/>
          </a:xfrm>
          <a:prstGeom prst="rect">
            <a:avLst/>
          </a:prstGeom>
          <a:solidFill>
            <a:schemeClr val="accent5"/>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17" name="Google Shape;717;p64"/>
          <p:cNvCxnSpPr>
            <a:stCxn id="713" idx="0"/>
            <a:endCxn id="716" idx="0"/>
          </p:cNvCxnSpPr>
          <p:nvPr/>
        </p:nvCxnSpPr>
        <p:spPr>
          <a:xfrm flipH="1" rot="-5400000">
            <a:off x="5298613" y="6564950"/>
            <a:ext cx="600" cy="2126700"/>
          </a:xfrm>
          <a:prstGeom prst="bentConnector3">
            <a:avLst>
              <a:gd fmla="val -40802016" name="adj1"/>
            </a:avLst>
          </a:prstGeom>
          <a:noFill/>
          <a:ln cap="flat" cmpd="sng" w="19050">
            <a:solidFill>
              <a:schemeClr val="accent2"/>
            </a:solidFill>
            <a:prstDash val="solid"/>
            <a:round/>
            <a:headEnd len="med" w="med" type="none"/>
            <a:tailEnd len="med" w="med" type="none"/>
          </a:ln>
        </p:spPr>
      </p:cxnSp>
      <p:cxnSp>
        <p:nvCxnSpPr>
          <p:cNvPr id="718" name="Google Shape;718;p64"/>
          <p:cNvCxnSpPr>
            <a:stCxn id="714" idx="0"/>
          </p:cNvCxnSpPr>
          <p:nvPr/>
        </p:nvCxnSpPr>
        <p:spPr>
          <a:xfrm flipH="1" rot="10800000">
            <a:off x="4944422" y="7434200"/>
            <a:ext cx="3000" cy="193800"/>
          </a:xfrm>
          <a:prstGeom prst="straightConnector1">
            <a:avLst/>
          </a:prstGeom>
          <a:noFill/>
          <a:ln cap="flat" cmpd="sng" w="19050">
            <a:solidFill>
              <a:schemeClr val="accent2"/>
            </a:solidFill>
            <a:prstDash val="solid"/>
            <a:round/>
            <a:headEnd len="med" w="med" type="none"/>
            <a:tailEnd len="med" w="med" type="none"/>
          </a:ln>
        </p:spPr>
      </p:cxnSp>
      <p:cxnSp>
        <p:nvCxnSpPr>
          <p:cNvPr id="719" name="Google Shape;719;p64"/>
          <p:cNvCxnSpPr/>
          <p:nvPr/>
        </p:nvCxnSpPr>
        <p:spPr>
          <a:xfrm flipH="1" rot="10800000">
            <a:off x="5651810" y="7435100"/>
            <a:ext cx="2700" cy="192900"/>
          </a:xfrm>
          <a:prstGeom prst="straightConnector1">
            <a:avLst/>
          </a:prstGeom>
          <a:noFill/>
          <a:ln cap="flat" cmpd="sng" w="19050">
            <a:solidFill>
              <a:schemeClr val="accent2"/>
            </a:solidFill>
            <a:prstDash val="solid"/>
            <a:round/>
            <a:headEnd len="med" w="med" type="none"/>
            <a:tailEnd len="med" w="med" type="none"/>
          </a:ln>
        </p:spPr>
      </p:cxnSp>
      <p:cxnSp>
        <p:nvCxnSpPr>
          <p:cNvPr id="720" name="Google Shape;720;p64"/>
          <p:cNvCxnSpPr/>
          <p:nvPr/>
        </p:nvCxnSpPr>
        <p:spPr>
          <a:xfrm flipH="1" rot="10800000">
            <a:off x="5297380" y="7240141"/>
            <a:ext cx="2700" cy="192900"/>
          </a:xfrm>
          <a:prstGeom prst="straightConnector1">
            <a:avLst/>
          </a:prstGeom>
          <a:noFill/>
          <a:ln cap="flat" cmpd="sng" w="19050">
            <a:solidFill>
              <a:schemeClr val="accent2"/>
            </a:solidFill>
            <a:prstDash val="solid"/>
            <a:round/>
            <a:headEnd len="med" w="med" type="none"/>
            <a:tailEnd len="med" w="med" type="none"/>
          </a:ln>
        </p:spPr>
      </p:cxnSp>
      <p:sp>
        <p:nvSpPr>
          <p:cNvPr id="721" name="Google Shape;721;p64"/>
          <p:cNvSpPr txBox="1"/>
          <p:nvPr/>
        </p:nvSpPr>
        <p:spPr>
          <a:xfrm>
            <a:off x="7545926" y="8211773"/>
            <a:ext cx="3169500" cy="9672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lang="en" sz="2200">
                <a:solidFill>
                  <a:schemeClr val="lt1"/>
                </a:solidFill>
                <a:latin typeface="Roboto"/>
                <a:ea typeface="Roboto"/>
                <a:cs typeface="Roboto"/>
                <a:sym typeface="Roboto"/>
              </a:rPr>
              <a:t>Stream data from various processes or devices</a:t>
            </a:r>
            <a:endParaRPr sz="2200">
              <a:solidFill>
                <a:schemeClr val="lt1"/>
              </a:solidFill>
              <a:latin typeface="Roboto"/>
              <a:ea typeface="Roboto"/>
              <a:cs typeface="Roboto"/>
              <a:sym typeface="Roboto"/>
            </a:endParaRPr>
          </a:p>
        </p:txBody>
      </p:sp>
      <p:grpSp>
        <p:nvGrpSpPr>
          <p:cNvPr id="722" name="Google Shape;722;p64"/>
          <p:cNvGrpSpPr/>
          <p:nvPr/>
        </p:nvGrpSpPr>
        <p:grpSpPr>
          <a:xfrm>
            <a:off x="8097836" y="6203111"/>
            <a:ext cx="2064630" cy="1850504"/>
            <a:chOff x="7996984" y="6141944"/>
            <a:chExt cx="2294033" cy="2055658"/>
          </a:xfrm>
        </p:grpSpPr>
        <p:sp>
          <p:nvSpPr>
            <p:cNvPr id="723" name="Google Shape;723;p64"/>
            <p:cNvSpPr/>
            <p:nvPr/>
          </p:nvSpPr>
          <p:spPr>
            <a:xfrm>
              <a:off x="10049301" y="7458015"/>
              <a:ext cx="174172" cy="174172"/>
            </a:xfrm>
            <a:prstGeom prst="ellipse">
              <a:avLst/>
            </a:prstGeom>
            <a:solidFill>
              <a:schemeClr val="accent4"/>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64"/>
            <p:cNvSpPr/>
            <p:nvPr/>
          </p:nvSpPr>
          <p:spPr>
            <a:xfrm>
              <a:off x="9481996" y="7958053"/>
              <a:ext cx="174172" cy="174172"/>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64"/>
            <p:cNvSpPr/>
            <p:nvPr/>
          </p:nvSpPr>
          <p:spPr>
            <a:xfrm>
              <a:off x="9056912" y="7735479"/>
              <a:ext cx="174172" cy="174172"/>
            </a:xfrm>
            <a:prstGeom prst="ellipse">
              <a:avLst/>
            </a:prstGeom>
            <a:solidFill>
              <a:schemeClr val="accent5"/>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64"/>
            <p:cNvSpPr/>
            <p:nvPr/>
          </p:nvSpPr>
          <p:spPr>
            <a:xfrm>
              <a:off x="8631880" y="7958053"/>
              <a:ext cx="174172" cy="174172"/>
            </a:xfrm>
            <a:prstGeom prst="ellipse">
              <a:avLst/>
            </a:prstGeom>
            <a:solidFill>
              <a:schemeClr val="accent6"/>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64"/>
            <p:cNvSpPr/>
            <p:nvPr/>
          </p:nvSpPr>
          <p:spPr>
            <a:xfrm>
              <a:off x="8060732" y="7458015"/>
              <a:ext cx="174172" cy="174172"/>
            </a:xfrm>
            <a:prstGeom prst="ellipse">
              <a:avLst/>
            </a:prstGeom>
            <a:solidFill>
              <a:schemeClr val="accent4"/>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8" name="Google Shape;728;p64"/>
            <p:cNvPicPr preferRelativeResize="0"/>
            <p:nvPr/>
          </p:nvPicPr>
          <p:blipFill rotWithShape="1">
            <a:blip r:embed="rId6">
              <a:alphaModFix/>
            </a:blip>
            <a:srcRect b="0" l="0" r="0" t="50428"/>
            <a:stretch/>
          </p:blipFill>
          <p:spPr>
            <a:xfrm>
              <a:off x="7996984" y="6939383"/>
              <a:ext cx="2294033" cy="1258220"/>
            </a:xfrm>
            <a:prstGeom prst="rect">
              <a:avLst/>
            </a:prstGeom>
            <a:noFill/>
            <a:ln cap="flat" cmpd="sng" w="9525">
              <a:solidFill>
                <a:schemeClr val="accent2"/>
              </a:solidFill>
              <a:prstDash val="solid"/>
              <a:round/>
              <a:headEnd len="sm" w="sm" type="none"/>
              <a:tailEnd len="sm" w="sm" type="none"/>
            </a:ln>
          </p:spPr>
        </p:pic>
        <p:sp>
          <p:nvSpPr>
            <p:cNvPr id="729" name="Google Shape;729;p64"/>
            <p:cNvSpPr/>
            <p:nvPr/>
          </p:nvSpPr>
          <p:spPr>
            <a:xfrm>
              <a:off x="8276781" y="6141944"/>
              <a:ext cx="1740449" cy="1147950"/>
            </a:xfrm>
            <a:custGeom>
              <a:rect b="b" l="l" r="r" t="t"/>
              <a:pathLst>
                <a:path extrusionOk="0" h="92530" w="140306">
                  <a:moveTo>
                    <a:pt x="70352" y="1"/>
                  </a:moveTo>
                  <a:cubicBezTo>
                    <a:pt x="54351" y="1"/>
                    <a:pt x="39417" y="8882"/>
                    <a:pt x="31889" y="23368"/>
                  </a:cubicBezTo>
                  <a:cubicBezTo>
                    <a:pt x="13588" y="25349"/>
                    <a:pt x="1" y="41335"/>
                    <a:pt x="1005" y="59720"/>
                  </a:cubicBezTo>
                  <a:cubicBezTo>
                    <a:pt x="2010" y="78134"/>
                    <a:pt x="17215" y="92530"/>
                    <a:pt x="35656" y="92530"/>
                  </a:cubicBezTo>
                  <a:lnTo>
                    <a:pt x="110816" y="92530"/>
                  </a:lnTo>
                  <a:cubicBezTo>
                    <a:pt x="110851" y="92530"/>
                    <a:pt x="110886" y="92530"/>
                    <a:pt x="110921" y="92530"/>
                  </a:cubicBezTo>
                  <a:cubicBezTo>
                    <a:pt x="126469" y="92530"/>
                    <a:pt x="139218" y="80247"/>
                    <a:pt x="139747" y="64714"/>
                  </a:cubicBezTo>
                  <a:cubicBezTo>
                    <a:pt x="140305" y="49147"/>
                    <a:pt x="128392" y="35950"/>
                    <a:pt x="112852" y="34946"/>
                  </a:cubicBezTo>
                  <a:cubicBezTo>
                    <a:pt x="109281" y="16867"/>
                    <a:pt x="94690" y="3057"/>
                    <a:pt x="76472" y="435"/>
                  </a:cubicBezTo>
                  <a:cubicBezTo>
                    <a:pt x="74424" y="143"/>
                    <a:pt x="72379" y="1"/>
                    <a:pt x="703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730" name="Google Shape;730;p64"/>
          <p:cNvCxnSpPr/>
          <p:nvPr/>
        </p:nvCxnSpPr>
        <p:spPr>
          <a:xfrm flipH="1">
            <a:off x="5521943" y="2624150"/>
            <a:ext cx="1500" cy="2980500"/>
          </a:xfrm>
          <a:prstGeom prst="straightConnector1">
            <a:avLst/>
          </a:prstGeom>
          <a:noFill/>
          <a:ln cap="flat" cmpd="sng" w="9525">
            <a:solidFill>
              <a:schemeClr val="accent2"/>
            </a:solidFill>
            <a:prstDash val="dot"/>
            <a:round/>
            <a:headEnd len="med" w="med" type="none"/>
            <a:tailEnd len="med" w="med" type="none"/>
          </a:ln>
        </p:spPr>
      </p:cxnSp>
      <p:cxnSp>
        <p:nvCxnSpPr>
          <p:cNvPr id="731" name="Google Shape;731;p64"/>
          <p:cNvCxnSpPr/>
          <p:nvPr/>
        </p:nvCxnSpPr>
        <p:spPr>
          <a:xfrm flipH="1">
            <a:off x="9433830" y="2624150"/>
            <a:ext cx="1500" cy="2980500"/>
          </a:xfrm>
          <a:prstGeom prst="straightConnector1">
            <a:avLst/>
          </a:prstGeom>
          <a:noFill/>
          <a:ln cap="flat" cmpd="sng" w="9525">
            <a:solidFill>
              <a:schemeClr val="accent2"/>
            </a:solidFill>
            <a:prstDash val="dot"/>
            <a:round/>
            <a:headEnd len="med" w="med" type="none"/>
            <a:tailEnd len="med" w="med" type="none"/>
          </a:ln>
        </p:spPr>
      </p:cxnSp>
      <p:cxnSp>
        <p:nvCxnSpPr>
          <p:cNvPr id="732" name="Google Shape;732;p64"/>
          <p:cNvCxnSpPr/>
          <p:nvPr/>
        </p:nvCxnSpPr>
        <p:spPr>
          <a:xfrm flipH="1">
            <a:off x="12764407" y="2624150"/>
            <a:ext cx="1500" cy="2980500"/>
          </a:xfrm>
          <a:prstGeom prst="straightConnector1">
            <a:avLst/>
          </a:prstGeom>
          <a:noFill/>
          <a:ln cap="flat" cmpd="sng" w="9525">
            <a:solidFill>
              <a:schemeClr val="accent2"/>
            </a:solidFill>
            <a:prstDash val="dot"/>
            <a:round/>
            <a:headEnd len="med" w="med" type="none"/>
            <a:tailEnd len="med" w="med" type="none"/>
          </a:ln>
        </p:spPr>
      </p:cxnSp>
      <p:cxnSp>
        <p:nvCxnSpPr>
          <p:cNvPr id="733" name="Google Shape;733;p64"/>
          <p:cNvCxnSpPr/>
          <p:nvPr/>
        </p:nvCxnSpPr>
        <p:spPr>
          <a:xfrm flipH="1">
            <a:off x="7236443" y="6052733"/>
            <a:ext cx="1500" cy="2980500"/>
          </a:xfrm>
          <a:prstGeom prst="straightConnector1">
            <a:avLst/>
          </a:prstGeom>
          <a:noFill/>
          <a:ln cap="flat" cmpd="sng" w="9525">
            <a:solidFill>
              <a:schemeClr val="accent2"/>
            </a:solidFill>
            <a:prstDash val="dot"/>
            <a:round/>
            <a:headEnd len="med" w="med" type="none"/>
            <a:tailEnd len="med" w="med" type="none"/>
          </a:ln>
        </p:spPr>
      </p:cxnSp>
      <p:cxnSp>
        <p:nvCxnSpPr>
          <p:cNvPr id="734" name="Google Shape;734;p64"/>
          <p:cNvCxnSpPr/>
          <p:nvPr/>
        </p:nvCxnSpPr>
        <p:spPr>
          <a:xfrm flipH="1">
            <a:off x="11282663" y="6052733"/>
            <a:ext cx="1500" cy="2980500"/>
          </a:xfrm>
          <a:prstGeom prst="straightConnector1">
            <a:avLst/>
          </a:prstGeom>
          <a:noFill/>
          <a:ln cap="flat" cmpd="sng" w="9525">
            <a:solidFill>
              <a:schemeClr val="accent2"/>
            </a:solidFill>
            <a:prstDash val="dot"/>
            <a:round/>
            <a:headEnd len="med" w="med" type="none"/>
            <a:tailEnd len="med" w="med" type="none"/>
          </a:ln>
        </p:spPr>
      </p:cxnSp>
      <p:sp>
        <p:nvSpPr>
          <p:cNvPr id="735" name="Google Shape;735;p64"/>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cases for a managed messaging system</a:t>
            </a:r>
            <a:endParaRPr/>
          </a:p>
        </p:txBody>
      </p:sp>
      <p:sp>
        <p:nvSpPr>
          <p:cNvPr id="736" name="Google Shape;736;p6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7">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65"/>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The Purpose of APIs</a:t>
            </a:r>
            <a:endParaRPr sz="3500"/>
          </a:p>
          <a:p>
            <a:pPr indent="0" lvl="0" marL="0" rtl="0" algn="l">
              <a:spcBef>
                <a:spcPts val="2900"/>
              </a:spcBef>
              <a:spcAft>
                <a:spcPts val="0"/>
              </a:spcAft>
              <a:buNone/>
            </a:pPr>
            <a:r>
              <a:rPr lang="en" sz="3500"/>
              <a:t>Cloud Endpoints</a:t>
            </a:r>
            <a:endParaRPr sz="3500"/>
          </a:p>
          <a:p>
            <a:pPr indent="0" lvl="0" marL="0" rtl="0" algn="l">
              <a:spcBef>
                <a:spcPts val="2900"/>
              </a:spcBef>
              <a:spcAft>
                <a:spcPts val="0"/>
              </a:spcAft>
              <a:buNone/>
            </a:pPr>
            <a:r>
              <a:rPr lang="en" sz="3500"/>
              <a:t>Lab: Cloud Endpoints: Qwik Start</a:t>
            </a:r>
            <a:endParaRPr sz="3500"/>
          </a:p>
          <a:p>
            <a:pPr indent="0" lvl="0" marL="0" rtl="0" algn="l">
              <a:spcBef>
                <a:spcPts val="2900"/>
              </a:spcBef>
              <a:spcAft>
                <a:spcPts val="0"/>
              </a:spcAft>
              <a:buNone/>
            </a:pPr>
            <a:r>
              <a:rPr lang="en" sz="3500"/>
              <a:t>Using Apigee Edge</a:t>
            </a:r>
            <a:endParaRPr sz="3500"/>
          </a:p>
          <a:p>
            <a:pPr indent="0" lvl="0" marL="0" rtl="0" algn="l">
              <a:spcBef>
                <a:spcPts val="2900"/>
              </a:spcBef>
              <a:spcAft>
                <a:spcPts val="0"/>
              </a:spcAft>
              <a:buNone/>
            </a:pPr>
            <a:r>
              <a:rPr lang="en" sz="3500"/>
              <a:t>Managed Message Services</a:t>
            </a:r>
            <a:endParaRPr sz="3500"/>
          </a:p>
          <a:p>
            <a:pPr indent="0" lvl="0" marL="0" rtl="0" algn="l">
              <a:spcBef>
                <a:spcPts val="2900"/>
              </a:spcBef>
              <a:spcAft>
                <a:spcPts val="2900"/>
              </a:spcAft>
              <a:buNone/>
            </a:pPr>
            <a:r>
              <a:rPr lang="en" sz="3500">
                <a:solidFill>
                  <a:schemeClr val="accent2"/>
                </a:solidFill>
              </a:rPr>
              <a:t>Pub/Sub</a:t>
            </a:r>
            <a:endParaRPr sz="3500">
              <a:solidFill>
                <a:schemeClr val="accent2"/>
              </a:solidFill>
            </a:endParaRPr>
          </a:p>
        </p:txBody>
      </p:sp>
      <p:sp>
        <p:nvSpPr>
          <p:cNvPr id="742" name="Google Shape;742;p65"/>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743" name="Google Shape;743;p6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66"/>
          <p:cNvSpPr/>
          <p:nvPr/>
        </p:nvSpPr>
        <p:spPr>
          <a:xfrm>
            <a:off x="1805250" y="4805275"/>
            <a:ext cx="14616300" cy="1097400"/>
          </a:xfrm>
          <a:prstGeom prst="rect">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66"/>
          <p:cNvSpPr txBox="1"/>
          <p:nvPr/>
        </p:nvSpPr>
        <p:spPr>
          <a:xfrm>
            <a:off x="1980325" y="4801675"/>
            <a:ext cx="4347600" cy="10974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Ingest events</a:t>
            </a:r>
            <a:br>
              <a:rPr lang="en" sz="3000">
                <a:solidFill>
                  <a:schemeClr val="lt1"/>
                </a:solidFill>
                <a:latin typeface="Roboto"/>
                <a:ea typeface="Roboto"/>
                <a:cs typeface="Roboto"/>
                <a:sym typeface="Roboto"/>
              </a:rPr>
            </a:br>
            <a:r>
              <a:rPr lang="en" sz="3000">
                <a:solidFill>
                  <a:schemeClr val="lt1"/>
                </a:solidFill>
                <a:latin typeface="Roboto"/>
                <a:ea typeface="Roboto"/>
                <a:cs typeface="Roboto"/>
                <a:sym typeface="Roboto"/>
              </a:rPr>
              <a:t>at any scale</a:t>
            </a:r>
            <a:endParaRPr sz="3000">
              <a:solidFill>
                <a:schemeClr val="lt1"/>
              </a:solidFill>
              <a:latin typeface="Roboto"/>
              <a:ea typeface="Roboto"/>
              <a:cs typeface="Roboto"/>
              <a:sym typeface="Roboto"/>
            </a:endParaRPr>
          </a:p>
        </p:txBody>
      </p:sp>
      <p:sp>
        <p:nvSpPr>
          <p:cNvPr id="750" name="Google Shape;750;p66"/>
          <p:cNvSpPr txBox="1"/>
          <p:nvPr/>
        </p:nvSpPr>
        <p:spPr>
          <a:xfrm>
            <a:off x="1908048" y="6022848"/>
            <a:ext cx="4572000" cy="2751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sz="2300">
                <a:solidFill>
                  <a:schemeClr val="lt1"/>
                </a:solidFill>
                <a:latin typeface="Roboto"/>
                <a:ea typeface="Roboto"/>
                <a:cs typeface="Roboto"/>
                <a:sym typeface="Roboto"/>
              </a:rPr>
              <a:t>No </a:t>
            </a:r>
            <a:r>
              <a:rPr lang="en" sz="2300">
                <a:solidFill>
                  <a:schemeClr val="lt1"/>
                </a:solidFill>
                <a:latin typeface="Roboto"/>
                <a:ea typeface="Roboto"/>
                <a:cs typeface="Roboto"/>
                <a:sym typeface="Roboto"/>
              </a:rPr>
              <a:t>provisioning, partitioning, or load isolation </a:t>
            </a:r>
            <a:r>
              <a:rPr lang="en" sz="2300">
                <a:solidFill>
                  <a:schemeClr val="lt1"/>
                </a:solidFill>
                <a:latin typeface="Roboto"/>
                <a:ea typeface="Roboto"/>
                <a:cs typeface="Roboto"/>
                <a:sym typeface="Roboto"/>
              </a:rPr>
              <a:t>worries.</a:t>
            </a:r>
            <a:endParaRPr sz="2300">
              <a:solidFill>
                <a:schemeClr val="lt1"/>
              </a:solidFill>
              <a:latin typeface="Roboto"/>
              <a:ea typeface="Roboto"/>
              <a:cs typeface="Roboto"/>
              <a:sym typeface="Roboto"/>
            </a:endParaRPr>
          </a:p>
          <a:p>
            <a:pPr indent="0" lvl="0" marL="0" rtl="0" algn="l">
              <a:lnSpc>
                <a:spcPct val="100000"/>
              </a:lnSpc>
              <a:spcBef>
                <a:spcPts val="1000"/>
              </a:spcBef>
              <a:spcAft>
                <a:spcPts val="0"/>
              </a:spcAft>
              <a:buNone/>
            </a:pPr>
            <a:r>
              <a:rPr lang="en" sz="2300">
                <a:solidFill>
                  <a:schemeClr val="lt1"/>
                </a:solidFill>
                <a:latin typeface="Roboto"/>
                <a:ea typeface="Roboto"/>
                <a:cs typeface="Roboto"/>
                <a:sym typeface="Roboto"/>
              </a:rPr>
              <a:t>Expand with global topics.</a:t>
            </a:r>
            <a:endParaRPr sz="2300">
              <a:solidFill>
                <a:schemeClr val="lt1"/>
              </a:solidFill>
              <a:latin typeface="Roboto"/>
              <a:ea typeface="Roboto"/>
              <a:cs typeface="Roboto"/>
              <a:sym typeface="Roboto"/>
            </a:endParaRPr>
          </a:p>
          <a:p>
            <a:pPr indent="0" lvl="0" marL="0" rtl="0" algn="l">
              <a:lnSpc>
                <a:spcPct val="100000"/>
              </a:lnSpc>
              <a:spcBef>
                <a:spcPts val="1000"/>
              </a:spcBef>
              <a:spcAft>
                <a:spcPts val="0"/>
              </a:spcAft>
              <a:buNone/>
            </a:pPr>
            <a:r>
              <a:rPr lang="en" sz="2300">
                <a:solidFill>
                  <a:schemeClr val="lt1"/>
                </a:solidFill>
                <a:latin typeface="Roboto"/>
                <a:ea typeface="Roboto"/>
                <a:cs typeface="Roboto"/>
                <a:sym typeface="Roboto"/>
              </a:rPr>
              <a:t>Enrich, deduplicate, order, aggregate, and land events using Dataflow.</a:t>
            </a:r>
            <a:endParaRPr sz="2300">
              <a:solidFill>
                <a:schemeClr val="lt1"/>
              </a:solidFill>
              <a:latin typeface="Roboto"/>
              <a:ea typeface="Roboto"/>
              <a:cs typeface="Roboto"/>
              <a:sym typeface="Roboto"/>
            </a:endParaRPr>
          </a:p>
          <a:p>
            <a:pPr indent="0" lvl="0" marL="0" rtl="0" algn="l">
              <a:lnSpc>
                <a:spcPct val="100000"/>
              </a:lnSpc>
              <a:spcBef>
                <a:spcPts val="1000"/>
              </a:spcBef>
              <a:spcAft>
                <a:spcPts val="0"/>
              </a:spcAft>
              <a:buNone/>
            </a:pPr>
            <a:r>
              <a:rPr lang="en" sz="2300">
                <a:solidFill>
                  <a:schemeClr val="lt1"/>
                </a:solidFill>
                <a:latin typeface="Roboto"/>
                <a:ea typeface="Roboto"/>
                <a:cs typeface="Roboto"/>
                <a:sym typeface="Roboto"/>
              </a:rPr>
              <a:t>Durable storage.</a:t>
            </a:r>
            <a:endParaRPr sz="2300">
              <a:solidFill>
                <a:schemeClr val="lt1"/>
              </a:solidFill>
              <a:latin typeface="Roboto"/>
              <a:ea typeface="Roboto"/>
              <a:cs typeface="Roboto"/>
              <a:sym typeface="Roboto"/>
            </a:endParaRPr>
          </a:p>
          <a:p>
            <a:pPr indent="0" lvl="0" marL="0" rtl="0" algn="l">
              <a:lnSpc>
                <a:spcPct val="100000"/>
              </a:lnSpc>
              <a:spcBef>
                <a:spcPts val="1000"/>
              </a:spcBef>
              <a:spcAft>
                <a:spcPts val="1000"/>
              </a:spcAft>
              <a:buNone/>
            </a:pPr>
            <a:r>
              <a:t/>
            </a:r>
            <a:endParaRPr sz="2300">
              <a:solidFill>
                <a:srgbClr val="434343"/>
              </a:solidFill>
              <a:latin typeface="Roboto"/>
              <a:ea typeface="Roboto"/>
              <a:cs typeface="Roboto"/>
              <a:sym typeface="Roboto"/>
            </a:endParaRPr>
          </a:p>
        </p:txBody>
      </p:sp>
      <p:cxnSp>
        <p:nvCxnSpPr>
          <p:cNvPr id="751" name="Google Shape;751;p66"/>
          <p:cNvCxnSpPr/>
          <p:nvPr/>
        </p:nvCxnSpPr>
        <p:spPr>
          <a:xfrm flipH="1" rot="10800000">
            <a:off x="6717212" y="2859300"/>
            <a:ext cx="9000" cy="6348000"/>
          </a:xfrm>
          <a:prstGeom prst="straightConnector1">
            <a:avLst/>
          </a:prstGeom>
          <a:noFill/>
          <a:ln cap="flat" cmpd="sng" w="9525">
            <a:solidFill>
              <a:srgbClr val="666666"/>
            </a:solidFill>
            <a:prstDash val="dash"/>
            <a:round/>
            <a:headEnd len="med" w="med" type="none"/>
            <a:tailEnd len="med" w="med" type="none"/>
          </a:ln>
        </p:spPr>
      </p:cxnSp>
      <p:sp>
        <p:nvSpPr>
          <p:cNvPr id="752" name="Google Shape;752;p66"/>
          <p:cNvSpPr txBox="1"/>
          <p:nvPr/>
        </p:nvSpPr>
        <p:spPr>
          <a:xfrm>
            <a:off x="6497600" y="4801675"/>
            <a:ext cx="5408700" cy="10974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Simple development of event-driven microservices</a:t>
            </a:r>
            <a:endParaRPr sz="3000">
              <a:solidFill>
                <a:schemeClr val="lt1"/>
              </a:solidFill>
              <a:latin typeface="Roboto"/>
              <a:ea typeface="Roboto"/>
              <a:cs typeface="Roboto"/>
              <a:sym typeface="Roboto"/>
            </a:endParaRPr>
          </a:p>
        </p:txBody>
      </p:sp>
      <p:cxnSp>
        <p:nvCxnSpPr>
          <p:cNvPr id="753" name="Google Shape;753;p66"/>
          <p:cNvCxnSpPr/>
          <p:nvPr/>
        </p:nvCxnSpPr>
        <p:spPr>
          <a:xfrm flipH="1" rot="10800000">
            <a:off x="11668687" y="2854748"/>
            <a:ext cx="9000" cy="6348000"/>
          </a:xfrm>
          <a:prstGeom prst="straightConnector1">
            <a:avLst/>
          </a:prstGeom>
          <a:noFill/>
          <a:ln cap="flat" cmpd="sng" w="9525">
            <a:solidFill>
              <a:srgbClr val="666666"/>
            </a:solidFill>
            <a:prstDash val="dash"/>
            <a:round/>
            <a:headEnd len="med" w="med" type="none"/>
            <a:tailEnd len="med" w="med" type="none"/>
          </a:ln>
        </p:spPr>
      </p:cxnSp>
      <p:sp>
        <p:nvSpPr>
          <p:cNvPr id="754" name="Google Shape;754;p66"/>
          <p:cNvSpPr txBox="1"/>
          <p:nvPr/>
        </p:nvSpPr>
        <p:spPr>
          <a:xfrm>
            <a:off x="12042237" y="4801675"/>
            <a:ext cx="4258800" cy="1097400"/>
          </a:xfrm>
          <a:prstGeom prst="rect">
            <a:avLst/>
          </a:prstGeom>
          <a:noFill/>
          <a:ln>
            <a:noFill/>
          </a:ln>
        </p:spPr>
        <p:txBody>
          <a:bodyPr anchorCtr="0" anchor="ctr" bIns="137150" lIns="45700" spcFirstLastPara="1" rIns="4570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Be production ready from day one</a:t>
            </a:r>
            <a:endParaRPr sz="3000">
              <a:solidFill>
                <a:schemeClr val="lt1"/>
              </a:solidFill>
              <a:latin typeface="Roboto"/>
              <a:ea typeface="Roboto"/>
              <a:cs typeface="Roboto"/>
              <a:sym typeface="Roboto"/>
            </a:endParaRPr>
          </a:p>
        </p:txBody>
      </p:sp>
      <p:sp>
        <p:nvSpPr>
          <p:cNvPr id="755" name="Google Shape;755;p66"/>
          <p:cNvSpPr txBox="1"/>
          <p:nvPr/>
        </p:nvSpPr>
        <p:spPr>
          <a:xfrm>
            <a:off x="6819900" y="6022850"/>
            <a:ext cx="4572000" cy="236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300">
                <a:solidFill>
                  <a:schemeClr val="lt1"/>
                </a:solidFill>
                <a:latin typeface="Roboto"/>
                <a:ea typeface="Roboto"/>
                <a:cs typeface="Roboto"/>
                <a:sym typeface="Roboto"/>
              </a:rPr>
              <a:t>Reliable delivery of each event to the services that must react to it.</a:t>
            </a:r>
            <a:endParaRPr sz="2300">
              <a:solidFill>
                <a:schemeClr val="lt1"/>
              </a:solidFill>
              <a:latin typeface="Roboto"/>
              <a:ea typeface="Roboto"/>
              <a:cs typeface="Roboto"/>
              <a:sym typeface="Roboto"/>
            </a:endParaRPr>
          </a:p>
          <a:p>
            <a:pPr indent="0" lvl="0" marL="0" rtl="0" algn="l">
              <a:spcBef>
                <a:spcPts val="1000"/>
              </a:spcBef>
              <a:spcAft>
                <a:spcPts val="0"/>
              </a:spcAft>
              <a:buNone/>
            </a:pPr>
            <a:r>
              <a:rPr lang="en" sz="2300">
                <a:solidFill>
                  <a:schemeClr val="lt1"/>
                </a:solidFill>
                <a:latin typeface="Roboto"/>
                <a:ea typeface="Roboto"/>
                <a:cs typeface="Roboto"/>
                <a:sym typeface="Roboto"/>
              </a:rPr>
              <a:t>Push subs deliver the event to serverless apps.</a:t>
            </a:r>
            <a:endParaRPr sz="2300">
              <a:solidFill>
                <a:schemeClr val="lt1"/>
              </a:solidFill>
              <a:latin typeface="Roboto"/>
              <a:ea typeface="Roboto"/>
              <a:cs typeface="Roboto"/>
              <a:sym typeface="Roboto"/>
            </a:endParaRPr>
          </a:p>
          <a:p>
            <a:pPr indent="0" lvl="0" marL="0" rtl="0" algn="l">
              <a:spcBef>
                <a:spcPts val="1000"/>
              </a:spcBef>
              <a:spcAft>
                <a:spcPts val="0"/>
              </a:spcAft>
              <a:buNone/>
            </a:pPr>
            <a:r>
              <a:rPr lang="en" sz="2300">
                <a:solidFill>
                  <a:schemeClr val="lt1"/>
                </a:solidFill>
                <a:latin typeface="Roboto"/>
                <a:ea typeface="Roboto"/>
                <a:cs typeface="Roboto"/>
                <a:sym typeface="Roboto"/>
              </a:rPr>
              <a:t>Pull subs make events available to more complex stateful services.</a:t>
            </a:r>
            <a:endParaRPr sz="2300">
              <a:solidFill>
                <a:schemeClr val="lt1"/>
              </a:solidFill>
              <a:latin typeface="Roboto"/>
              <a:ea typeface="Roboto"/>
              <a:cs typeface="Roboto"/>
              <a:sym typeface="Roboto"/>
            </a:endParaRPr>
          </a:p>
          <a:p>
            <a:pPr indent="0" lvl="0" marL="0" rtl="0" algn="l">
              <a:spcBef>
                <a:spcPts val="1000"/>
              </a:spcBef>
              <a:spcAft>
                <a:spcPts val="1000"/>
              </a:spcAft>
              <a:buNone/>
            </a:pPr>
            <a:r>
              <a:rPr lang="en" sz="2300">
                <a:solidFill>
                  <a:schemeClr val="lt1"/>
                </a:solidFill>
                <a:latin typeface="Roboto"/>
                <a:ea typeface="Roboto"/>
                <a:cs typeface="Roboto"/>
                <a:sym typeface="Roboto"/>
              </a:rPr>
              <a:t>Multi-region environments operate seamlessly.</a:t>
            </a:r>
            <a:endParaRPr sz="2300">
              <a:solidFill>
                <a:schemeClr val="lt1"/>
              </a:solidFill>
              <a:latin typeface="Roboto"/>
              <a:ea typeface="Roboto"/>
              <a:cs typeface="Roboto"/>
              <a:sym typeface="Roboto"/>
            </a:endParaRPr>
          </a:p>
        </p:txBody>
      </p:sp>
      <p:sp>
        <p:nvSpPr>
          <p:cNvPr id="756" name="Google Shape;756;p66"/>
          <p:cNvSpPr txBox="1"/>
          <p:nvPr/>
        </p:nvSpPr>
        <p:spPr>
          <a:xfrm>
            <a:off x="11773160" y="6022848"/>
            <a:ext cx="4572000" cy="260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300">
                <a:solidFill>
                  <a:schemeClr val="lt1"/>
                </a:solidFill>
                <a:latin typeface="Roboto"/>
                <a:ea typeface="Roboto"/>
                <a:cs typeface="Roboto"/>
                <a:sym typeface="Roboto"/>
              </a:rPr>
              <a:t>End-to-end encryption, IAM, and audit logging.</a:t>
            </a:r>
            <a:endParaRPr sz="2300">
              <a:solidFill>
                <a:schemeClr val="lt1"/>
              </a:solidFill>
              <a:latin typeface="Roboto"/>
              <a:ea typeface="Roboto"/>
              <a:cs typeface="Roboto"/>
              <a:sym typeface="Roboto"/>
            </a:endParaRPr>
          </a:p>
          <a:p>
            <a:pPr indent="0" lvl="0" marL="0" rtl="0" algn="l">
              <a:spcBef>
                <a:spcPts val="1000"/>
              </a:spcBef>
              <a:spcAft>
                <a:spcPts val="0"/>
              </a:spcAft>
              <a:buNone/>
            </a:pPr>
            <a:r>
              <a:rPr lang="en" sz="2300">
                <a:solidFill>
                  <a:schemeClr val="lt1"/>
                </a:solidFill>
                <a:latin typeface="Roboto"/>
                <a:ea typeface="Roboto"/>
                <a:cs typeface="Roboto"/>
                <a:sym typeface="Roboto"/>
              </a:rPr>
              <a:t>NoOps, fully automated scaling and provisioning.</a:t>
            </a:r>
            <a:endParaRPr sz="2300">
              <a:solidFill>
                <a:schemeClr val="lt1"/>
              </a:solidFill>
              <a:latin typeface="Roboto"/>
              <a:ea typeface="Roboto"/>
              <a:cs typeface="Roboto"/>
              <a:sym typeface="Roboto"/>
            </a:endParaRPr>
          </a:p>
          <a:p>
            <a:pPr indent="0" lvl="0" marL="0" rtl="0" algn="l">
              <a:spcBef>
                <a:spcPts val="1000"/>
              </a:spcBef>
              <a:spcAft>
                <a:spcPts val="0"/>
              </a:spcAft>
              <a:buNone/>
            </a:pPr>
            <a:r>
              <a:rPr lang="en" sz="2300">
                <a:solidFill>
                  <a:schemeClr val="lt1"/>
                </a:solidFill>
                <a:latin typeface="Roboto"/>
                <a:ea typeface="Roboto"/>
                <a:cs typeface="Roboto"/>
                <a:sym typeface="Roboto"/>
              </a:rPr>
              <a:t>Extreme data durability and availability.</a:t>
            </a:r>
            <a:endParaRPr sz="2300">
              <a:solidFill>
                <a:schemeClr val="lt1"/>
              </a:solidFill>
              <a:latin typeface="Roboto"/>
              <a:ea typeface="Roboto"/>
              <a:cs typeface="Roboto"/>
              <a:sym typeface="Roboto"/>
            </a:endParaRPr>
          </a:p>
          <a:p>
            <a:pPr indent="0" lvl="0" marL="0" rtl="0" algn="l">
              <a:spcBef>
                <a:spcPts val="1000"/>
              </a:spcBef>
              <a:spcAft>
                <a:spcPts val="1000"/>
              </a:spcAft>
              <a:buNone/>
            </a:pPr>
            <a:r>
              <a:rPr lang="en" sz="2300">
                <a:solidFill>
                  <a:schemeClr val="lt1"/>
                </a:solidFill>
                <a:latin typeface="Roboto"/>
                <a:ea typeface="Roboto"/>
                <a:cs typeface="Roboto"/>
                <a:sym typeface="Roboto"/>
              </a:rPr>
              <a:t>Native client libraries and an open-service API</a:t>
            </a:r>
            <a:endParaRPr sz="2300">
              <a:solidFill>
                <a:schemeClr val="lt1"/>
              </a:solidFill>
              <a:latin typeface="Roboto"/>
              <a:ea typeface="Roboto"/>
              <a:cs typeface="Roboto"/>
              <a:sym typeface="Roboto"/>
            </a:endParaRPr>
          </a:p>
        </p:txBody>
      </p:sp>
      <p:pic>
        <p:nvPicPr>
          <p:cNvPr id="757" name="Google Shape;757;p66"/>
          <p:cNvPicPr preferRelativeResize="0"/>
          <p:nvPr/>
        </p:nvPicPr>
        <p:blipFill>
          <a:blip r:embed="rId3">
            <a:alphaModFix/>
          </a:blip>
          <a:stretch>
            <a:fillRect/>
          </a:stretch>
        </p:blipFill>
        <p:spPr>
          <a:xfrm>
            <a:off x="2879574" y="2898630"/>
            <a:ext cx="2962677" cy="1824575"/>
          </a:xfrm>
          <a:prstGeom prst="rect">
            <a:avLst/>
          </a:prstGeom>
          <a:noFill/>
          <a:ln>
            <a:noFill/>
          </a:ln>
        </p:spPr>
      </p:pic>
      <p:pic>
        <p:nvPicPr>
          <p:cNvPr id="758" name="Google Shape;758;p66"/>
          <p:cNvPicPr preferRelativeResize="0"/>
          <p:nvPr/>
        </p:nvPicPr>
        <p:blipFill>
          <a:blip r:embed="rId4">
            <a:alphaModFix/>
          </a:blip>
          <a:stretch>
            <a:fillRect/>
          </a:stretch>
        </p:blipFill>
        <p:spPr>
          <a:xfrm>
            <a:off x="7729385" y="2930400"/>
            <a:ext cx="2802302" cy="1699461"/>
          </a:xfrm>
          <a:prstGeom prst="rect">
            <a:avLst/>
          </a:prstGeom>
          <a:noFill/>
          <a:ln>
            <a:noFill/>
          </a:ln>
        </p:spPr>
      </p:pic>
      <p:pic>
        <p:nvPicPr>
          <p:cNvPr id="759" name="Google Shape;759;p66"/>
          <p:cNvPicPr preferRelativeResize="0"/>
          <p:nvPr/>
        </p:nvPicPr>
        <p:blipFill>
          <a:blip r:embed="rId5">
            <a:alphaModFix/>
          </a:blip>
          <a:stretch>
            <a:fillRect/>
          </a:stretch>
        </p:blipFill>
        <p:spPr>
          <a:xfrm>
            <a:off x="12632966" y="2783200"/>
            <a:ext cx="2426921" cy="1956026"/>
          </a:xfrm>
          <a:prstGeom prst="rect">
            <a:avLst/>
          </a:prstGeom>
          <a:noFill/>
          <a:ln>
            <a:noFill/>
          </a:ln>
        </p:spPr>
      </p:pic>
      <p:sp>
        <p:nvSpPr>
          <p:cNvPr id="760" name="Google Shape;760;p66"/>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Pub/Sub simplifies global messaging and event ingestion</a:t>
            </a:r>
            <a:endParaRPr/>
          </a:p>
        </p:txBody>
      </p:sp>
      <p:sp>
        <p:nvSpPr>
          <p:cNvPr id="761" name="Google Shape;761;p6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6">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cxnSp>
        <p:nvCxnSpPr>
          <p:cNvPr id="762" name="Google Shape;762;p66"/>
          <p:cNvCxnSpPr/>
          <p:nvPr/>
        </p:nvCxnSpPr>
        <p:spPr>
          <a:xfrm>
            <a:off x="1805045" y="4827275"/>
            <a:ext cx="14623800" cy="0"/>
          </a:xfrm>
          <a:prstGeom prst="straightConnector1">
            <a:avLst/>
          </a:prstGeom>
          <a:noFill/>
          <a:ln cap="flat" cmpd="sng" w="38100">
            <a:solidFill>
              <a:srgbClr val="F1C232"/>
            </a:solidFill>
            <a:prstDash val="solid"/>
            <a:round/>
            <a:headEnd len="med" w="med" type="none"/>
            <a:tailEnd len="med" w="med" type="non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67"/>
          <p:cNvSpPr/>
          <p:nvPr/>
        </p:nvSpPr>
        <p:spPr>
          <a:xfrm>
            <a:off x="8322886" y="3081150"/>
            <a:ext cx="1956300" cy="830100"/>
          </a:xfrm>
          <a:prstGeom prst="roundRect">
            <a:avLst>
              <a:gd fmla="val 13817"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Roboto Medium"/>
                <a:ea typeface="Roboto Medium"/>
                <a:cs typeface="Roboto Medium"/>
                <a:sym typeface="Roboto Medium"/>
              </a:rPr>
              <a:t>HR system</a:t>
            </a:r>
            <a:endParaRPr sz="1800">
              <a:solidFill>
                <a:schemeClr val="lt2"/>
              </a:solidFill>
              <a:latin typeface="Roboto Medium"/>
              <a:ea typeface="Roboto Medium"/>
              <a:cs typeface="Roboto Medium"/>
              <a:sym typeface="Roboto Medium"/>
            </a:endParaRPr>
          </a:p>
        </p:txBody>
      </p:sp>
      <p:sp>
        <p:nvSpPr>
          <p:cNvPr id="768" name="Google Shape;768;p67"/>
          <p:cNvSpPr/>
          <p:nvPr/>
        </p:nvSpPr>
        <p:spPr>
          <a:xfrm>
            <a:off x="7397236" y="4274125"/>
            <a:ext cx="3807600" cy="530700"/>
          </a:xfrm>
          <a:prstGeom prst="roundRect">
            <a:avLst>
              <a:gd fmla="val 12643"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2"/>
                </a:solidFill>
                <a:latin typeface="Roboto Medium"/>
                <a:ea typeface="Roboto Medium"/>
                <a:cs typeface="Roboto Medium"/>
                <a:sym typeface="Roboto Medium"/>
              </a:rPr>
              <a:t>Person-hired event “message”</a:t>
            </a:r>
            <a:endParaRPr sz="2000">
              <a:solidFill>
                <a:schemeClr val="lt2"/>
              </a:solidFill>
              <a:latin typeface="Roboto Medium"/>
              <a:ea typeface="Roboto Medium"/>
              <a:cs typeface="Roboto Medium"/>
              <a:sym typeface="Roboto Medium"/>
            </a:endParaRPr>
          </a:p>
        </p:txBody>
      </p:sp>
      <p:sp>
        <p:nvSpPr>
          <p:cNvPr id="769" name="Google Shape;769;p67"/>
          <p:cNvSpPr/>
          <p:nvPr/>
        </p:nvSpPr>
        <p:spPr>
          <a:xfrm>
            <a:off x="8127736" y="5781125"/>
            <a:ext cx="1889400" cy="530700"/>
          </a:xfrm>
          <a:prstGeom prst="rect">
            <a:avLst/>
          </a:prstGeom>
          <a:solidFill>
            <a:srgbClr val="EFEFEF"/>
          </a:solidFill>
          <a:ln cap="flat" cmpd="sng" w="9525">
            <a:solidFill>
              <a:srgbClr val="EFEFEF"/>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666666"/>
              </a:solidFill>
            </a:endParaRPr>
          </a:p>
        </p:txBody>
      </p:sp>
      <p:sp>
        <p:nvSpPr>
          <p:cNvPr id="770" name="Google Shape;770;p67"/>
          <p:cNvSpPr/>
          <p:nvPr/>
        </p:nvSpPr>
        <p:spPr>
          <a:xfrm>
            <a:off x="5233699" y="7760000"/>
            <a:ext cx="1678500" cy="1265400"/>
          </a:xfrm>
          <a:prstGeom prst="roundRect">
            <a:avLst>
              <a:gd fmla="val 10579"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2"/>
                </a:solidFill>
                <a:latin typeface="Roboto Medium"/>
                <a:ea typeface="Roboto Medium"/>
                <a:cs typeface="Roboto Medium"/>
                <a:sym typeface="Roboto Medium"/>
              </a:rPr>
              <a:t>Employee directory service</a:t>
            </a:r>
            <a:endParaRPr sz="2000">
              <a:solidFill>
                <a:schemeClr val="lt2"/>
              </a:solidFill>
              <a:latin typeface="Roboto Medium"/>
              <a:ea typeface="Roboto Medium"/>
              <a:cs typeface="Roboto Medium"/>
              <a:sym typeface="Roboto Medium"/>
            </a:endParaRPr>
          </a:p>
        </p:txBody>
      </p:sp>
      <p:sp>
        <p:nvSpPr>
          <p:cNvPr id="771" name="Google Shape;771;p67"/>
          <p:cNvSpPr/>
          <p:nvPr/>
        </p:nvSpPr>
        <p:spPr>
          <a:xfrm>
            <a:off x="7390737" y="7760000"/>
            <a:ext cx="1678500" cy="1265400"/>
          </a:xfrm>
          <a:prstGeom prst="roundRect">
            <a:avLst>
              <a:gd fmla="val 11357"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2"/>
                </a:solidFill>
                <a:latin typeface="Roboto Medium"/>
                <a:ea typeface="Roboto Medium"/>
                <a:cs typeface="Roboto Medium"/>
                <a:sym typeface="Roboto Medium"/>
              </a:rPr>
              <a:t>Badge activation system</a:t>
            </a:r>
            <a:endParaRPr sz="2000">
              <a:solidFill>
                <a:schemeClr val="lt2"/>
              </a:solidFill>
              <a:latin typeface="Roboto Medium"/>
              <a:ea typeface="Roboto Medium"/>
              <a:cs typeface="Roboto Medium"/>
              <a:sym typeface="Roboto Medium"/>
            </a:endParaRPr>
          </a:p>
        </p:txBody>
      </p:sp>
      <p:sp>
        <p:nvSpPr>
          <p:cNvPr id="772" name="Google Shape;772;p67"/>
          <p:cNvSpPr/>
          <p:nvPr/>
        </p:nvSpPr>
        <p:spPr>
          <a:xfrm>
            <a:off x="9547775" y="7760000"/>
            <a:ext cx="1678500" cy="1265400"/>
          </a:xfrm>
          <a:prstGeom prst="roundRect">
            <a:avLst>
              <a:gd fmla="val 10626"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2"/>
                </a:solidFill>
                <a:latin typeface="Roboto Medium"/>
                <a:ea typeface="Roboto Medium"/>
                <a:cs typeface="Roboto Medium"/>
                <a:sym typeface="Roboto Medium"/>
              </a:rPr>
              <a:t>Email account provisioning</a:t>
            </a:r>
            <a:endParaRPr sz="2000">
              <a:solidFill>
                <a:schemeClr val="lt2"/>
              </a:solidFill>
              <a:latin typeface="Roboto Medium"/>
              <a:ea typeface="Roboto Medium"/>
              <a:cs typeface="Roboto Medium"/>
              <a:sym typeface="Roboto Medium"/>
            </a:endParaRPr>
          </a:p>
        </p:txBody>
      </p:sp>
      <p:sp>
        <p:nvSpPr>
          <p:cNvPr id="773" name="Google Shape;773;p67"/>
          <p:cNvSpPr/>
          <p:nvPr/>
        </p:nvSpPr>
        <p:spPr>
          <a:xfrm>
            <a:off x="11704814" y="7760000"/>
            <a:ext cx="1678500" cy="1265400"/>
          </a:xfrm>
          <a:prstGeom prst="roundRect">
            <a:avLst>
              <a:gd fmla="val 10650"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2"/>
                </a:solidFill>
                <a:latin typeface="Roboto Medium"/>
                <a:ea typeface="Roboto Medium"/>
                <a:cs typeface="Roboto Medium"/>
                <a:sym typeface="Roboto Medium"/>
              </a:rPr>
              <a:t>Facilities system</a:t>
            </a:r>
            <a:endParaRPr sz="2000">
              <a:solidFill>
                <a:schemeClr val="lt2"/>
              </a:solidFill>
              <a:latin typeface="Roboto Medium"/>
              <a:ea typeface="Roboto Medium"/>
              <a:cs typeface="Roboto Medium"/>
              <a:sym typeface="Roboto Medium"/>
            </a:endParaRPr>
          </a:p>
        </p:txBody>
      </p:sp>
      <p:cxnSp>
        <p:nvCxnSpPr>
          <p:cNvPr id="774" name="Google Shape;774;p67"/>
          <p:cNvCxnSpPr>
            <a:stCxn id="767" idx="2"/>
            <a:endCxn id="768" idx="0"/>
          </p:cNvCxnSpPr>
          <p:nvPr/>
        </p:nvCxnSpPr>
        <p:spPr>
          <a:xfrm>
            <a:off x="9301036" y="3911250"/>
            <a:ext cx="0" cy="363000"/>
          </a:xfrm>
          <a:prstGeom prst="straightConnector1">
            <a:avLst/>
          </a:prstGeom>
          <a:noFill/>
          <a:ln cap="flat" cmpd="sng" w="19050">
            <a:solidFill>
              <a:schemeClr val="accent1"/>
            </a:solidFill>
            <a:prstDash val="solid"/>
            <a:round/>
            <a:headEnd len="med" w="med" type="none"/>
            <a:tailEnd len="med" w="med" type="triangle"/>
          </a:ln>
        </p:spPr>
      </p:cxnSp>
      <p:sp>
        <p:nvSpPr>
          <p:cNvPr id="775" name="Google Shape;775;p67"/>
          <p:cNvSpPr/>
          <p:nvPr/>
        </p:nvSpPr>
        <p:spPr>
          <a:xfrm>
            <a:off x="5209486" y="5176475"/>
            <a:ext cx="5744700" cy="1879200"/>
          </a:xfrm>
          <a:prstGeom prst="roundRect">
            <a:avLst>
              <a:gd fmla="val 8941" name="adj"/>
            </a:avLst>
          </a:prstGeom>
          <a:solidFill>
            <a:srgbClr val="D9EAD3"/>
          </a:solidFill>
          <a:ln cap="flat" cmpd="sng" w="9525">
            <a:solidFill>
              <a:srgbClr val="D9EAD3"/>
            </a:solidFill>
            <a:prstDash val="solid"/>
            <a:round/>
            <a:headEnd len="sm" w="sm" type="none"/>
            <a:tailEnd len="sm" w="sm" type="none"/>
          </a:ln>
        </p:spPr>
        <p:txBody>
          <a:bodyPr anchorCtr="0" anchor="b" bIns="91425" lIns="731500" spcFirstLastPara="1" rIns="91425" wrap="square" tIns="91425">
            <a:noAutofit/>
          </a:bodyPr>
          <a:lstStyle/>
          <a:p>
            <a:pPr indent="0" lvl="0" marL="0" rtl="0" algn="l">
              <a:spcBef>
                <a:spcPts val="0"/>
              </a:spcBef>
              <a:spcAft>
                <a:spcPts val="0"/>
              </a:spcAft>
              <a:buNone/>
            </a:pPr>
            <a:r>
              <a:rPr lang="en" sz="2000">
                <a:solidFill>
                  <a:schemeClr val="accent2"/>
                </a:solidFill>
                <a:latin typeface="Google Sans"/>
                <a:ea typeface="Google Sans"/>
                <a:cs typeface="Google Sans"/>
                <a:sym typeface="Google Sans"/>
              </a:rPr>
              <a:t>Pub/Sub</a:t>
            </a:r>
            <a:endParaRPr sz="2000">
              <a:solidFill>
                <a:schemeClr val="accent2"/>
              </a:solidFill>
              <a:latin typeface="Google Sans"/>
              <a:ea typeface="Google Sans"/>
              <a:cs typeface="Google Sans"/>
              <a:sym typeface="Google Sans"/>
            </a:endParaRPr>
          </a:p>
        </p:txBody>
      </p:sp>
      <p:cxnSp>
        <p:nvCxnSpPr>
          <p:cNvPr id="776" name="Google Shape;776;p67"/>
          <p:cNvCxnSpPr>
            <a:stCxn id="768" idx="2"/>
            <a:endCxn id="777" idx="0"/>
          </p:cNvCxnSpPr>
          <p:nvPr/>
        </p:nvCxnSpPr>
        <p:spPr>
          <a:xfrm>
            <a:off x="9301036" y="4804825"/>
            <a:ext cx="0" cy="1045800"/>
          </a:xfrm>
          <a:prstGeom prst="straightConnector1">
            <a:avLst/>
          </a:prstGeom>
          <a:noFill/>
          <a:ln cap="flat" cmpd="sng" w="19050">
            <a:solidFill>
              <a:schemeClr val="accent1"/>
            </a:solidFill>
            <a:prstDash val="solid"/>
            <a:round/>
            <a:headEnd len="med" w="med" type="none"/>
            <a:tailEnd len="med" w="med" type="triangle"/>
          </a:ln>
        </p:spPr>
      </p:cxnSp>
      <p:cxnSp>
        <p:nvCxnSpPr>
          <p:cNvPr id="778" name="Google Shape;778;p67"/>
          <p:cNvCxnSpPr>
            <a:stCxn id="777" idx="1"/>
          </p:cNvCxnSpPr>
          <p:nvPr/>
        </p:nvCxnSpPr>
        <p:spPr>
          <a:xfrm flipH="1">
            <a:off x="6189886" y="6116075"/>
            <a:ext cx="2361900" cy="1626000"/>
          </a:xfrm>
          <a:prstGeom prst="straightConnector1">
            <a:avLst/>
          </a:prstGeom>
          <a:noFill/>
          <a:ln cap="flat" cmpd="sng" w="19050">
            <a:solidFill>
              <a:schemeClr val="accent1"/>
            </a:solidFill>
            <a:prstDash val="solid"/>
            <a:round/>
            <a:headEnd len="med" w="med" type="none"/>
            <a:tailEnd len="med" w="med" type="triangle"/>
          </a:ln>
        </p:spPr>
      </p:cxnSp>
      <p:cxnSp>
        <p:nvCxnSpPr>
          <p:cNvPr id="779" name="Google Shape;779;p67"/>
          <p:cNvCxnSpPr>
            <a:stCxn id="777" idx="2"/>
          </p:cNvCxnSpPr>
          <p:nvPr/>
        </p:nvCxnSpPr>
        <p:spPr>
          <a:xfrm flipH="1">
            <a:off x="8079736" y="6381425"/>
            <a:ext cx="1221300" cy="1360800"/>
          </a:xfrm>
          <a:prstGeom prst="straightConnector1">
            <a:avLst/>
          </a:prstGeom>
          <a:noFill/>
          <a:ln cap="flat" cmpd="sng" w="19050">
            <a:solidFill>
              <a:schemeClr val="accent1"/>
            </a:solidFill>
            <a:prstDash val="solid"/>
            <a:round/>
            <a:headEnd len="med" w="med" type="none"/>
            <a:tailEnd len="med" w="med" type="triangle"/>
          </a:ln>
        </p:spPr>
      </p:cxnSp>
      <p:cxnSp>
        <p:nvCxnSpPr>
          <p:cNvPr id="780" name="Google Shape;780;p67"/>
          <p:cNvCxnSpPr>
            <a:stCxn id="777" idx="2"/>
          </p:cNvCxnSpPr>
          <p:nvPr/>
        </p:nvCxnSpPr>
        <p:spPr>
          <a:xfrm>
            <a:off x="9301036" y="6381425"/>
            <a:ext cx="896700" cy="1360500"/>
          </a:xfrm>
          <a:prstGeom prst="straightConnector1">
            <a:avLst/>
          </a:prstGeom>
          <a:noFill/>
          <a:ln cap="flat" cmpd="sng" w="19050">
            <a:solidFill>
              <a:schemeClr val="accent1"/>
            </a:solidFill>
            <a:prstDash val="solid"/>
            <a:round/>
            <a:headEnd len="med" w="med" type="none"/>
            <a:tailEnd len="med" w="med" type="triangle"/>
          </a:ln>
        </p:spPr>
      </p:cxnSp>
      <p:cxnSp>
        <p:nvCxnSpPr>
          <p:cNvPr id="781" name="Google Shape;781;p67"/>
          <p:cNvCxnSpPr>
            <a:stCxn id="777" idx="3"/>
          </p:cNvCxnSpPr>
          <p:nvPr/>
        </p:nvCxnSpPr>
        <p:spPr>
          <a:xfrm>
            <a:off x="10050286" y="6116075"/>
            <a:ext cx="2494200" cy="1626000"/>
          </a:xfrm>
          <a:prstGeom prst="straightConnector1">
            <a:avLst/>
          </a:prstGeom>
          <a:noFill/>
          <a:ln cap="flat" cmpd="sng" w="19050">
            <a:solidFill>
              <a:schemeClr val="accent1"/>
            </a:solidFill>
            <a:prstDash val="solid"/>
            <a:round/>
            <a:headEnd len="med" w="med" type="none"/>
            <a:tailEnd len="med" w="med" type="triangle"/>
          </a:ln>
        </p:spPr>
      </p:cxnSp>
      <p:sp>
        <p:nvSpPr>
          <p:cNvPr id="777" name="Google Shape;777;p67"/>
          <p:cNvSpPr/>
          <p:nvPr/>
        </p:nvSpPr>
        <p:spPr>
          <a:xfrm>
            <a:off x="8551786" y="5850725"/>
            <a:ext cx="1498500" cy="530700"/>
          </a:xfrm>
          <a:prstGeom prst="roundRect">
            <a:avLst>
              <a:gd fmla="val 16289"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2"/>
                </a:solidFill>
                <a:latin typeface="Roboto Medium"/>
                <a:ea typeface="Roboto Medium"/>
                <a:cs typeface="Roboto Medium"/>
                <a:sym typeface="Roboto Medium"/>
              </a:rPr>
              <a:t>HR “topic”</a:t>
            </a:r>
            <a:endParaRPr sz="2000">
              <a:solidFill>
                <a:schemeClr val="lt2"/>
              </a:solidFill>
              <a:latin typeface="Roboto Medium"/>
              <a:ea typeface="Roboto Medium"/>
              <a:cs typeface="Roboto Medium"/>
              <a:sym typeface="Roboto Medium"/>
            </a:endParaRPr>
          </a:p>
        </p:txBody>
      </p:sp>
      <p:pic>
        <p:nvPicPr>
          <p:cNvPr id="782" name="Google Shape;782;p67"/>
          <p:cNvPicPr preferRelativeResize="0"/>
          <p:nvPr/>
        </p:nvPicPr>
        <p:blipFill>
          <a:blip r:embed="rId3">
            <a:alphaModFix/>
          </a:blip>
          <a:stretch>
            <a:fillRect/>
          </a:stretch>
        </p:blipFill>
        <p:spPr>
          <a:xfrm>
            <a:off x="5848881" y="5252675"/>
            <a:ext cx="1316736" cy="1316736"/>
          </a:xfrm>
          <a:prstGeom prst="rect">
            <a:avLst/>
          </a:prstGeom>
          <a:noFill/>
          <a:ln>
            <a:noFill/>
          </a:ln>
        </p:spPr>
      </p:pic>
      <p:sp>
        <p:nvSpPr>
          <p:cNvPr id="783" name="Google Shape;783;p67"/>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Pub/Sub is used between data gathering and processing systems</a:t>
            </a:r>
            <a:endParaRPr/>
          </a:p>
        </p:txBody>
      </p:sp>
      <p:sp>
        <p:nvSpPr>
          <p:cNvPr id="784" name="Google Shape;784;p6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68"/>
          <p:cNvSpPr/>
          <p:nvPr/>
        </p:nvSpPr>
        <p:spPr>
          <a:xfrm>
            <a:off x="5394150" y="5176475"/>
            <a:ext cx="7194900" cy="1879200"/>
          </a:xfrm>
          <a:prstGeom prst="roundRect">
            <a:avLst>
              <a:gd fmla="val 8941" name="adj"/>
            </a:avLst>
          </a:prstGeom>
          <a:solidFill>
            <a:srgbClr val="D9EAD3"/>
          </a:solidFill>
          <a:ln cap="flat" cmpd="sng" w="9525">
            <a:solidFill>
              <a:srgbClr val="D9EAD3"/>
            </a:solidFill>
            <a:prstDash val="solid"/>
            <a:round/>
            <a:headEnd len="sm" w="sm" type="none"/>
            <a:tailEnd len="sm" w="sm" type="none"/>
          </a:ln>
        </p:spPr>
        <p:txBody>
          <a:bodyPr anchorCtr="0" anchor="b" bIns="91425" lIns="548625" spcFirstLastPara="1" rIns="91425" wrap="square" tIns="91425">
            <a:noAutofit/>
          </a:bodyPr>
          <a:lstStyle/>
          <a:p>
            <a:pPr indent="0" lvl="0" marL="0" rtl="0" algn="l">
              <a:spcBef>
                <a:spcPts val="0"/>
              </a:spcBef>
              <a:spcAft>
                <a:spcPts val="0"/>
              </a:spcAft>
              <a:buNone/>
            </a:pPr>
            <a:r>
              <a:rPr lang="en" sz="2000">
                <a:solidFill>
                  <a:schemeClr val="accent2"/>
                </a:solidFill>
                <a:latin typeface="Google Sans"/>
                <a:ea typeface="Google Sans"/>
                <a:cs typeface="Google Sans"/>
                <a:sym typeface="Google Sans"/>
              </a:rPr>
              <a:t>Pub/Sub</a:t>
            </a:r>
            <a:endParaRPr sz="2000">
              <a:solidFill>
                <a:schemeClr val="accent2"/>
              </a:solidFill>
              <a:latin typeface="Google Sans"/>
              <a:ea typeface="Google Sans"/>
              <a:cs typeface="Google Sans"/>
              <a:sym typeface="Google Sans"/>
            </a:endParaRPr>
          </a:p>
        </p:txBody>
      </p:sp>
      <p:sp>
        <p:nvSpPr>
          <p:cNvPr id="790" name="Google Shape;790;p68"/>
          <p:cNvSpPr/>
          <p:nvPr/>
        </p:nvSpPr>
        <p:spPr>
          <a:xfrm>
            <a:off x="7658319" y="5501450"/>
            <a:ext cx="1800000" cy="483000"/>
          </a:xfrm>
          <a:prstGeom prst="roundRect">
            <a:avLst>
              <a:gd fmla="val 16289"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Roboto Medium"/>
                <a:ea typeface="Roboto Medium"/>
                <a:cs typeface="Roboto Medium"/>
                <a:sym typeface="Roboto Medium"/>
              </a:rPr>
              <a:t>Topic</a:t>
            </a:r>
            <a:endParaRPr sz="2000">
              <a:solidFill>
                <a:schemeClr val="dk2"/>
              </a:solidFill>
              <a:latin typeface="Roboto Medium"/>
              <a:ea typeface="Roboto Medium"/>
              <a:cs typeface="Roboto Medium"/>
              <a:sym typeface="Roboto Medium"/>
            </a:endParaRPr>
          </a:p>
        </p:txBody>
      </p:sp>
      <p:sp>
        <p:nvSpPr>
          <p:cNvPr id="791" name="Google Shape;791;p68"/>
          <p:cNvSpPr/>
          <p:nvPr/>
        </p:nvSpPr>
        <p:spPr>
          <a:xfrm>
            <a:off x="7658319" y="3220316"/>
            <a:ext cx="1800000" cy="637500"/>
          </a:xfrm>
          <a:prstGeom prst="roundRect">
            <a:avLst>
              <a:gd fmla="val 16289"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FFFFFF"/>
                </a:solidFill>
                <a:latin typeface="Roboto Medium"/>
                <a:ea typeface="Roboto Medium"/>
                <a:cs typeface="Roboto Medium"/>
                <a:sym typeface="Roboto Medium"/>
              </a:rPr>
              <a:t>Publisher</a:t>
            </a:r>
            <a:endParaRPr sz="2000">
              <a:solidFill>
                <a:srgbClr val="FFFFFF"/>
              </a:solidFill>
              <a:latin typeface="Roboto Medium"/>
              <a:ea typeface="Roboto Medium"/>
              <a:cs typeface="Roboto Medium"/>
              <a:sym typeface="Roboto Medium"/>
            </a:endParaRPr>
          </a:p>
        </p:txBody>
      </p:sp>
      <p:sp>
        <p:nvSpPr>
          <p:cNvPr id="792" name="Google Shape;792;p68"/>
          <p:cNvSpPr/>
          <p:nvPr/>
        </p:nvSpPr>
        <p:spPr>
          <a:xfrm>
            <a:off x="7658319" y="4262141"/>
            <a:ext cx="1800000" cy="637500"/>
          </a:xfrm>
          <a:prstGeom prst="roundRect">
            <a:avLst>
              <a:gd fmla="val 16289"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FFFFFF"/>
                </a:solidFill>
                <a:latin typeface="Roboto Medium"/>
                <a:ea typeface="Roboto Medium"/>
                <a:cs typeface="Roboto Medium"/>
                <a:sym typeface="Roboto Medium"/>
              </a:rPr>
              <a:t>Message</a:t>
            </a:r>
            <a:endParaRPr sz="2000">
              <a:solidFill>
                <a:srgbClr val="FFFFFF"/>
              </a:solidFill>
              <a:latin typeface="Roboto Medium"/>
              <a:ea typeface="Roboto Medium"/>
              <a:cs typeface="Roboto Medium"/>
              <a:sym typeface="Roboto Medium"/>
            </a:endParaRPr>
          </a:p>
        </p:txBody>
      </p:sp>
      <p:sp>
        <p:nvSpPr>
          <p:cNvPr id="793" name="Google Shape;793;p68"/>
          <p:cNvSpPr/>
          <p:nvPr/>
        </p:nvSpPr>
        <p:spPr>
          <a:xfrm>
            <a:off x="7658319" y="7312991"/>
            <a:ext cx="1800000" cy="637500"/>
          </a:xfrm>
          <a:prstGeom prst="roundRect">
            <a:avLst>
              <a:gd fmla="val 16289"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FFFFFF"/>
                </a:solidFill>
                <a:latin typeface="Roboto Medium"/>
                <a:ea typeface="Roboto Medium"/>
                <a:cs typeface="Roboto Medium"/>
                <a:sym typeface="Roboto Medium"/>
              </a:rPr>
              <a:t>Message</a:t>
            </a:r>
            <a:endParaRPr sz="2000">
              <a:solidFill>
                <a:srgbClr val="FFFFFF"/>
              </a:solidFill>
              <a:latin typeface="Roboto Medium"/>
              <a:ea typeface="Roboto Medium"/>
              <a:cs typeface="Roboto Medium"/>
              <a:sym typeface="Roboto Medium"/>
            </a:endParaRPr>
          </a:p>
        </p:txBody>
      </p:sp>
      <p:sp>
        <p:nvSpPr>
          <p:cNvPr id="794" name="Google Shape;794;p68"/>
          <p:cNvSpPr/>
          <p:nvPr/>
        </p:nvSpPr>
        <p:spPr>
          <a:xfrm>
            <a:off x="7658319" y="8354816"/>
            <a:ext cx="1800000" cy="637500"/>
          </a:xfrm>
          <a:prstGeom prst="roundRect">
            <a:avLst>
              <a:gd fmla="val 16289"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FFFFFF"/>
                </a:solidFill>
                <a:latin typeface="Roboto Medium"/>
                <a:ea typeface="Roboto Medium"/>
                <a:cs typeface="Roboto Medium"/>
                <a:sym typeface="Roboto Medium"/>
              </a:rPr>
              <a:t>Subscriber</a:t>
            </a:r>
            <a:endParaRPr sz="2000">
              <a:solidFill>
                <a:srgbClr val="FFFFFF"/>
              </a:solidFill>
              <a:latin typeface="Roboto Medium"/>
              <a:ea typeface="Roboto Medium"/>
              <a:cs typeface="Roboto Medium"/>
              <a:sym typeface="Roboto Medium"/>
            </a:endParaRPr>
          </a:p>
        </p:txBody>
      </p:sp>
      <p:sp>
        <p:nvSpPr>
          <p:cNvPr id="795" name="Google Shape;795;p68"/>
          <p:cNvSpPr/>
          <p:nvPr/>
        </p:nvSpPr>
        <p:spPr>
          <a:xfrm>
            <a:off x="7658319" y="6246656"/>
            <a:ext cx="1800000" cy="483000"/>
          </a:xfrm>
          <a:prstGeom prst="roundRect">
            <a:avLst>
              <a:gd fmla="val 16289"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Roboto Medium"/>
                <a:ea typeface="Roboto Medium"/>
                <a:cs typeface="Roboto Medium"/>
                <a:sym typeface="Roboto Medium"/>
              </a:rPr>
              <a:t>Subscription</a:t>
            </a:r>
            <a:endParaRPr sz="2000">
              <a:solidFill>
                <a:schemeClr val="dk2"/>
              </a:solidFill>
              <a:latin typeface="Roboto Medium"/>
              <a:ea typeface="Roboto Medium"/>
              <a:cs typeface="Roboto Medium"/>
              <a:sym typeface="Roboto Medium"/>
            </a:endParaRPr>
          </a:p>
        </p:txBody>
      </p:sp>
      <p:sp>
        <p:nvSpPr>
          <p:cNvPr id="796" name="Google Shape;796;p68"/>
          <p:cNvSpPr/>
          <p:nvPr/>
        </p:nvSpPr>
        <p:spPr>
          <a:xfrm>
            <a:off x="10368300" y="5555500"/>
            <a:ext cx="1800000" cy="1075800"/>
          </a:xfrm>
          <a:prstGeom prst="roundRect">
            <a:avLst>
              <a:gd fmla="val 14319"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Roboto Medium"/>
                <a:ea typeface="Roboto Medium"/>
                <a:cs typeface="Roboto Medium"/>
                <a:sym typeface="Roboto Medium"/>
              </a:rPr>
              <a:t>Message </a:t>
            </a:r>
            <a:endParaRPr sz="2000">
              <a:solidFill>
                <a:schemeClr val="dk2"/>
              </a:solidFill>
              <a:latin typeface="Roboto Medium"/>
              <a:ea typeface="Roboto Medium"/>
              <a:cs typeface="Roboto Medium"/>
              <a:sym typeface="Roboto Medium"/>
            </a:endParaRPr>
          </a:p>
          <a:p>
            <a:pPr indent="0" lvl="0" marL="0" rtl="0" algn="ctr">
              <a:spcBef>
                <a:spcPts val="0"/>
              </a:spcBef>
              <a:spcAft>
                <a:spcPts val="0"/>
              </a:spcAft>
              <a:buNone/>
            </a:pPr>
            <a:r>
              <a:rPr lang="en" sz="2000">
                <a:solidFill>
                  <a:schemeClr val="dk2"/>
                </a:solidFill>
                <a:latin typeface="Roboto Medium"/>
                <a:ea typeface="Roboto Medium"/>
                <a:cs typeface="Roboto Medium"/>
                <a:sym typeface="Roboto Medium"/>
              </a:rPr>
              <a:t>store</a:t>
            </a:r>
            <a:endParaRPr sz="2000">
              <a:solidFill>
                <a:schemeClr val="dk2"/>
              </a:solidFill>
              <a:latin typeface="Roboto Medium"/>
              <a:ea typeface="Roboto Medium"/>
              <a:cs typeface="Roboto Medium"/>
              <a:sym typeface="Roboto Medium"/>
            </a:endParaRPr>
          </a:p>
        </p:txBody>
      </p:sp>
      <p:cxnSp>
        <p:nvCxnSpPr>
          <p:cNvPr id="797" name="Google Shape;797;p68"/>
          <p:cNvCxnSpPr>
            <a:stCxn id="791" idx="2"/>
            <a:endCxn id="792" idx="0"/>
          </p:cNvCxnSpPr>
          <p:nvPr/>
        </p:nvCxnSpPr>
        <p:spPr>
          <a:xfrm>
            <a:off x="8558319" y="3857816"/>
            <a:ext cx="0" cy="404400"/>
          </a:xfrm>
          <a:prstGeom prst="straightConnector1">
            <a:avLst/>
          </a:prstGeom>
          <a:noFill/>
          <a:ln cap="flat" cmpd="sng" w="19050">
            <a:solidFill>
              <a:schemeClr val="accent1"/>
            </a:solidFill>
            <a:prstDash val="solid"/>
            <a:round/>
            <a:headEnd len="med" w="med" type="none"/>
            <a:tailEnd len="med" w="med" type="triangle"/>
          </a:ln>
        </p:spPr>
      </p:cxnSp>
      <p:cxnSp>
        <p:nvCxnSpPr>
          <p:cNvPr id="798" name="Google Shape;798;p68"/>
          <p:cNvCxnSpPr>
            <a:stCxn id="792" idx="2"/>
            <a:endCxn id="790" idx="0"/>
          </p:cNvCxnSpPr>
          <p:nvPr/>
        </p:nvCxnSpPr>
        <p:spPr>
          <a:xfrm>
            <a:off x="8558319" y="4899641"/>
            <a:ext cx="0" cy="601800"/>
          </a:xfrm>
          <a:prstGeom prst="straightConnector1">
            <a:avLst/>
          </a:prstGeom>
          <a:noFill/>
          <a:ln cap="flat" cmpd="sng" w="19050">
            <a:solidFill>
              <a:schemeClr val="accent1"/>
            </a:solidFill>
            <a:prstDash val="solid"/>
            <a:round/>
            <a:headEnd len="med" w="med" type="none"/>
            <a:tailEnd len="med" w="med" type="triangle"/>
          </a:ln>
        </p:spPr>
      </p:cxnSp>
      <p:cxnSp>
        <p:nvCxnSpPr>
          <p:cNvPr id="799" name="Google Shape;799;p68"/>
          <p:cNvCxnSpPr>
            <a:stCxn id="790" idx="2"/>
            <a:endCxn id="795" idx="0"/>
          </p:cNvCxnSpPr>
          <p:nvPr/>
        </p:nvCxnSpPr>
        <p:spPr>
          <a:xfrm>
            <a:off x="8558319" y="5984450"/>
            <a:ext cx="0" cy="262200"/>
          </a:xfrm>
          <a:prstGeom prst="straightConnector1">
            <a:avLst/>
          </a:prstGeom>
          <a:noFill/>
          <a:ln cap="flat" cmpd="sng" w="19050">
            <a:solidFill>
              <a:srgbClr val="B7B7B7"/>
            </a:solidFill>
            <a:prstDash val="solid"/>
            <a:round/>
            <a:headEnd len="med" w="med" type="none"/>
            <a:tailEnd len="med" w="med" type="triangle"/>
          </a:ln>
        </p:spPr>
      </p:cxnSp>
      <p:cxnSp>
        <p:nvCxnSpPr>
          <p:cNvPr id="800" name="Google Shape;800;p68"/>
          <p:cNvCxnSpPr>
            <a:stCxn id="795" idx="2"/>
            <a:endCxn id="793" idx="0"/>
          </p:cNvCxnSpPr>
          <p:nvPr/>
        </p:nvCxnSpPr>
        <p:spPr>
          <a:xfrm>
            <a:off x="8558319" y="6729656"/>
            <a:ext cx="0" cy="583200"/>
          </a:xfrm>
          <a:prstGeom prst="straightConnector1">
            <a:avLst/>
          </a:prstGeom>
          <a:noFill/>
          <a:ln cap="flat" cmpd="sng" w="19050">
            <a:solidFill>
              <a:schemeClr val="accent1"/>
            </a:solidFill>
            <a:prstDash val="solid"/>
            <a:round/>
            <a:headEnd len="med" w="med" type="none"/>
            <a:tailEnd len="med" w="med" type="triangle"/>
          </a:ln>
        </p:spPr>
      </p:cxnSp>
      <p:cxnSp>
        <p:nvCxnSpPr>
          <p:cNvPr id="801" name="Google Shape;801;p68"/>
          <p:cNvCxnSpPr>
            <a:stCxn id="793" idx="2"/>
            <a:endCxn id="794" idx="0"/>
          </p:cNvCxnSpPr>
          <p:nvPr/>
        </p:nvCxnSpPr>
        <p:spPr>
          <a:xfrm>
            <a:off x="8558319" y="7950491"/>
            <a:ext cx="0" cy="404400"/>
          </a:xfrm>
          <a:prstGeom prst="straightConnector1">
            <a:avLst/>
          </a:prstGeom>
          <a:noFill/>
          <a:ln cap="flat" cmpd="sng" w="19050">
            <a:solidFill>
              <a:schemeClr val="accent1"/>
            </a:solidFill>
            <a:prstDash val="solid"/>
            <a:round/>
            <a:headEnd len="med" w="med" type="none"/>
            <a:tailEnd len="med" w="med" type="triangle"/>
          </a:ln>
        </p:spPr>
      </p:cxnSp>
      <p:cxnSp>
        <p:nvCxnSpPr>
          <p:cNvPr id="802" name="Google Shape;802;p68"/>
          <p:cNvCxnSpPr>
            <a:stCxn id="795" idx="3"/>
            <a:endCxn id="794" idx="3"/>
          </p:cNvCxnSpPr>
          <p:nvPr/>
        </p:nvCxnSpPr>
        <p:spPr>
          <a:xfrm>
            <a:off x="9458319" y="6488156"/>
            <a:ext cx="600" cy="2185500"/>
          </a:xfrm>
          <a:prstGeom prst="bentConnector3">
            <a:avLst>
              <a:gd fmla="val 39687500" name="adj1"/>
            </a:avLst>
          </a:prstGeom>
          <a:noFill/>
          <a:ln cap="flat" cmpd="sng" w="19050">
            <a:solidFill>
              <a:schemeClr val="accent1"/>
            </a:solidFill>
            <a:prstDash val="solid"/>
            <a:round/>
            <a:headEnd len="med" w="med" type="none"/>
            <a:tailEnd len="med" w="med" type="triangle"/>
          </a:ln>
        </p:spPr>
      </p:cxnSp>
      <p:cxnSp>
        <p:nvCxnSpPr>
          <p:cNvPr id="803" name="Google Shape;803;p68"/>
          <p:cNvCxnSpPr>
            <a:stCxn id="790" idx="3"/>
            <a:endCxn id="796" idx="1"/>
          </p:cNvCxnSpPr>
          <p:nvPr/>
        </p:nvCxnSpPr>
        <p:spPr>
          <a:xfrm>
            <a:off x="9458319" y="5742950"/>
            <a:ext cx="909900" cy="350400"/>
          </a:xfrm>
          <a:prstGeom prst="bentConnector3">
            <a:avLst>
              <a:gd fmla="val 50004" name="adj1"/>
            </a:avLst>
          </a:prstGeom>
          <a:noFill/>
          <a:ln cap="flat" cmpd="sng" w="19050">
            <a:solidFill>
              <a:schemeClr val="accent1"/>
            </a:solidFill>
            <a:prstDash val="solid"/>
            <a:round/>
            <a:headEnd len="med" w="med" type="none"/>
            <a:tailEnd len="med" w="med" type="triangle"/>
          </a:ln>
        </p:spPr>
      </p:cxnSp>
      <p:sp>
        <p:nvSpPr>
          <p:cNvPr id="804" name="Google Shape;804;p68"/>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Pub/Sub uses the Publish-Subscribe pattern</a:t>
            </a:r>
            <a:endParaRPr/>
          </a:p>
        </p:txBody>
      </p:sp>
      <p:sp>
        <p:nvSpPr>
          <p:cNvPr id="805" name="Google Shape;805;p6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pic>
        <p:nvPicPr>
          <p:cNvPr id="806" name="Google Shape;806;p68"/>
          <p:cNvPicPr preferRelativeResize="0"/>
          <p:nvPr/>
        </p:nvPicPr>
        <p:blipFill>
          <a:blip r:embed="rId4">
            <a:alphaModFix/>
          </a:blip>
          <a:stretch>
            <a:fillRect/>
          </a:stretch>
        </p:blipFill>
        <p:spPr>
          <a:xfrm>
            <a:off x="5848881" y="5252675"/>
            <a:ext cx="1316736" cy="131673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69"/>
          <p:cNvSpPr/>
          <p:nvPr/>
        </p:nvSpPr>
        <p:spPr>
          <a:xfrm>
            <a:off x="2865975" y="7079733"/>
            <a:ext cx="2127000" cy="567300"/>
          </a:xfrm>
          <a:prstGeom prst="roundRect">
            <a:avLst>
              <a:gd fmla="val 16289"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Roboto Medium"/>
                <a:ea typeface="Roboto Medium"/>
                <a:cs typeface="Roboto Medium"/>
                <a:sym typeface="Roboto Medium"/>
              </a:rPr>
              <a:t>Message</a:t>
            </a:r>
            <a:endParaRPr sz="2000">
              <a:solidFill>
                <a:schemeClr val="dk2"/>
              </a:solidFill>
              <a:latin typeface="Roboto Medium"/>
              <a:ea typeface="Roboto Medium"/>
              <a:cs typeface="Roboto Medium"/>
              <a:sym typeface="Roboto Medium"/>
            </a:endParaRPr>
          </a:p>
        </p:txBody>
      </p:sp>
      <p:sp>
        <p:nvSpPr>
          <p:cNvPr id="812" name="Google Shape;812;p69"/>
          <p:cNvSpPr/>
          <p:nvPr/>
        </p:nvSpPr>
        <p:spPr>
          <a:xfrm>
            <a:off x="2865975" y="8300125"/>
            <a:ext cx="4572000" cy="797100"/>
          </a:xfrm>
          <a:prstGeom prst="roundRect">
            <a:avLst>
              <a:gd fmla="val 14521"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FFFFFF"/>
                </a:solidFill>
                <a:latin typeface="Roboto Medium"/>
                <a:ea typeface="Roboto Medium"/>
                <a:cs typeface="Roboto Medium"/>
                <a:sym typeface="Roboto Medium"/>
              </a:rPr>
              <a:t>Subscriber</a:t>
            </a:r>
            <a:endParaRPr sz="2400">
              <a:solidFill>
                <a:srgbClr val="FFFFFF"/>
              </a:solidFill>
              <a:latin typeface="Roboto Medium"/>
              <a:ea typeface="Roboto Medium"/>
              <a:cs typeface="Roboto Medium"/>
              <a:sym typeface="Roboto Medium"/>
            </a:endParaRPr>
          </a:p>
        </p:txBody>
      </p:sp>
      <p:cxnSp>
        <p:nvCxnSpPr>
          <p:cNvPr id="813" name="Google Shape;813;p69"/>
          <p:cNvCxnSpPr>
            <a:stCxn id="814" idx="2"/>
            <a:endCxn id="811" idx="0"/>
          </p:cNvCxnSpPr>
          <p:nvPr/>
        </p:nvCxnSpPr>
        <p:spPr>
          <a:xfrm>
            <a:off x="3929475" y="5221400"/>
            <a:ext cx="0" cy="1858200"/>
          </a:xfrm>
          <a:prstGeom prst="straightConnector1">
            <a:avLst/>
          </a:prstGeom>
          <a:noFill/>
          <a:ln cap="flat" cmpd="sng" w="19050">
            <a:solidFill>
              <a:schemeClr val="accent2"/>
            </a:solidFill>
            <a:prstDash val="solid"/>
            <a:round/>
            <a:headEnd len="med" w="med" type="none"/>
            <a:tailEnd len="med" w="med" type="triangle"/>
          </a:ln>
        </p:spPr>
      </p:cxnSp>
      <p:cxnSp>
        <p:nvCxnSpPr>
          <p:cNvPr id="815" name="Google Shape;815;p69"/>
          <p:cNvCxnSpPr>
            <a:stCxn id="811" idx="2"/>
            <a:endCxn id="816" idx="0"/>
          </p:cNvCxnSpPr>
          <p:nvPr/>
        </p:nvCxnSpPr>
        <p:spPr>
          <a:xfrm>
            <a:off x="3929475" y="7647033"/>
            <a:ext cx="0" cy="688800"/>
          </a:xfrm>
          <a:prstGeom prst="straightConnector1">
            <a:avLst/>
          </a:prstGeom>
          <a:noFill/>
          <a:ln cap="flat" cmpd="sng" w="19050">
            <a:solidFill>
              <a:schemeClr val="accent2"/>
            </a:solidFill>
            <a:prstDash val="solid"/>
            <a:round/>
            <a:headEnd len="med" w="med" type="none"/>
            <a:tailEnd len="med" w="med" type="triangle"/>
          </a:ln>
        </p:spPr>
      </p:cxnSp>
      <p:sp>
        <p:nvSpPr>
          <p:cNvPr id="817" name="Google Shape;817;p69"/>
          <p:cNvSpPr/>
          <p:nvPr/>
        </p:nvSpPr>
        <p:spPr>
          <a:xfrm>
            <a:off x="5384775" y="5875542"/>
            <a:ext cx="2053200" cy="551100"/>
          </a:xfrm>
          <a:prstGeom prst="roundRect">
            <a:avLst>
              <a:gd fmla="val 16289"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Roboto Medium"/>
                <a:ea typeface="Roboto Medium"/>
                <a:cs typeface="Roboto Medium"/>
                <a:sym typeface="Roboto Medium"/>
              </a:rPr>
              <a:t>Acknowledge</a:t>
            </a:r>
            <a:endParaRPr sz="2000">
              <a:solidFill>
                <a:schemeClr val="dk2"/>
              </a:solidFill>
              <a:latin typeface="Roboto Medium"/>
              <a:ea typeface="Roboto Medium"/>
              <a:cs typeface="Roboto Medium"/>
              <a:sym typeface="Roboto Medium"/>
            </a:endParaRPr>
          </a:p>
        </p:txBody>
      </p:sp>
      <p:sp>
        <p:nvSpPr>
          <p:cNvPr id="818" name="Google Shape;818;p69"/>
          <p:cNvSpPr/>
          <p:nvPr/>
        </p:nvSpPr>
        <p:spPr>
          <a:xfrm>
            <a:off x="7878325" y="8300125"/>
            <a:ext cx="4572000" cy="797100"/>
          </a:xfrm>
          <a:prstGeom prst="roundRect">
            <a:avLst>
              <a:gd fmla="val 14521"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FFFFFF"/>
                </a:solidFill>
                <a:latin typeface="Roboto Medium"/>
                <a:ea typeface="Roboto Medium"/>
                <a:cs typeface="Roboto Medium"/>
                <a:sym typeface="Roboto Medium"/>
              </a:rPr>
              <a:t>Subscriber</a:t>
            </a:r>
            <a:endParaRPr sz="2400">
              <a:solidFill>
                <a:srgbClr val="FFFFFF"/>
              </a:solidFill>
              <a:latin typeface="Roboto Medium"/>
              <a:ea typeface="Roboto Medium"/>
              <a:cs typeface="Roboto Medium"/>
              <a:sym typeface="Roboto Medium"/>
            </a:endParaRPr>
          </a:p>
        </p:txBody>
      </p:sp>
      <p:cxnSp>
        <p:nvCxnSpPr>
          <p:cNvPr id="819" name="Google Shape;819;p69"/>
          <p:cNvCxnSpPr>
            <a:stCxn id="820" idx="2"/>
            <a:endCxn id="817" idx="0"/>
          </p:cNvCxnSpPr>
          <p:nvPr/>
        </p:nvCxnSpPr>
        <p:spPr>
          <a:xfrm>
            <a:off x="6411375" y="5221400"/>
            <a:ext cx="0" cy="654000"/>
          </a:xfrm>
          <a:prstGeom prst="straightConnector1">
            <a:avLst/>
          </a:prstGeom>
          <a:noFill/>
          <a:ln cap="flat" cmpd="sng" w="19050">
            <a:solidFill>
              <a:schemeClr val="accent4"/>
            </a:solidFill>
            <a:prstDash val="solid"/>
            <a:round/>
            <a:headEnd len="med" w="med" type="triangle"/>
            <a:tailEnd len="med" w="med" type="none"/>
          </a:ln>
        </p:spPr>
      </p:cxnSp>
      <p:cxnSp>
        <p:nvCxnSpPr>
          <p:cNvPr id="821" name="Google Shape;821;p69"/>
          <p:cNvCxnSpPr>
            <a:stCxn id="822" idx="0"/>
            <a:endCxn id="817" idx="2"/>
          </p:cNvCxnSpPr>
          <p:nvPr/>
        </p:nvCxnSpPr>
        <p:spPr>
          <a:xfrm rot="10800000">
            <a:off x="6411375" y="6426500"/>
            <a:ext cx="0" cy="1909200"/>
          </a:xfrm>
          <a:prstGeom prst="straightConnector1">
            <a:avLst/>
          </a:prstGeom>
          <a:noFill/>
          <a:ln cap="flat" cmpd="sng" w="19050">
            <a:solidFill>
              <a:schemeClr val="accent4"/>
            </a:solidFill>
            <a:prstDash val="solid"/>
            <a:round/>
            <a:headEnd len="med" w="med" type="none"/>
            <a:tailEnd len="med" w="med" type="triangle"/>
          </a:ln>
        </p:spPr>
      </p:cxnSp>
      <p:sp>
        <p:nvSpPr>
          <p:cNvPr id="823" name="Google Shape;823;p69"/>
          <p:cNvSpPr/>
          <p:nvPr/>
        </p:nvSpPr>
        <p:spPr>
          <a:xfrm>
            <a:off x="7878325" y="7079733"/>
            <a:ext cx="2127000" cy="567300"/>
          </a:xfrm>
          <a:prstGeom prst="roundRect">
            <a:avLst>
              <a:gd fmla="val 16289"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Roboto Medium"/>
                <a:ea typeface="Roboto Medium"/>
                <a:cs typeface="Roboto Medium"/>
                <a:sym typeface="Roboto Medium"/>
              </a:rPr>
              <a:t>Request</a:t>
            </a:r>
            <a:endParaRPr sz="2000">
              <a:solidFill>
                <a:schemeClr val="dk2"/>
              </a:solidFill>
              <a:latin typeface="Roboto Medium"/>
              <a:ea typeface="Roboto Medium"/>
              <a:cs typeface="Roboto Medium"/>
              <a:sym typeface="Roboto Medium"/>
            </a:endParaRPr>
          </a:p>
        </p:txBody>
      </p:sp>
      <p:cxnSp>
        <p:nvCxnSpPr>
          <p:cNvPr id="824" name="Google Shape;824;p69"/>
          <p:cNvCxnSpPr>
            <a:stCxn id="825" idx="2"/>
            <a:endCxn id="823" idx="0"/>
          </p:cNvCxnSpPr>
          <p:nvPr/>
        </p:nvCxnSpPr>
        <p:spPr>
          <a:xfrm>
            <a:off x="8941825" y="5221400"/>
            <a:ext cx="0" cy="1858200"/>
          </a:xfrm>
          <a:prstGeom prst="straightConnector1">
            <a:avLst/>
          </a:prstGeom>
          <a:noFill/>
          <a:ln cap="flat" cmpd="sng" w="19050">
            <a:solidFill>
              <a:schemeClr val="accent6"/>
            </a:solidFill>
            <a:prstDash val="solid"/>
            <a:round/>
            <a:headEnd len="med" w="med" type="triangle"/>
            <a:tailEnd len="med" w="med" type="none"/>
          </a:ln>
        </p:spPr>
      </p:cxnSp>
      <p:cxnSp>
        <p:nvCxnSpPr>
          <p:cNvPr id="826" name="Google Shape;826;p69"/>
          <p:cNvCxnSpPr>
            <a:stCxn id="823" idx="2"/>
            <a:endCxn id="827" idx="0"/>
          </p:cNvCxnSpPr>
          <p:nvPr/>
        </p:nvCxnSpPr>
        <p:spPr>
          <a:xfrm>
            <a:off x="8941825" y="7647033"/>
            <a:ext cx="0" cy="688800"/>
          </a:xfrm>
          <a:prstGeom prst="straightConnector1">
            <a:avLst/>
          </a:prstGeom>
          <a:noFill/>
          <a:ln cap="flat" cmpd="sng" w="19050">
            <a:solidFill>
              <a:schemeClr val="accent6"/>
            </a:solidFill>
            <a:prstDash val="solid"/>
            <a:round/>
            <a:headEnd len="med" w="med" type="triangle"/>
            <a:tailEnd len="med" w="med" type="none"/>
          </a:ln>
        </p:spPr>
      </p:cxnSp>
      <p:sp>
        <p:nvSpPr>
          <p:cNvPr id="828" name="Google Shape;828;p69"/>
          <p:cNvSpPr/>
          <p:nvPr/>
        </p:nvSpPr>
        <p:spPr>
          <a:xfrm>
            <a:off x="9137725" y="5875542"/>
            <a:ext cx="2053200" cy="551100"/>
          </a:xfrm>
          <a:prstGeom prst="roundRect">
            <a:avLst>
              <a:gd fmla="val 16289"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Roboto Medium"/>
                <a:ea typeface="Roboto Medium"/>
                <a:cs typeface="Roboto Medium"/>
                <a:sym typeface="Roboto Medium"/>
              </a:rPr>
              <a:t>Message</a:t>
            </a:r>
            <a:endParaRPr sz="2000">
              <a:solidFill>
                <a:schemeClr val="dk2"/>
              </a:solidFill>
              <a:latin typeface="Roboto Medium"/>
              <a:ea typeface="Roboto Medium"/>
              <a:cs typeface="Roboto Medium"/>
              <a:sym typeface="Roboto Medium"/>
            </a:endParaRPr>
          </a:p>
        </p:txBody>
      </p:sp>
      <p:cxnSp>
        <p:nvCxnSpPr>
          <p:cNvPr id="829" name="Google Shape;829;p69"/>
          <p:cNvCxnSpPr>
            <a:stCxn id="830" idx="2"/>
            <a:endCxn id="828" idx="0"/>
          </p:cNvCxnSpPr>
          <p:nvPr/>
        </p:nvCxnSpPr>
        <p:spPr>
          <a:xfrm>
            <a:off x="10164325" y="5222450"/>
            <a:ext cx="0" cy="653100"/>
          </a:xfrm>
          <a:prstGeom prst="straightConnector1">
            <a:avLst/>
          </a:prstGeom>
          <a:noFill/>
          <a:ln cap="flat" cmpd="sng" w="19050">
            <a:solidFill>
              <a:schemeClr val="accent4"/>
            </a:solidFill>
            <a:prstDash val="solid"/>
            <a:round/>
            <a:headEnd len="med" w="med" type="none"/>
            <a:tailEnd len="med" w="med" type="triangle"/>
          </a:ln>
        </p:spPr>
      </p:cxnSp>
      <p:cxnSp>
        <p:nvCxnSpPr>
          <p:cNvPr id="831" name="Google Shape;831;p69"/>
          <p:cNvCxnSpPr>
            <a:stCxn id="818" idx="0"/>
            <a:endCxn id="828" idx="2"/>
          </p:cNvCxnSpPr>
          <p:nvPr/>
        </p:nvCxnSpPr>
        <p:spPr>
          <a:xfrm rot="10800000">
            <a:off x="10164325" y="6426625"/>
            <a:ext cx="0" cy="1873500"/>
          </a:xfrm>
          <a:prstGeom prst="straightConnector1">
            <a:avLst/>
          </a:prstGeom>
          <a:noFill/>
          <a:ln cap="flat" cmpd="sng" w="19050">
            <a:solidFill>
              <a:schemeClr val="accent4"/>
            </a:solidFill>
            <a:prstDash val="solid"/>
            <a:round/>
            <a:headEnd len="med" w="med" type="triangle"/>
            <a:tailEnd len="med" w="med" type="none"/>
          </a:ln>
        </p:spPr>
      </p:cxnSp>
      <p:sp>
        <p:nvSpPr>
          <p:cNvPr id="832" name="Google Shape;832;p69"/>
          <p:cNvSpPr/>
          <p:nvPr/>
        </p:nvSpPr>
        <p:spPr>
          <a:xfrm>
            <a:off x="10323325" y="7079733"/>
            <a:ext cx="2127000" cy="567300"/>
          </a:xfrm>
          <a:prstGeom prst="roundRect">
            <a:avLst>
              <a:gd fmla="val 16289"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Roboto Medium"/>
                <a:ea typeface="Roboto Medium"/>
                <a:cs typeface="Roboto Medium"/>
                <a:sym typeface="Roboto Medium"/>
              </a:rPr>
              <a:t>Acknowledge</a:t>
            </a:r>
            <a:endParaRPr sz="2000">
              <a:solidFill>
                <a:schemeClr val="dk2"/>
              </a:solidFill>
              <a:latin typeface="Roboto Medium"/>
              <a:ea typeface="Roboto Medium"/>
              <a:cs typeface="Roboto Medium"/>
              <a:sym typeface="Roboto Medium"/>
            </a:endParaRPr>
          </a:p>
        </p:txBody>
      </p:sp>
      <p:cxnSp>
        <p:nvCxnSpPr>
          <p:cNvPr id="833" name="Google Shape;833;p69"/>
          <p:cNvCxnSpPr>
            <a:stCxn id="834" idx="2"/>
            <a:endCxn id="832" idx="0"/>
          </p:cNvCxnSpPr>
          <p:nvPr/>
        </p:nvCxnSpPr>
        <p:spPr>
          <a:xfrm>
            <a:off x="11386825" y="5221400"/>
            <a:ext cx="0" cy="1858200"/>
          </a:xfrm>
          <a:prstGeom prst="straightConnector1">
            <a:avLst/>
          </a:prstGeom>
          <a:noFill/>
          <a:ln cap="flat" cmpd="sng" w="19050">
            <a:solidFill>
              <a:schemeClr val="accent2"/>
            </a:solidFill>
            <a:prstDash val="solid"/>
            <a:round/>
            <a:headEnd len="med" w="med" type="triangle"/>
            <a:tailEnd len="med" w="med" type="none"/>
          </a:ln>
        </p:spPr>
      </p:cxnSp>
      <p:sp>
        <p:nvSpPr>
          <p:cNvPr id="835" name="Google Shape;835;p69"/>
          <p:cNvSpPr txBox="1"/>
          <p:nvPr/>
        </p:nvSpPr>
        <p:spPr>
          <a:xfrm>
            <a:off x="2865975" y="3006300"/>
            <a:ext cx="4572000" cy="48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Medium"/>
                <a:ea typeface="Roboto Medium"/>
                <a:cs typeface="Roboto Medium"/>
                <a:sym typeface="Roboto Medium"/>
              </a:rPr>
              <a:t>Push subscription</a:t>
            </a:r>
            <a:endParaRPr sz="2000">
              <a:solidFill>
                <a:schemeClr val="lt1"/>
              </a:solidFill>
              <a:latin typeface="Roboto Medium"/>
              <a:ea typeface="Roboto Medium"/>
              <a:cs typeface="Roboto Medium"/>
              <a:sym typeface="Roboto Medium"/>
            </a:endParaRPr>
          </a:p>
        </p:txBody>
      </p:sp>
      <p:sp>
        <p:nvSpPr>
          <p:cNvPr id="836" name="Google Shape;836;p69"/>
          <p:cNvSpPr txBox="1"/>
          <p:nvPr/>
        </p:nvSpPr>
        <p:spPr>
          <a:xfrm>
            <a:off x="8860625" y="3006300"/>
            <a:ext cx="2406000" cy="48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Medium"/>
                <a:ea typeface="Roboto Medium"/>
                <a:cs typeface="Roboto Medium"/>
                <a:sym typeface="Roboto Medium"/>
              </a:rPr>
              <a:t>Pull subscription</a:t>
            </a:r>
            <a:endParaRPr sz="2000">
              <a:solidFill>
                <a:schemeClr val="lt1"/>
              </a:solidFill>
              <a:latin typeface="Roboto Medium"/>
              <a:ea typeface="Roboto Medium"/>
              <a:cs typeface="Roboto Medium"/>
              <a:sym typeface="Roboto Medium"/>
            </a:endParaRPr>
          </a:p>
        </p:txBody>
      </p:sp>
      <p:grpSp>
        <p:nvGrpSpPr>
          <p:cNvPr id="837" name="Google Shape;837;p69"/>
          <p:cNvGrpSpPr/>
          <p:nvPr/>
        </p:nvGrpSpPr>
        <p:grpSpPr>
          <a:xfrm>
            <a:off x="12938150" y="5247650"/>
            <a:ext cx="3391906" cy="1783200"/>
            <a:chOff x="13776350" y="3571250"/>
            <a:chExt cx="3391906" cy="1783200"/>
          </a:xfrm>
        </p:grpSpPr>
        <p:sp>
          <p:nvSpPr>
            <p:cNvPr id="838" name="Google Shape;838;p69"/>
            <p:cNvSpPr/>
            <p:nvPr/>
          </p:nvSpPr>
          <p:spPr>
            <a:xfrm>
              <a:off x="13776350" y="3571250"/>
              <a:ext cx="3287100" cy="1783200"/>
            </a:xfrm>
            <a:prstGeom prst="roundRect">
              <a:avLst>
                <a:gd fmla="val 9564"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solidFill>
                  <a:srgbClr val="666666"/>
                </a:solidFill>
                <a:latin typeface="Roboto Medium"/>
                <a:ea typeface="Roboto Medium"/>
                <a:cs typeface="Roboto Medium"/>
                <a:sym typeface="Roboto Medium"/>
              </a:endParaRPr>
            </a:p>
          </p:txBody>
        </p:sp>
        <p:sp>
          <p:nvSpPr>
            <p:cNvPr id="839" name="Google Shape;839;p69"/>
            <p:cNvSpPr txBox="1"/>
            <p:nvPr/>
          </p:nvSpPr>
          <p:spPr>
            <a:xfrm>
              <a:off x="13776350" y="3571250"/>
              <a:ext cx="3287100" cy="43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Medium"/>
                  <a:ea typeface="Roboto Medium"/>
                  <a:cs typeface="Roboto Medium"/>
                  <a:sym typeface="Roboto Medium"/>
                </a:rPr>
                <a:t>Legend</a:t>
              </a:r>
              <a:endParaRPr sz="2000">
                <a:solidFill>
                  <a:schemeClr val="lt1"/>
                </a:solidFill>
                <a:latin typeface="Roboto Medium"/>
                <a:ea typeface="Roboto Medium"/>
                <a:cs typeface="Roboto Medium"/>
                <a:sym typeface="Roboto Medium"/>
              </a:endParaRPr>
            </a:p>
          </p:txBody>
        </p:sp>
        <p:grpSp>
          <p:nvGrpSpPr>
            <p:cNvPr id="840" name="Google Shape;840;p69"/>
            <p:cNvGrpSpPr/>
            <p:nvPr/>
          </p:nvGrpSpPr>
          <p:grpSpPr>
            <a:xfrm>
              <a:off x="13983950" y="4015225"/>
              <a:ext cx="3184306" cy="430500"/>
              <a:chOff x="13983950" y="3862825"/>
              <a:chExt cx="3184306" cy="430500"/>
            </a:xfrm>
          </p:grpSpPr>
          <p:cxnSp>
            <p:nvCxnSpPr>
              <p:cNvPr id="841" name="Google Shape;841;p69"/>
              <p:cNvCxnSpPr/>
              <p:nvPr/>
            </p:nvCxnSpPr>
            <p:spPr>
              <a:xfrm>
                <a:off x="13983950" y="4078075"/>
                <a:ext cx="665400" cy="0"/>
              </a:xfrm>
              <a:prstGeom prst="straightConnector1">
                <a:avLst/>
              </a:prstGeom>
              <a:noFill/>
              <a:ln cap="flat" cmpd="sng" w="19050">
                <a:solidFill>
                  <a:schemeClr val="accent2"/>
                </a:solidFill>
                <a:prstDash val="solid"/>
                <a:round/>
                <a:headEnd len="med" w="med" type="none"/>
                <a:tailEnd len="med" w="med" type="triangle"/>
              </a:ln>
            </p:spPr>
          </p:cxnSp>
          <p:sp>
            <p:nvSpPr>
              <p:cNvPr id="842" name="Google Shape;842;p69"/>
              <p:cNvSpPr txBox="1"/>
              <p:nvPr/>
            </p:nvSpPr>
            <p:spPr>
              <a:xfrm>
                <a:off x="14781456" y="3862825"/>
                <a:ext cx="2386800" cy="43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Roboto Medium"/>
                    <a:ea typeface="Roboto Medium"/>
                    <a:cs typeface="Roboto Medium"/>
                    <a:sym typeface="Roboto Medium"/>
                  </a:rPr>
                  <a:t>HTTP POST request</a:t>
                </a:r>
                <a:endParaRPr sz="1800">
                  <a:solidFill>
                    <a:schemeClr val="lt2"/>
                  </a:solidFill>
                  <a:latin typeface="Roboto Medium"/>
                  <a:ea typeface="Roboto Medium"/>
                  <a:cs typeface="Roboto Medium"/>
                  <a:sym typeface="Roboto Medium"/>
                </a:endParaRPr>
              </a:p>
            </p:txBody>
          </p:sp>
        </p:grpSp>
        <p:grpSp>
          <p:nvGrpSpPr>
            <p:cNvPr id="843" name="Google Shape;843;p69"/>
            <p:cNvGrpSpPr/>
            <p:nvPr/>
          </p:nvGrpSpPr>
          <p:grpSpPr>
            <a:xfrm>
              <a:off x="13983950" y="4396225"/>
              <a:ext cx="3184306" cy="430500"/>
              <a:chOff x="13983950" y="4167625"/>
              <a:chExt cx="3184306" cy="430500"/>
            </a:xfrm>
          </p:grpSpPr>
          <p:cxnSp>
            <p:nvCxnSpPr>
              <p:cNvPr id="844" name="Google Shape;844;p69"/>
              <p:cNvCxnSpPr/>
              <p:nvPr/>
            </p:nvCxnSpPr>
            <p:spPr>
              <a:xfrm>
                <a:off x="13983950" y="4382875"/>
                <a:ext cx="665400" cy="0"/>
              </a:xfrm>
              <a:prstGeom prst="straightConnector1">
                <a:avLst/>
              </a:prstGeom>
              <a:noFill/>
              <a:ln cap="flat" cmpd="sng" w="19050">
                <a:solidFill>
                  <a:schemeClr val="accent6"/>
                </a:solidFill>
                <a:prstDash val="solid"/>
                <a:round/>
                <a:headEnd len="med" w="med" type="none"/>
                <a:tailEnd len="med" w="med" type="triangle"/>
              </a:ln>
            </p:spPr>
          </p:cxnSp>
          <p:sp>
            <p:nvSpPr>
              <p:cNvPr id="845" name="Google Shape;845;p69"/>
              <p:cNvSpPr txBox="1"/>
              <p:nvPr/>
            </p:nvSpPr>
            <p:spPr>
              <a:xfrm>
                <a:off x="14781456" y="4167625"/>
                <a:ext cx="2386800" cy="43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Roboto Medium"/>
                    <a:ea typeface="Roboto Medium"/>
                    <a:cs typeface="Roboto Medium"/>
                    <a:sym typeface="Roboto Medium"/>
                  </a:rPr>
                  <a:t>HTTP GET request</a:t>
                </a:r>
                <a:endParaRPr sz="1800">
                  <a:solidFill>
                    <a:schemeClr val="lt2"/>
                  </a:solidFill>
                  <a:latin typeface="Roboto Medium"/>
                  <a:ea typeface="Roboto Medium"/>
                  <a:cs typeface="Roboto Medium"/>
                  <a:sym typeface="Roboto Medium"/>
                </a:endParaRPr>
              </a:p>
            </p:txBody>
          </p:sp>
        </p:grpSp>
        <p:grpSp>
          <p:nvGrpSpPr>
            <p:cNvPr id="846" name="Google Shape;846;p69"/>
            <p:cNvGrpSpPr/>
            <p:nvPr/>
          </p:nvGrpSpPr>
          <p:grpSpPr>
            <a:xfrm>
              <a:off x="13983950" y="4777225"/>
              <a:ext cx="3184306" cy="430500"/>
              <a:chOff x="13983950" y="4777225"/>
              <a:chExt cx="3184306" cy="430500"/>
            </a:xfrm>
          </p:grpSpPr>
          <p:cxnSp>
            <p:nvCxnSpPr>
              <p:cNvPr id="847" name="Google Shape;847;p69"/>
              <p:cNvCxnSpPr/>
              <p:nvPr/>
            </p:nvCxnSpPr>
            <p:spPr>
              <a:xfrm>
                <a:off x="13983950" y="4992475"/>
                <a:ext cx="665400" cy="0"/>
              </a:xfrm>
              <a:prstGeom prst="straightConnector1">
                <a:avLst/>
              </a:prstGeom>
              <a:noFill/>
              <a:ln cap="flat" cmpd="sng" w="19050">
                <a:solidFill>
                  <a:schemeClr val="accent4"/>
                </a:solidFill>
                <a:prstDash val="solid"/>
                <a:round/>
                <a:headEnd len="med" w="med" type="none"/>
                <a:tailEnd len="med" w="med" type="triangle"/>
              </a:ln>
            </p:spPr>
          </p:cxnSp>
          <p:sp>
            <p:nvSpPr>
              <p:cNvPr id="848" name="Google Shape;848;p69"/>
              <p:cNvSpPr txBox="1"/>
              <p:nvPr/>
            </p:nvSpPr>
            <p:spPr>
              <a:xfrm>
                <a:off x="14781456" y="4777225"/>
                <a:ext cx="2386800" cy="43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999999"/>
                    </a:solidFill>
                    <a:latin typeface="Roboto Medium"/>
                    <a:ea typeface="Roboto Medium"/>
                    <a:cs typeface="Roboto Medium"/>
                    <a:sym typeface="Roboto Medium"/>
                  </a:rPr>
                  <a:t>HTTP response</a:t>
                </a:r>
                <a:endParaRPr sz="1800">
                  <a:solidFill>
                    <a:srgbClr val="999999"/>
                  </a:solidFill>
                  <a:latin typeface="Roboto Medium"/>
                  <a:ea typeface="Roboto Medium"/>
                  <a:cs typeface="Roboto Medium"/>
                  <a:sym typeface="Roboto Medium"/>
                </a:endParaRPr>
              </a:p>
            </p:txBody>
          </p:sp>
        </p:grpSp>
      </p:grpSp>
      <p:grpSp>
        <p:nvGrpSpPr>
          <p:cNvPr id="849" name="Google Shape;849;p69"/>
          <p:cNvGrpSpPr/>
          <p:nvPr/>
        </p:nvGrpSpPr>
        <p:grpSpPr>
          <a:xfrm>
            <a:off x="2865975" y="3586250"/>
            <a:ext cx="4572000" cy="1636200"/>
            <a:chOff x="3246975" y="3510050"/>
            <a:chExt cx="4572000" cy="1636200"/>
          </a:xfrm>
        </p:grpSpPr>
        <p:sp>
          <p:nvSpPr>
            <p:cNvPr id="850" name="Google Shape;850;p69"/>
            <p:cNvSpPr/>
            <p:nvPr/>
          </p:nvSpPr>
          <p:spPr>
            <a:xfrm>
              <a:off x="3246975" y="3510050"/>
              <a:ext cx="4572000" cy="1636200"/>
            </a:xfrm>
            <a:prstGeom prst="roundRect">
              <a:avLst>
                <a:gd fmla="val 8941" name="adj"/>
              </a:avLst>
            </a:prstGeom>
            <a:solidFill>
              <a:srgbClr val="D9EAD3"/>
            </a:solidFill>
            <a:ln cap="flat" cmpd="sng" w="9525">
              <a:solidFill>
                <a:srgbClr val="D9EAD3"/>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en" sz="2000">
                  <a:solidFill>
                    <a:schemeClr val="accent2"/>
                  </a:solidFill>
                  <a:latin typeface="Google Sans"/>
                  <a:ea typeface="Google Sans"/>
                  <a:cs typeface="Google Sans"/>
                  <a:sym typeface="Google Sans"/>
                </a:rPr>
                <a:t>Pub/Sub</a:t>
              </a:r>
              <a:endParaRPr sz="2000">
                <a:solidFill>
                  <a:schemeClr val="accent2"/>
                </a:solidFill>
                <a:latin typeface="Google Sans"/>
                <a:ea typeface="Google Sans"/>
                <a:cs typeface="Google Sans"/>
                <a:sym typeface="Google Sans"/>
              </a:endParaRPr>
            </a:p>
          </p:txBody>
        </p:sp>
        <p:pic>
          <p:nvPicPr>
            <p:cNvPr id="851" name="Google Shape;851;p69"/>
            <p:cNvPicPr preferRelativeResize="0"/>
            <p:nvPr/>
          </p:nvPicPr>
          <p:blipFill>
            <a:blip r:embed="rId3">
              <a:alphaModFix/>
            </a:blip>
            <a:stretch>
              <a:fillRect/>
            </a:stretch>
          </p:blipFill>
          <p:spPr>
            <a:xfrm>
              <a:off x="5006379" y="3666726"/>
              <a:ext cx="1053191" cy="1024711"/>
            </a:xfrm>
            <a:prstGeom prst="rect">
              <a:avLst/>
            </a:prstGeom>
            <a:noFill/>
            <a:ln>
              <a:noFill/>
            </a:ln>
          </p:spPr>
        </p:pic>
      </p:grpSp>
      <p:grpSp>
        <p:nvGrpSpPr>
          <p:cNvPr id="852" name="Google Shape;852;p69"/>
          <p:cNvGrpSpPr/>
          <p:nvPr/>
        </p:nvGrpSpPr>
        <p:grpSpPr>
          <a:xfrm>
            <a:off x="7878325" y="3586250"/>
            <a:ext cx="4572000" cy="1636200"/>
            <a:chOff x="3246975" y="3510050"/>
            <a:chExt cx="4572000" cy="1636200"/>
          </a:xfrm>
        </p:grpSpPr>
        <p:sp>
          <p:nvSpPr>
            <p:cNvPr id="830" name="Google Shape;830;p69"/>
            <p:cNvSpPr/>
            <p:nvPr/>
          </p:nvSpPr>
          <p:spPr>
            <a:xfrm>
              <a:off x="3246975" y="3510050"/>
              <a:ext cx="4572000" cy="1636200"/>
            </a:xfrm>
            <a:prstGeom prst="roundRect">
              <a:avLst>
                <a:gd fmla="val 8941" name="adj"/>
              </a:avLst>
            </a:prstGeom>
            <a:solidFill>
              <a:srgbClr val="D9EAD3"/>
            </a:solidFill>
            <a:ln cap="flat" cmpd="sng" w="9525">
              <a:solidFill>
                <a:srgbClr val="D9EAD3"/>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en" sz="2000">
                  <a:solidFill>
                    <a:schemeClr val="accent2"/>
                  </a:solidFill>
                  <a:latin typeface="Google Sans"/>
                  <a:ea typeface="Google Sans"/>
                  <a:cs typeface="Google Sans"/>
                  <a:sym typeface="Google Sans"/>
                </a:rPr>
                <a:t>Pub/Sub</a:t>
              </a:r>
              <a:endParaRPr sz="2000">
                <a:solidFill>
                  <a:schemeClr val="accent2"/>
                </a:solidFill>
                <a:latin typeface="Google Sans"/>
                <a:ea typeface="Google Sans"/>
                <a:cs typeface="Google Sans"/>
                <a:sym typeface="Google Sans"/>
              </a:endParaRPr>
            </a:p>
          </p:txBody>
        </p:sp>
        <p:pic>
          <p:nvPicPr>
            <p:cNvPr id="853" name="Google Shape;853;p69"/>
            <p:cNvPicPr preferRelativeResize="0"/>
            <p:nvPr/>
          </p:nvPicPr>
          <p:blipFill>
            <a:blip r:embed="rId3">
              <a:alphaModFix/>
            </a:blip>
            <a:stretch>
              <a:fillRect/>
            </a:stretch>
          </p:blipFill>
          <p:spPr>
            <a:xfrm>
              <a:off x="5006379" y="3666726"/>
              <a:ext cx="1053191" cy="1024711"/>
            </a:xfrm>
            <a:prstGeom prst="rect">
              <a:avLst/>
            </a:prstGeom>
            <a:noFill/>
            <a:ln>
              <a:noFill/>
            </a:ln>
          </p:spPr>
        </p:pic>
      </p:grpSp>
      <p:sp>
        <p:nvSpPr>
          <p:cNvPr id="814" name="Google Shape;814;p69"/>
          <p:cNvSpPr/>
          <p:nvPr/>
        </p:nvSpPr>
        <p:spPr>
          <a:xfrm>
            <a:off x="3711075" y="4906700"/>
            <a:ext cx="436800" cy="314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69"/>
          <p:cNvSpPr/>
          <p:nvPr/>
        </p:nvSpPr>
        <p:spPr>
          <a:xfrm>
            <a:off x="3711075" y="8335700"/>
            <a:ext cx="436800" cy="314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69"/>
          <p:cNvSpPr/>
          <p:nvPr/>
        </p:nvSpPr>
        <p:spPr>
          <a:xfrm>
            <a:off x="6192975" y="4906700"/>
            <a:ext cx="436800" cy="314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69"/>
          <p:cNvSpPr/>
          <p:nvPr/>
        </p:nvSpPr>
        <p:spPr>
          <a:xfrm>
            <a:off x="6192975" y="8335700"/>
            <a:ext cx="436800" cy="314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69"/>
          <p:cNvSpPr/>
          <p:nvPr/>
        </p:nvSpPr>
        <p:spPr>
          <a:xfrm>
            <a:off x="8723425" y="4906700"/>
            <a:ext cx="436800" cy="314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69"/>
          <p:cNvSpPr/>
          <p:nvPr/>
        </p:nvSpPr>
        <p:spPr>
          <a:xfrm>
            <a:off x="8723425" y="8335700"/>
            <a:ext cx="436800" cy="314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69"/>
          <p:cNvSpPr/>
          <p:nvPr/>
        </p:nvSpPr>
        <p:spPr>
          <a:xfrm>
            <a:off x="11168425" y="4906700"/>
            <a:ext cx="436800" cy="314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69"/>
          <p:cNvSpPr/>
          <p:nvPr/>
        </p:nvSpPr>
        <p:spPr>
          <a:xfrm>
            <a:off x="11168425" y="8335700"/>
            <a:ext cx="436800" cy="314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55" name="Google Shape;855;p69"/>
          <p:cNvCxnSpPr>
            <a:stCxn id="854" idx="0"/>
            <a:endCxn id="832" idx="2"/>
          </p:cNvCxnSpPr>
          <p:nvPr/>
        </p:nvCxnSpPr>
        <p:spPr>
          <a:xfrm rot="10800000">
            <a:off x="11386825" y="7646900"/>
            <a:ext cx="0" cy="688800"/>
          </a:xfrm>
          <a:prstGeom prst="straightConnector1">
            <a:avLst/>
          </a:prstGeom>
          <a:noFill/>
          <a:ln cap="flat" cmpd="sng" w="19050">
            <a:solidFill>
              <a:schemeClr val="accent2"/>
            </a:solidFill>
            <a:prstDash val="solid"/>
            <a:round/>
            <a:headEnd len="med" w="med" type="none"/>
            <a:tailEnd len="med" w="med" type="triangle"/>
          </a:ln>
        </p:spPr>
      </p:cxnSp>
      <p:sp>
        <p:nvSpPr>
          <p:cNvPr id="856" name="Google Shape;856;p69"/>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Pub/Sub acts as a buffer between sending and receiving across software applications</a:t>
            </a:r>
            <a:endParaRPr/>
          </a:p>
        </p:txBody>
      </p:sp>
      <p:sp>
        <p:nvSpPr>
          <p:cNvPr id="857" name="Google Shape;857;p6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70"/>
          <p:cNvSpPr/>
          <p:nvPr/>
        </p:nvSpPr>
        <p:spPr>
          <a:xfrm>
            <a:off x="2561100" y="4726575"/>
            <a:ext cx="13165800" cy="2112900"/>
          </a:xfrm>
          <a:prstGeom prst="roundRect">
            <a:avLst>
              <a:gd fmla="val 7091" name="adj"/>
            </a:avLst>
          </a:prstGeom>
          <a:solidFill>
            <a:srgbClr val="D9EAD3"/>
          </a:solidFill>
          <a:ln cap="flat" cmpd="sng" w="9525">
            <a:solidFill>
              <a:srgbClr val="D9EAD3"/>
            </a:solidFill>
            <a:prstDash val="solid"/>
            <a:round/>
            <a:headEnd len="sm" w="sm" type="none"/>
            <a:tailEnd len="sm" w="sm" type="none"/>
          </a:ln>
        </p:spPr>
        <p:txBody>
          <a:bodyPr anchorCtr="0" anchor="b" bIns="91425" lIns="91425" spcFirstLastPara="1" rIns="640075" wrap="square" tIns="91425">
            <a:noAutofit/>
          </a:bodyPr>
          <a:lstStyle/>
          <a:p>
            <a:pPr indent="0" lvl="0" marL="0" rtl="0" algn="r">
              <a:spcBef>
                <a:spcPts val="0"/>
              </a:spcBef>
              <a:spcAft>
                <a:spcPts val="0"/>
              </a:spcAft>
              <a:buNone/>
            </a:pPr>
            <a:r>
              <a:rPr lang="en" sz="2000">
                <a:solidFill>
                  <a:schemeClr val="accent2"/>
                </a:solidFill>
                <a:latin typeface="Google Sans"/>
                <a:ea typeface="Google Sans"/>
                <a:cs typeface="Google Sans"/>
                <a:sym typeface="Google Sans"/>
              </a:rPr>
              <a:t>Pub/Sub</a:t>
            </a:r>
            <a:endParaRPr sz="2000">
              <a:solidFill>
                <a:schemeClr val="accent2"/>
              </a:solidFill>
              <a:latin typeface="Google Sans"/>
              <a:ea typeface="Google Sans"/>
              <a:cs typeface="Google Sans"/>
              <a:sym typeface="Google Sans"/>
            </a:endParaRPr>
          </a:p>
        </p:txBody>
      </p:sp>
      <p:sp>
        <p:nvSpPr>
          <p:cNvPr id="863" name="Google Shape;863;p70"/>
          <p:cNvSpPr/>
          <p:nvPr/>
        </p:nvSpPr>
        <p:spPr>
          <a:xfrm>
            <a:off x="2992900" y="3974550"/>
            <a:ext cx="2148900" cy="548700"/>
          </a:xfrm>
          <a:prstGeom prst="roundRect">
            <a:avLst>
              <a:gd fmla="val 16289"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FFFFFF"/>
                </a:solidFill>
                <a:latin typeface="Roboto Medium"/>
                <a:ea typeface="Roboto Medium"/>
                <a:cs typeface="Roboto Medium"/>
                <a:sym typeface="Roboto Medium"/>
              </a:rPr>
              <a:t>Message 1</a:t>
            </a:r>
            <a:endParaRPr sz="2000">
              <a:solidFill>
                <a:srgbClr val="FFFFFF"/>
              </a:solidFill>
              <a:latin typeface="Roboto Medium"/>
              <a:ea typeface="Roboto Medium"/>
              <a:cs typeface="Roboto Medium"/>
              <a:sym typeface="Roboto Medium"/>
            </a:endParaRPr>
          </a:p>
        </p:txBody>
      </p:sp>
      <p:sp>
        <p:nvSpPr>
          <p:cNvPr id="864" name="Google Shape;864;p70"/>
          <p:cNvSpPr/>
          <p:nvPr/>
        </p:nvSpPr>
        <p:spPr>
          <a:xfrm>
            <a:off x="2992900" y="2643925"/>
            <a:ext cx="2148900" cy="799800"/>
          </a:xfrm>
          <a:prstGeom prst="roundRect">
            <a:avLst>
              <a:gd fmla="val 13589"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FFFFFF"/>
                </a:solidFill>
                <a:latin typeface="Roboto Medium"/>
                <a:ea typeface="Roboto Medium"/>
                <a:cs typeface="Roboto Medium"/>
                <a:sym typeface="Roboto Medium"/>
              </a:rPr>
              <a:t>Publisher A</a:t>
            </a:r>
            <a:endParaRPr sz="2000">
              <a:solidFill>
                <a:srgbClr val="FFFFFF"/>
              </a:solidFill>
              <a:latin typeface="Roboto Medium"/>
              <a:ea typeface="Roboto Medium"/>
              <a:cs typeface="Roboto Medium"/>
              <a:sym typeface="Roboto Medium"/>
            </a:endParaRPr>
          </a:p>
        </p:txBody>
      </p:sp>
      <p:sp>
        <p:nvSpPr>
          <p:cNvPr id="865" name="Google Shape;865;p70"/>
          <p:cNvSpPr/>
          <p:nvPr/>
        </p:nvSpPr>
        <p:spPr>
          <a:xfrm>
            <a:off x="5887175" y="2643925"/>
            <a:ext cx="2148900" cy="799800"/>
          </a:xfrm>
          <a:prstGeom prst="roundRect">
            <a:avLst>
              <a:gd fmla="val 13589"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FFFFFF"/>
                </a:solidFill>
                <a:latin typeface="Roboto Medium"/>
                <a:ea typeface="Roboto Medium"/>
                <a:cs typeface="Roboto Medium"/>
                <a:sym typeface="Roboto Medium"/>
              </a:rPr>
              <a:t>Publisher B</a:t>
            </a:r>
            <a:endParaRPr sz="2000">
              <a:solidFill>
                <a:srgbClr val="FFFFFF"/>
              </a:solidFill>
              <a:latin typeface="Roboto Medium"/>
              <a:ea typeface="Roboto Medium"/>
              <a:cs typeface="Roboto Medium"/>
              <a:sym typeface="Roboto Medium"/>
            </a:endParaRPr>
          </a:p>
        </p:txBody>
      </p:sp>
      <p:sp>
        <p:nvSpPr>
          <p:cNvPr id="866" name="Google Shape;866;p70"/>
          <p:cNvSpPr/>
          <p:nvPr/>
        </p:nvSpPr>
        <p:spPr>
          <a:xfrm>
            <a:off x="9908450" y="2643925"/>
            <a:ext cx="2148900" cy="799800"/>
          </a:xfrm>
          <a:prstGeom prst="roundRect">
            <a:avLst>
              <a:gd fmla="val 13589"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FFFFFF"/>
                </a:solidFill>
                <a:latin typeface="Roboto Medium"/>
                <a:ea typeface="Roboto Medium"/>
                <a:cs typeface="Roboto Medium"/>
                <a:sym typeface="Roboto Medium"/>
              </a:rPr>
              <a:t>Publisher C</a:t>
            </a:r>
            <a:endParaRPr sz="2000">
              <a:solidFill>
                <a:srgbClr val="FFFFFF"/>
              </a:solidFill>
              <a:latin typeface="Roboto Medium"/>
              <a:ea typeface="Roboto Medium"/>
              <a:cs typeface="Roboto Medium"/>
              <a:sym typeface="Roboto Medium"/>
            </a:endParaRPr>
          </a:p>
        </p:txBody>
      </p:sp>
      <p:sp>
        <p:nvSpPr>
          <p:cNvPr id="867" name="Google Shape;867;p70"/>
          <p:cNvSpPr/>
          <p:nvPr/>
        </p:nvSpPr>
        <p:spPr>
          <a:xfrm>
            <a:off x="4433975" y="8311300"/>
            <a:ext cx="2148900" cy="799800"/>
          </a:xfrm>
          <a:prstGeom prst="roundRect">
            <a:avLst>
              <a:gd fmla="val 13589"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FFFFFF"/>
                </a:solidFill>
                <a:latin typeface="Roboto Medium"/>
                <a:ea typeface="Roboto Medium"/>
                <a:cs typeface="Roboto Medium"/>
                <a:sym typeface="Roboto Medium"/>
              </a:rPr>
              <a:t>Subscriber X</a:t>
            </a:r>
            <a:endParaRPr sz="2000">
              <a:solidFill>
                <a:srgbClr val="FFFFFF"/>
              </a:solidFill>
              <a:latin typeface="Roboto Medium"/>
              <a:ea typeface="Roboto Medium"/>
              <a:cs typeface="Roboto Medium"/>
              <a:sym typeface="Roboto Medium"/>
            </a:endParaRPr>
          </a:p>
        </p:txBody>
      </p:sp>
      <p:sp>
        <p:nvSpPr>
          <p:cNvPr id="868" name="Google Shape;868;p70"/>
          <p:cNvSpPr/>
          <p:nvPr/>
        </p:nvSpPr>
        <p:spPr>
          <a:xfrm>
            <a:off x="8463050" y="8311300"/>
            <a:ext cx="2148900" cy="799800"/>
          </a:xfrm>
          <a:prstGeom prst="roundRect">
            <a:avLst>
              <a:gd fmla="val 13589"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FFFFFF"/>
                </a:solidFill>
                <a:latin typeface="Roboto Medium"/>
                <a:ea typeface="Roboto Medium"/>
                <a:cs typeface="Roboto Medium"/>
                <a:sym typeface="Roboto Medium"/>
              </a:rPr>
              <a:t>Subscriber Y</a:t>
            </a:r>
            <a:endParaRPr sz="2000">
              <a:solidFill>
                <a:srgbClr val="FFFFFF"/>
              </a:solidFill>
              <a:latin typeface="Roboto Medium"/>
              <a:ea typeface="Roboto Medium"/>
              <a:cs typeface="Roboto Medium"/>
              <a:sym typeface="Roboto Medium"/>
            </a:endParaRPr>
          </a:p>
        </p:txBody>
      </p:sp>
      <p:sp>
        <p:nvSpPr>
          <p:cNvPr id="869" name="Google Shape;869;p70"/>
          <p:cNvSpPr/>
          <p:nvPr/>
        </p:nvSpPr>
        <p:spPr>
          <a:xfrm>
            <a:off x="11353850" y="8311300"/>
            <a:ext cx="2148900" cy="799800"/>
          </a:xfrm>
          <a:prstGeom prst="roundRect">
            <a:avLst>
              <a:gd fmla="val 13589"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FFFFFF"/>
                </a:solidFill>
                <a:latin typeface="Roboto Medium"/>
                <a:ea typeface="Roboto Medium"/>
                <a:cs typeface="Roboto Medium"/>
                <a:sym typeface="Roboto Medium"/>
              </a:rPr>
              <a:t>Subscriber Z</a:t>
            </a:r>
            <a:endParaRPr sz="2000">
              <a:solidFill>
                <a:srgbClr val="FFFFFF"/>
              </a:solidFill>
              <a:latin typeface="Roboto Medium"/>
              <a:ea typeface="Roboto Medium"/>
              <a:cs typeface="Roboto Medium"/>
              <a:sym typeface="Roboto Medium"/>
            </a:endParaRPr>
          </a:p>
        </p:txBody>
      </p:sp>
      <p:sp>
        <p:nvSpPr>
          <p:cNvPr id="870" name="Google Shape;870;p70"/>
          <p:cNvSpPr/>
          <p:nvPr/>
        </p:nvSpPr>
        <p:spPr>
          <a:xfrm>
            <a:off x="5887175" y="3974550"/>
            <a:ext cx="2148900" cy="548700"/>
          </a:xfrm>
          <a:prstGeom prst="roundRect">
            <a:avLst>
              <a:gd fmla="val 16289"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FFFFFF"/>
                </a:solidFill>
                <a:latin typeface="Roboto Medium"/>
                <a:ea typeface="Roboto Medium"/>
                <a:cs typeface="Roboto Medium"/>
                <a:sym typeface="Roboto Medium"/>
              </a:rPr>
              <a:t>Message 2</a:t>
            </a:r>
            <a:endParaRPr sz="2000">
              <a:solidFill>
                <a:srgbClr val="FFFFFF"/>
              </a:solidFill>
              <a:latin typeface="Roboto Medium"/>
              <a:ea typeface="Roboto Medium"/>
              <a:cs typeface="Roboto Medium"/>
              <a:sym typeface="Roboto Medium"/>
            </a:endParaRPr>
          </a:p>
        </p:txBody>
      </p:sp>
      <p:sp>
        <p:nvSpPr>
          <p:cNvPr id="871" name="Google Shape;871;p70"/>
          <p:cNvSpPr/>
          <p:nvPr/>
        </p:nvSpPr>
        <p:spPr>
          <a:xfrm>
            <a:off x="9908450" y="3974550"/>
            <a:ext cx="2148900" cy="548700"/>
          </a:xfrm>
          <a:prstGeom prst="roundRect">
            <a:avLst>
              <a:gd fmla="val 16289"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FFFFFF"/>
                </a:solidFill>
                <a:latin typeface="Roboto Medium"/>
                <a:ea typeface="Roboto Medium"/>
                <a:cs typeface="Roboto Medium"/>
                <a:sym typeface="Roboto Medium"/>
              </a:rPr>
              <a:t>Message 3</a:t>
            </a:r>
            <a:endParaRPr sz="2000">
              <a:solidFill>
                <a:srgbClr val="FFFFFF"/>
              </a:solidFill>
              <a:latin typeface="Roboto Medium"/>
              <a:ea typeface="Roboto Medium"/>
              <a:cs typeface="Roboto Medium"/>
              <a:sym typeface="Roboto Medium"/>
            </a:endParaRPr>
          </a:p>
        </p:txBody>
      </p:sp>
      <p:sp>
        <p:nvSpPr>
          <p:cNvPr id="872" name="Google Shape;872;p70"/>
          <p:cNvSpPr/>
          <p:nvPr/>
        </p:nvSpPr>
        <p:spPr>
          <a:xfrm>
            <a:off x="2992900" y="7289500"/>
            <a:ext cx="2148900" cy="548700"/>
          </a:xfrm>
          <a:prstGeom prst="roundRect">
            <a:avLst>
              <a:gd fmla="val 16289"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FFFFFF"/>
                </a:solidFill>
                <a:latin typeface="Roboto Medium"/>
                <a:ea typeface="Roboto Medium"/>
                <a:cs typeface="Roboto Medium"/>
                <a:sym typeface="Roboto Medium"/>
              </a:rPr>
              <a:t>Message 1</a:t>
            </a:r>
            <a:endParaRPr sz="2000">
              <a:solidFill>
                <a:srgbClr val="FFFFFF"/>
              </a:solidFill>
              <a:latin typeface="Roboto Medium"/>
              <a:ea typeface="Roboto Medium"/>
              <a:cs typeface="Roboto Medium"/>
              <a:sym typeface="Roboto Medium"/>
            </a:endParaRPr>
          </a:p>
        </p:txBody>
      </p:sp>
      <p:sp>
        <p:nvSpPr>
          <p:cNvPr id="873" name="Google Shape;873;p70"/>
          <p:cNvSpPr/>
          <p:nvPr/>
        </p:nvSpPr>
        <p:spPr>
          <a:xfrm>
            <a:off x="5887175" y="7289500"/>
            <a:ext cx="2148900" cy="548700"/>
          </a:xfrm>
          <a:prstGeom prst="roundRect">
            <a:avLst>
              <a:gd fmla="val 16289"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FFFFFF"/>
                </a:solidFill>
                <a:latin typeface="Roboto Medium"/>
                <a:ea typeface="Roboto Medium"/>
                <a:cs typeface="Roboto Medium"/>
                <a:sym typeface="Roboto Medium"/>
              </a:rPr>
              <a:t>Message 2</a:t>
            </a:r>
            <a:endParaRPr sz="2000">
              <a:solidFill>
                <a:srgbClr val="FFFFFF"/>
              </a:solidFill>
              <a:latin typeface="Roboto Medium"/>
              <a:ea typeface="Roboto Medium"/>
              <a:cs typeface="Roboto Medium"/>
              <a:sym typeface="Roboto Medium"/>
            </a:endParaRPr>
          </a:p>
        </p:txBody>
      </p:sp>
      <p:sp>
        <p:nvSpPr>
          <p:cNvPr id="874" name="Google Shape;874;p70"/>
          <p:cNvSpPr/>
          <p:nvPr/>
        </p:nvSpPr>
        <p:spPr>
          <a:xfrm>
            <a:off x="8463050" y="7289500"/>
            <a:ext cx="2148900" cy="548700"/>
          </a:xfrm>
          <a:prstGeom prst="roundRect">
            <a:avLst>
              <a:gd fmla="val 16289"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FFFFFF"/>
                </a:solidFill>
                <a:latin typeface="Roboto Medium"/>
                <a:ea typeface="Roboto Medium"/>
                <a:cs typeface="Roboto Medium"/>
                <a:sym typeface="Roboto Medium"/>
              </a:rPr>
              <a:t>Message 3</a:t>
            </a:r>
            <a:endParaRPr sz="2000">
              <a:solidFill>
                <a:srgbClr val="FFFFFF"/>
              </a:solidFill>
              <a:latin typeface="Roboto Medium"/>
              <a:ea typeface="Roboto Medium"/>
              <a:cs typeface="Roboto Medium"/>
              <a:sym typeface="Roboto Medium"/>
            </a:endParaRPr>
          </a:p>
        </p:txBody>
      </p:sp>
      <p:sp>
        <p:nvSpPr>
          <p:cNvPr id="875" name="Google Shape;875;p70"/>
          <p:cNvSpPr/>
          <p:nvPr/>
        </p:nvSpPr>
        <p:spPr>
          <a:xfrm>
            <a:off x="11353850" y="7289500"/>
            <a:ext cx="2148900" cy="548700"/>
          </a:xfrm>
          <a:prstGeom prst="roundRect">
            <a:avLst>
              <a:gd fmla="val 16289"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FFFFFF"/>
                </a:solidFill>
                <a:latin typeface="Roboto Medium"/>
                <a:ea typeface="Roboto Medium"/>
                <a:cs typeface="Roboto Medium"/>
                <a:sym typeface="Roboto Medium"/>
              </a:rPr>
              <a:t>Message 3</a:t>
            </a:r>
            <a:endParaRPr sz="2000">
              <a:solidFill>
                <a:srgbClr val="FFFFFF"/>
              </a:solidFill>
              <a:latin typeface="Roboto Medium"/>
              <a:ea typeface="Roboto Medium"/>
              <a:cs typeface="Roboto Medium"/>
              <a:sym typeface="Roboto Medium"/>
            </a:endParaRPr>
          </a:p>
        </p:txBody>
      </p:sp>
      <p:sp>
        <p:nvSpPr>
          <p:cNvPr id="876" name="Google Shape;876;p70"/>
          <p:cNvSpPr/>
          <p:nvPr/>
        </p:nvSpPr>
        <p:spPr>
          <a:xfrm>
            <a:off x="2995000" y="5087025"/>
            <a:ext cx="2144700" cy="483000"/>
          </a:xfrm>
          <a:prstGeom prst="roundRect">
            <a:avLst>
              <a:gd fmla="val 16289"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Roboto Medium"/>
                <a:ea typeface="Roboto Medium"/>
                <a:cs typeface="Roboto Medium"/>
                <a:sym typeface="Roboto Medium"/>
              </a:rPr>
              <a:t>Topic A</a:t>
            </a:r>
            <a:endParaRPr sz="2000">
              <a:solidFill>
                <a:schemeClr val="dk2"/>
              </a:solidFill>
              <a:latin typeface="Roboto Medium"/>
              <a:ea typeface="Roboto Medium"/>
              <a:cs typeface="Roboto Medium"/>
              <a:sym typeface="Roboto Medium"/>
            </a:endParaRPr>
          </a:p>
        </p:txBody>
      </p:sp>
      <p:sp>
        <p:nvSpPr>
          <p:cNvPr id="877" name="Google Shape;877;p70"/>
          <p:cNvSpPr/>
          <p:nvPr/>
        </p:nvSpPr>
        <p:spPr>
          <a:xfrm>
            <a:off x="5887175" y="5087013"/>
            <a:ext cx="2148900" cy="483000"/>
          </a:xfrm>
          <a:prstGeom prst="roundRect">
            <a:avLst>
              <a:gd fmla="val 16289"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Roboto Medium"/>
                <a:ea typeface="Roboto Medium"/>
                <a:cs typeface="Roboto Medium"/>
                <a:sym typeface="Roboto Medium"/>
              </a:rPr>
              <a:t>Topic B</a:t>
            </a:r>
            <a:endParaRPr sz="2000">
              <a:solidFill>
                <a:schemeClr val="dk2"/>
              </a:solidFill>
              <a:latin typeface="Roboto Medium"/>
              <a:ea typeface="Roboto Medium"/>
              <a:cs typeface="Roboto Medium"/>
              <a:sym typeface="Roboto Medium"/>
            </a:endParaRPr>
          </a:p>
        </p:txBody>
      </p:sp>
      <p:sp>
        <p:nvSpPr>
          <p:cNvPr id="878" name="Google Shape;878;p70"/>
          <p:cNvSpPr/>
          <p:nvPr/>
        </p:nvSpPr>
        <p:spPr>
          <a:xfrm>
            <a:off x="9908450" y="5087013"/>
            <a:ext cx="2148900" cy="483000"/>
          </a:xfrm>
          <a:prstGeom prst="roundRect">
            <a:avLst>
              <a:gd fmla="val 16289"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Roboto Medium"/>
                <a:ea typeface="Roboto Medium"/>
                <a:cs typeface="Roboto Medium"/>
                <a:sym typeface="Roboto Medium"/>
              </a:rPr>
              <a:t>Topic C</a:t>
            </a:r>
            <a:endParaRPr sz="2000">
              <a:solidFill>
                <a:schemeClr val="dk2"/>
              </a:solidFill>
              <a:latin typeface="Roboto Medium"/>
              <a:ea typeface="Roboto Medium"/>
              <a:cs typeface="Roboto Medium"/>
              <a:sym typeface="Roboto Medium"/>
            </a:endParaRPr>
          </a:p>
        </p:txBody>
      </p:sp>
      <p:sp>
        <p:nvSpPr>
          <p:cNvPr id="879" name="Google Shape;879;p70"/>
          <p:cNvSpPr/>
          <p:nvPr/>
        </p:nvSpPr>
        <p:spPr>
          <a:xfrm>
            <a:off x="2995000" y="6068100"/>
            <a:ext cx="2144700" cy="483000"/>
          </a:xfrm>
          <a:prstGeom prst="roundRect">
            <a:avLst>
              <a:gd fmla="val 16289"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Roboto Medium"/>
                <a:ea typeface="Roboto Medium"/>
                <a:cs typeface="Roboto Medium"/>
                <a:sym typeface="Roboto Medium"/>
              </a:rPr>
              <a:t>Subscription XA</a:t>
            </a:r>
            <a:endParaRPr sz="2000">
              <a:solidFill>
                <a:schemeClr val="dk2"/>
              </a:solidFill>
              <a:latin typeface="Roboto Medium"/>
              <a:ea typeface="Roboto Medium"/>
              <a:cs typeface="Roboto Medium"/>
              <a:sym typeface="Roboto Medium"/>
            </a:endParaRPr>
          </a:p>
        </p:txBody>
      </p:sp>
      <p:sp>
        <p:nvSpPr>
          <p:cNvPr id="880" name="Google Shape;880;p70"/>
          <p:cNvSpPr/>
          <p:nvPr/>
        </p:nvSpPr>
        <p:spPr>
          <a:xfrm>
            <a:off x="5887175" y="6068088"/>
            <a:ext cx="2148900" cy="483000"/>
          </a:xfrm>
          <a:prstGeom prst="roundRect">
            <a:avLst>
              <a:gd fmla="val 16289"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Roboto Medium"/>
                <a:ea typeface="Roboto Medium"/>
                <a:cs typeface="Roboto Medium"/>
                <a:sym typeface="Roboto Medium"/>
              </a:rPr>
              <a:t>Subscription XB</a:t>
            </a:r>
            <a:endParaRPr sz="2000">
              <a:solidFill>
                <a:schemeClr val="dk2"/>
              </a:solidFill>
              <a:latin typeface="Roboto Medium"/>
              <a:ea typeface="Roboto Medium"/>
              <a:cs typeface="Roboto Medium"/>
              <a:sym typeface="Roboto Medium"/>
            </a:endParaRPr>
          </a:p>
        </p:txBody>
      </p:sp>
      <p:sp>
        <p:nvSpPr>
          <p:cNvPr id="881" name="Google Shape;881;p70"/>
          <p:cNvSpPr/>
          <p:nvPr/>
        </p:nvSpPr>
        <p:spPr>
          <a:xfrm>
            <a:off x="8463050" y="6068088"/>
            <a:ext cx="2148900" cy="483000"/>
          </a:xfrm>
          <a:prstGeom prst="roundRect">
            <a:avLst>
              <a:gd fmla="val 16289"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Roboto Medium"/>
                <a:ea typeface="Roboto Medium"/>
                <a:cs typeface="Roboto Medium"/>
                <a:sym typeface="Roboto Medium"/>
              </a:rPr>
              <a:t>Subscription YC</a:t>
            </a:r>
            <a:endParaRPr sz="2000">
              <a:solidFill>
                <a:schemeClr val="dk2"/>
              </a:solidFill>
              <a:latin typeface="Roboto Medium"/>
              <a:ea typeface="Roboto Medium"/>
              <a:cs typeface="Roboto Medium"/>
              <a:sym typeface="Roboto Medium"/>
            </a:endParaRPr>
          </a:p>
        </p:txBody>
      </p:sp>
      <p:sp>
        <p:nvSpPr>
          <p:cNvPr id="882" name="Google Shape;882;p70"/>
          <p:cNvSpPr/>
          <p:nvPr/>
        </p:nvSpPr>
        <p:spPr>
          <a:xfrm>
            <a:off x="11353850" y="6068088"/>
            <a:ext cx="2148900" cy="483000"/>
          </a:xfrm>
          <a:prstGeom prst="roundRect">
            <a:avLst>
              <a:gd fmla="val 16289" name="adj"/>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Roboto Medium"/>
                <a:ea typeface="Roboto Medium"/>
                <a:cs typeface="Roboto Medium"/>
                <a:sym typeface="Roboto Medium"/>
              </a:rPr>
              <a:t>Subscription ZC</a:t>
            </a:r>
            <a:endParaRPr sz="2000">
              <a:solidFill>
                <a:schemeClr val="dk2"/>
              </a:solidFill>
              <a:latin typeface="Roboto Medium"/>
              <a:ea typeface="Roboto Medium"/>
              <a:cs typeface="Roboto Medium"/>
              <a:sym typeface="Roboto Medium"/>
            </a:endParaRPr>
          </a:p>
        </p:txBody>
      </p:sp>
      <p:cxnSp>
        <p:nvCxnSpPr>
          <p:cNvPr id="883" name="Google Shape;883;p70"/>
          <p:cNvCxnSpPr>
            <a:stCxn id="864" idx="2"/>
            <a:endCxn id="863" idx="0"/>
          </p:cNvCxnSpPr>
          <p:nvPr/>
        </p:nvCxnSpPr>
        <p:spPr>
          <a:xfrm>
            <a:off x="4067350" y="3443725"/>
            <a:ext cx="0" cy="530700"/>
          </a:xfrm>
          <a:prstGeom prst="straightConnector1">
            <a:avLst/>
          </a:prstGeom>
          <a:noFill/>
          <a:ln cap="flat" cmpd="sng" w="19050">
            <a:solidFill>
              <a:schemeClr val="lt2"/>
            </a:solidFill>
            <a:prstDash val="solid"/>
            <a:round/>
            <a:headEnd len="med" w="med" type="none"/>
            <a:tailEnd len="med" w="med" type="triangle"/>
          </a:ln>
        </p:spPr>
      </p:cxnSp>
      <p:cxnSp>
        <p:nvCxnSpPr>
          <p:cNvPr id="884" name="Google Shape;884;p70"/>
          <p:cNvCxnSpPr>
            <a:stCxn id="863" idx="2"/>
            <a:endCxn id="876" idx="0"/>
          </p:cNvCxnSpPr>
          <p:nvPr/>
        </p:nvCxnSpPr>
        <p:spPr>
          <a:xfrm>
            <a:off x="4067350" y="4523250"/>
            <a:ext cx="0" cy="563700"/>
          </a:xfrm>
          <a:prstGeom prst="straightConnector1">
            <a:avLst/>
          </a:prstGeom>
          <a:noFill/>
          <a:ln cap="flat" cmpd="sng" w="19050">
            <a:solidFill>
              <a:schemeClr val="lt2"/>
            </a:solidFill>
            <a:prstDash val="solid"/>
            <a:round/>
            <a:headEnd len="med" w="med" type="none"/>
            <a:tailEnd len="med" w="med" type="triangle"/>
          </a:ln>
        </p:spPr>
      </p:cxnSp>
      <p:cxnSp>
        <p:nvCxnSpPr>
          <p:cNvPr id="885" name="Google Shape;885;p70"/>
          <p:cNvCxnSpPr>
            <a:stCxn id="876" idx="2"/>
            <a:endCxn id="879" idx="0"/>
          </p:cNvCxnSpPr>
          <p:nvPr/>
        </p:nvCxnSpPr>
        <p:spPr>
          <a:xfrm>
            <a:off x="4067350" y="5570025"/>
            <a:ext cx="0" cy="498000"/>
          </a:xfrm>
          <a:prstGeom prst="straightConnector1">
            <a:avLst/>
          </a:prstGeom>
          <a:noFill/>
          <a:ln cap="flat" cmpd="sng" w="19050">
            <a:solidFill>
              <a:schemeClr val="lt2"/>
            </a:solidFill>
            <a:prstDash val="solid"/>
            <a:round/>
            <a:headEnd len="med" w="med" type="none"/>
            <a:tailEnd len="med" w="med" type="triangle"/>
          </a:ln>
        </p:spPr>
      </p:cxnSp>
      <p:cxnSp>
        <p:nvCxnSpPr>
          <p:cNvPr id="886" name="Google Shape;886;p70"/>
          <p:cNvCxnSpPr>
            <a:stCxn id="879" idx="2"/>
            <a:endCxn id="872" idx="0"/>
          </p:cNvCxnSpPr>
          <p:nvPr/>
        </p:nvCxnSpPr>
        <p:spPr>
          <a:xfrm>
            <a:off x="4067350" y="6551100"/>
            <a:ext cx="0" cy="738300"/>
          </a:xfrm>
          <a:prstGeom prst="straightConnector1">
            <a:avLst/>
          </a:prstGeom>
          <a:noFill/>
          <a:ln cap="flat" cmpd="sng" w="19050">
            <a:solidFill>
              <a:schemeClr val="lt2"/>
            </a:solidFill>
            <a:prstDash val="solid"/>
            <a:round/>
            <a:headEnd len="med" w="med" type="none"/>
            <a:tailEnd len="med" w="med" type="triangle"/>
          </a:ln>
        </p:spPr>
      </p:cxnSp>
      <p:cxnSp>
        <p:nvCxnSpPr>
          <p:cNvPr id="887" name="Google Shape;887;p70"/>
          <p:cNvCxnSpPr>
            <a:stCxn id="865" idx="2"/>
            <a:endCxn id="870" idx="0"/>
          </p:cNvCxnSpPr>
          <p:nvPr/>
        </p:nvCxnSpPr>
        <p:spPr>
          <a:xfrm>
            <a:off x="6961625" y="3443725"/>
            <a:ext cx="0" cy="530700"/>
          </a:xfrm>
          <a:prstGeom prst="straightConnector1">
            <a:avLst/>
          </a:prstGeom>
          <a:noFill/>
          <a:ln cap="flat" cmpd="sng" w="19050">
            <a:solidFill>
              <a:schemeClr val="lt2"/>
            </a:solidFill>
            <a:prstDash val="solid"/>
            <a:round/>
            <a:headEnd len="med" w="med" type="none"/>
            <a:tailEnd len="med" w="med" type="triangle"/>
          </a:ln>
        </p:spPr>
      </p:cxnSp>
      <p:cxnSp>
        <p:nvCxnSpPr>
          <p:cNvPr id="888" name="Google Shape;888;p70"/>
          <p:cNvCxnSpPr>
            <a:stCxn id="870" idx="2"/>
            <a:endCxn id="877" idx="0"/>
          </p:cNvCxnSpPr>
          <p:nvPr/>
        </p:nvCxnSpPr>
        <p:spPr>
          <a:xfrm>
            <a:off x="6961625" y="4523250"/>
            <a:ext cx="0" cy="563700"/>
          </a:xfrm>
          <a:prstGeom prst="straightConnector1">
            <a:avLst/>
          </a:prstGeom>
          <a:noFill/>
          <a:ln cap="flat" cmpd="sng" w="19050">
            <a:solidFill>
              <a:schemeClr val="lt2"/>
            </a:solidFill>
            <a:prstDash val="solid"/>
            <a:round/>
            <a:headEnd len="med" w="med" type="none"/>
            <a:tailEnd len="med" w="med" type="triangle"/>
          </a:ln>
        </p:spPr>
      </p:cxnSp>
      <p:cxnSp>
        <p:nvCxnSpPr>
          <p:cNvPr id="889" name="Google Shape;889;p70"/>
          <p:cNvCxnSpPr>
            <a:stCxn id="877" idx="2"/>
            <a:endCxn id="880" idx="0"/>
          </p:cNvCxnSpPr>
          <p:nvPr/>
        </p:nvCxnSpPr>
        <p:spPr>
          <a:xfrm>
            <a:off x="6961625" y="5570013"/>
            <a:ext cx="0" cy="498000"/>
          </a:xfrm>
          <a:prstGeom prst="straightConnector1">
            <a:avLst/>
          </a:prstGeom>
          <a:noFill/>
          <a:ln cap="flat" cmpd="sng" w="19050">
            <a:solidFill>
              <a:schemeClr val="lt2"/>
            </a:solidFill>
            <a:prstDash val="solid"/>
            <a:round/>
            <a:headEnd len="med" w="med" type="none"/>
            <a:tailEnd len="med" w="med" type="triangle"/>
          </a:ln>
        </p:spPr>
      </p:cxnSp>
      <p:cxnSp>
        <p:nvCxnSpPr>
          <p:cNvPr id="890" name="Google Shape;890;p70"/>
          <p:cNvCxnSpPr>
            <a:stCxn id="880" idx="2"/>
            <a:endCxn id="873" idx="0"/>
          </p:cNvCxnSpPr>
          <p:nvPr/>
        </p:nvCxnSpPr>
        <p:spPr>
          <a:xfrm>
            <a:off x="6961625" y="6551088"/>
            <a:ext cx="0" cy="738300"/>
          </a:xfrm>
          <a:prstGeom prst="straightConnector1">
            <a:avLst/>
          </a:prstGeom>
          <a:noFill/>
          <a:ln cap="flat" cmpd="sng" w="19050">
            <a:solidFill>
              <a:schemeClr val="lt2"/>
            </a:solidFill>
            <a:prstDash val="solid"/>
            <a:round/>
            <a:headEnd len="med" w="med" type="none"/>
            <a:tailEnd len="med" w="med" type="triangle"/>
          </a:ln>
        </p:spPr>
      </p:cxnSp>
      <p:cxnSp>
        <p:nvCxnSpPr>
          <p:cNvPr id="891" name="Google Shape;891;p70"/>
          <p:cNvCxnSpPr>
            <a:stCxn id="866" idx="2"/>
            <a:endCxn id="871" idx="0"/>
          </p:cNvCxnSpPr>
          <p:nvPr/>
        </p:nvCxnSpPr>
        <p:spPr>
          <a:xfrm>
            <a:off x="10982900" y="3443725"/>
            <a:ext cx="0" cy="530700"/>
          </a:xfrm>
          <a:prstGeom prst="straightConnector1">
            <a:avLst/>
          </a:prstGeom>
          <a:noFill/>
          <a:ln cap="flat" cmpd="sng" w="19050">
            <a:solidFill>
              <a:schemeClr val="lt2"/>
            </a:solidFill>
            <a:prstDash val="solid"/>
            <a:round/>
            <a:headEnd len="med" w="med" type="none"/>
            <a:tailEnd len="med" w="med" type="triangle"/>
          </a:ln>
        </p:spPr>
      </p:cxnSp>
      <p:cxnSp>
        <p:nvCxnSpPr>
          <p:cNvPr id="892" name="Google Shape;892;p70"/>
          <p:cNvCxnSpPr>
            <a:stCxn id="871" idx="2"/>
            <a:endCxn id="878" idx="0"/>
          </p:cNvCxnSpPr>
          <p:nvPr/>
        </p:nvCxnSpPr>
        <p:spPr>
          <a:xfrm>
            <a:off x="10982900" y="4523250"/>
            <a:ext cx="0" cy="563700"/>
          </a:xfrm>
          <a:prstGeom prst="straightConnector1">
            <a:avLst/>
          </a:prstGeom>
          <a:noFill/>
          <a:ln cap="flat" cmpd="sng" w="19050">
            <a:solidFill>
              <a:schemeClr val="lt2"/>
            </a:solidFill>
            <a:prstDash val="solid"/>
            <a:round/>
            <a:headEnd len="med" w="med" type="none"/>
            <a:tailEnd len="med" w="med" type="triangle"/>
          </a:ln>
        </p:spPr>
      </p:cxnSp>
      <p:cxnSp>
        <p:nvCxnSpPr>
          <p:cNvPr id="893" name="Google Shape;893;p70"/>
          <p:cNvCxnSpPr>
            <a:stCxn id="881" idx="2"/>
            <a:endCxn id="874" idx="0"/>
          </p:cNvCxnSpPr>
          <p:nvPr/>
        </p:nvCxnSpPr>
        <p:spPr>
          <a:xfrm>
            <a:off x="9537500" y="6551088"/>
            <a:ext cx="0" cy="738300"/>
          </a:xfrm>
          <a:prstGeom prst="straightConnector1">
            <a:avLst/>
          </a:prstGeom>
          <a:noFill/>
          <a:ln cap="flat" cmpd="sng" w="19050">
            <a:solidFill>
              <a:schemeClr val="lt2"/>
            </a:solidFill>
            <a:prstDash val="solid"/>
            <a:round/>
            <a:headEnd len="med" w="med" type="none"/>
            <a:tailEnd len="med" w="med" type="triangle"/>
          </a:ln>
        </p:spPr>
      </p:cxnSp>
      <p:cxnSp>
        <p:nvCxnSpPr>
          <p:cNvPr id="894" name="Google Shape;894;p70"/>
          <p:cNvCxnSpPr>
            <a:stCxn id="874" idx="2"/>
            <a:endCxn id="868" idx="0"/>
          </p:cNvCxnSpPr>
          <p:nvPr/>
        </p:nvCxnSpPr>
        <p:spPr>
          <a:xfrm>
            <a:off x="9537500" y="7838200"/>
            <a:ext cx="0" cy="473100"/>
          </a:xfrm>
          <a:prstGeom prst="straightConnector1">
            <a:avLst/>
          </a:prstGeom>
          <a:noFill/>
          <a:ln cap="flat" cmpd="sng" w="19050">
            <a:solidFill>
              <a:schemeClr val="accent1"/>
            </a:solidFill>
            <a:prstDash val="solid"/>
            <a:round/>
            <a:headEnd len="med" w="med" type="none"/>
            <a:tailEnd len="med" w="med" type="triangle"/>
          </a:ln>
        </p:spPr>
      </p:cxnSp>
      <p:cxnSp>
        <p:nvCxnSpPr>
          <p:cNvPr id="895" name="Google Shape;895;p70"/>
          <p:cNvCxnSpPr>
            <a:stCxn id="882" idx="2"/>
            <a:endCxn id="875" idx="0"/>
          </p:cNvCxnSpPr>
          <p:nvPr/>
        </p:nvCxnSpPr>
        <p:spPr>
          <a:xfrm>
            <a:off x="12428300" y="6551088"/>
            <a:ext cx="0" cy="738300"/>
          </a:xfrm>
          <a:prstGeom prst="straightConnector1">
            <a:avLst/>
          </a:prstGeom>
          <a:noFill/>
          <a:ln cap="flat" cmpd="sng" w="19050">
            <a:solidFill>
              <a:schemeClr val="lt2"/>
            </a:solidFill>
            <a:prstDash val="solid"/>
            <a:round/>
            <a:headEnd len="med" w="med" type="none"/>
            <a:tailEnd len="med" w="med" type="triangle"/>
          </a:ln>
        </p:spPr>
      </p:cxnSp>
      <p:cxnSp>
        <p:nvCxnSpPr>
          <p:cNvPr id="896" name="Google Shape;896;p70"/>
          <p:cNvCxnSpPr>
            <a:stCxn id="875" idx="2"/>
            <a:endCxn id="869" idx="0"/>
          </p:cNvCxnSpPr>
          <p:nvPr/>
        </p:nvCxnSpPr>
        <p:spPr>
          <a:xfrm>
            <a:off x="12428300" y="7838200"/>
            <a:ext cx="0" cy="473100"/>
          </a:xfrm>
          <a:prstGeom prst="straightConnector1">
            <a:avLst/>
          </a:prstGeom>
          <a:noFill/>
          <a:ln cap="flat" cmpd="sng" w="19050">
            <a:solidFill>
              <a:schemeClr val="lt2"/>
            </a:solidFill>
            <a:prstDash val="solid"/>
            <a:round/>
            <a:headEnd len="med" w="med" type="none"/>
            <a:tailEnd len="med" w="med" type="triangle"/>
          </a:ln>
        </p:spPr>
      </p:cxnSp>
      <p:pic>
        <p:nvPicPr>
          <p:cNvPr id="897" name="Google Shape;897;p70"/>
          <p:cNvPicPr preferRelativeResize="0"/>
          <p:nvPr/>
        </p:nvPicPr>
        <p:blipFill>
          <a:blip r:embed="rId3">
            <a:alphaModFix/>
          </a:blip>
          <a:stretch>
            <a:fillRect/>
          </a:stretch>
        </p:blipFill>
        <p:spPr>
          <a:xfrm>
            <a:off x="13869475" y="4891425"/>
            <a:ext cx="1448410" cy="1448410"/>
          </a:xfrm>
          <a:prstGeom prst="rect">
            <a:avLst/>
          </a:prstGeom>
          <a:noFill/>
          <a:ln>
            <a:noFill/>
          </a:ln>
        </p:spPr>
      </p:pic>
      <p:cxnSp>
        <p:nvCxnSpPr>
          <p:cNvPr id="898" name="Google Shape;898;p70"/>
          <p:cNvCxnSpPr>
            <a:stCxn id="872" idx="2"/>
            <a:endCxn id="867" idx="1"/>
          </p:cNvCxnSpPr>
          <p:nvPr/>
        </p:nvCxnSpPr>
        <p:spPr>
          <a:xfrm flipH="1" rot="-5400000">
            <a:off x="3814150" y="8091400"/>
            <a:ext cx="873000" cy="366600"/>
          </a:xfrm>
          <a:prstGeom prst="bentConnector2">
            <a:avLst/>
          </a:prstGeom>
          <a:noFill/>
          <a:ln cap="flat" cmpd="sng" w="19050">
            <a:solidFill>
              <a:schemeClr val="lt2"/>
            </a:solidFill>
            <a:prstDash val="solid"/>
            <a:round/>
            <a:headEnd len="med" w="med" type="none"/>
            <a:tailEnd len="med" w="med" type="triangle"/>
          </a:ln>
        </p:spPr>
      </p:cxnSp>
      <p:cxnSp>
        <p:nvCxnSpPr>
          <p:cNvPr id="899" name="Google Shape;899;p70"/>
          <p:cNvCxnSpPr>
            <a:stCxn id="873" idx="2"/>
            <a:endCxn id="867" idx="3"/>
          </p:cNvCxnSpPr>
          <p:nvPr/>
        </p:nvCxnSpPr>
        <p:spPr>
          <a:xfrm rot="5400000">
            <a:off x="6335675" y="8085250"/>
            <a:ext cx="873000" cy="378900"/>
          </a:xfrm>
          <a:prstGeom prst="bentConnector2">
            <a:avLst/>
          </a:prstGeom>
          <a:noFill/>
          <a:ln cap="flat" cmpd="sng" w="19050">
            <a:solidFill>
              <a:schemeClr val="lt2"/>
            </a:solidFill>
            <a:prstDash val="solid"/>
            <a:round/>
            <a:headEnd len="med" w="med" type="none"/>
            <a:tailEnd len="med" w="med" type="triangle"/>
          </a:ln>
        </p:spPr>
      </p:cxnSp>
      <p:cxnSp>
        <p:nvCxnSpPr>
          <p:cNvPr id="900" name="Google Shape;900;p70"/>
          <p:cNvCxnSpPr>
            <a:stCxn id="878" idx="3"/>
            <a:endCxn id="882" idx="0"/>
          </p:cNvCxnSpPr>
          <p:nvPr/>
        </p:nvCxnSpPr>
        <p:spPr>
          <a:xfrm>
            <a:off x="12057350" y="5328513"/>
            <a:ext cx="371100" cy="739500"/>
          </a:xfrm>
          <a:prstGeom prst="bentConnector2">
            <a:avLst/>
          </a:prstGeom>
          <a:noFill/>
          <a:ln cap="flat" cmpd="sng" w="19050">
            <a:solidFill>
              <a:schemeClr val="lt2"/>
            </a:solidFill>
            <a:prstDash val="solid"/>
            <a:round/>
            <a:headEnd len="med" w="med" type="none"/>
            <a:tailEnd len="med" w="med" type="triangle"/>
          </a:ln>
        </p:spPr>
      </p:cxnSp>
      <p:cxnSp>
        <p:nvCxnSpPr>
          <p:cNvPr id="901" name="Google Shape;901;p70"/>
          <p:cNvCxnSpPr/>
          <p:nvPr/>
        </p:nvCxnSpPr>
        <p:spPr>
          <a:xfrm flipH="1">
            <a:off x="9542750" y="5328513"/>
            <a:ext cx="371100" cy="739500"/>
          </a:xfrm>
          <a:prstGeom prst="bentConnector2">
            <a:avLst/>
          </a:prstGeom>
          <a:noFill/>
          <a:ln cap="flat" cmpd="sng" w="19050">
            <a:solidFill>
              <a:schemeClr val="lt2"/>
            </a:solidFill>
            <a:prstDash val="solid"/>
            <a:round/>
            <a:headEnd len="med" w="med" type="none"/>
            <a:tailEnd len="med" w="med" type="triangle"/>
          </a:ln>
        </p:spPr>
      </p:cxnSp>
      <p:sp>
        <p:nvSpPr>
          <p:cNvPr id="902" name="Google Shape;902;p70"/>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slightly more complex setup of Pub/Sub</a:t>
            </a:r>
            <a:endParaRPr/>
          </a:p>
        </p:txBody>
      </p:sp>
      <p:sp>
        <p:nvSpPr>
          <p:cNvPr id="903" name="Google Shape;903;p7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71"/>
          <p:cNvSpPr/>
          <p:nvPr/>
        </p:nvSpPr>
        <p:spPr>
          <a:xfrm>
            <a:off x="4016325" y="3986963"/>
            <a:ext cx="1910100" cy="4838700"/>
          </a:xfrm>
          <a:prstGeom prst="roundRect">
            <a:avLst>
              <a:gd fmla="val 5830" name="adj"/>
            </a:avLst>
          </a:pr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71"/>
          <p:cNvSpPr/>
          <p:nvPr/>
        </p:nvSpPr>
        <p:spPr>
          <a:xfrm>
            <a:off x="6146975" y="3986975"/>
            <a:ext cx="2649900" cy="4838700"/>
          </a:xfrm>
          <a:prstGeom prst="roundRect">
            <a:avLst>
              <a:gd fmla="val 5365" name="adj"/>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71"/>
          <p:cNvSpPr/>
          <p:nvPr/>
        </p:nvSpPr>
        <p:spPr>
          <a:xfrm>
            <a:off x="9003625" y="3986963"/>
            <a:ext cx="2240400" cy="4838700"/>
          </a:xfrm>
          <a:prstGeom prst="roundRect">
            <a:avLst>
              <a:gd fmla="val 4939" name="adj"/>
            </a:avLst>
          </a:prstGeom>
          <a:solidFill>
            <a:srgbClr val="D9D9D9"/>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71"/>
          <p:cNvSpPr/>
          <p:nvPr/>
        </p:nvSpPr>
        <p:spPr>
          <a:xfrm>
            <a:off x="11403075" y="3986963"/>
            <a:ext cx="2651700" cy="4838700"/>
          </a:xfrm>
          <a:prstGeom prst="roundRect">
            <a:avLst>
              <a:gd fmla="val 3824" name="adj"/>
            </a:avLst>
          </a:prstGeom>
          <a:solidFill>
            <a:srgbClr val="D9EAD3"/>
          </a:solidFill>
          <a:ln cap="flat" cmpd="sng" w="9525">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71"/>
          <p:cNvSpPr/>
          <p:nvPr/>
        </p:nvSpPr>
        <p:spPr>
          <a:xfrm>
            <a:off x="4120747" y="7040594"/>
            <a:ext cx="1690500" cy="783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73150" lIns="704075" spcFirstLastPara="1" rIns="45700" wrap="square" tIns="73150">
            <a:noAutofit/>
          </a:bodyPr>
          <a:lstStyle/>
          <a:p>
            <a:pPr indent="0" lvl="0" marL="0" marR="0" rtl="0" algn="l">
              <a:lnSpc>
                <a:spcPct val="121428"/>
              </a:lnSpc>
              <a:spcBef>
                <a:spcPts val="200"/>
              </a:spcBef>
              <a:spcAft>
                <a:spcPts val="0"/>
              </a:spcAft>
              <a:buClr>
                <a:srgbClr val="757575"/>
              </a:buClr>
              <a:buSzPts val="700"/>
              <a:buFont typeface="Roboto"/>
              <a:buNone/>
            </a:pPr>
            <a:r>
              <a:rPr i="0" lang="en" sz="1800" u="none" cap="none" strike="noStrike">
                <a:solidFill>
                  <a:schemeClr val="lt1"/>
                </a:solidFill>
                <a:latin typeface="Roboto"/>
                <a:ea typeface="Roboto"/>
                <a:cs typeface="Roboto"/>
                <a:sym typeface="Roboto"/>
              </a:rPr>
              <a:t>Cloud Storage</a:t>
            </a:r>
            <a:endParaRPr i="0" sz="1800" u="none" cap="none" strike="noStrike">
              <a:solidFill>
                <a:schemeClr val="lt1"/>
              </a:solidFill>
              <a:latin typeface="Roboto"/>
              <a:ea typeface="Roboto"/>
              <a:cs typeface="Roboto"/>
              <a:sym typeface="Roboto"/>
            </a:endParaRPr>
          </a:p>
        </p:txBody>
      </p:sp>
      <p:pic>
        <p:nvPicPr>
          <p:cNvPr id="913" name="Google Shape;913;p71"/>
          <p:cNvPicPr preferRelativeResize="0"/>
          <p:nvPr/>
        </p:nvPicPr>
        <p:blipFill rotWithShape="1">
          <a:blip r:embed="rId3">
            <a:alphaModFix/>
          </a:blip>
          <a:srcRect b="0" l="0" r="0" t="0"/>
          <a:stretch/>
        </p:blipFill>
        <p:spPr>
          <a:xfrm>
            <a:off x="4242620" y="7177467"/>
            <a:ext cx="510089" cy="510089"/>
          </a:xfrm>
          <a:prstGeom prst="rect">
            <a:avLst/>
          </a:prstGeom>
          <a:noFill/>
          <a:ln>
            <a:noFill/>
          </a:ln>
        </p:spPr>
      </p:pic>
      <p:sp>
        <p:nvSpPr>
          <p:cNvPr id="914" name="Google Shape;914;p71"/>
          <p:cNvSpPr/>
          <p:nvPr/>
        </p:nvSpPr>
        <p:spPr>
          <a:xfrm>
            <a:off x="4120747" y="5889507"/>
            <a:ext cx="1690800" cy="783900"/>
          </a:xfrm>
          <a:prstGeom prst="roundRect">
            <a:avLst>
              <a:gd fmla="val 1674" name="adj"/>
            </a:avLst>
          </a:prstGeom>
          <a:solidFill>
            <a:srgbClr val="FFFFFF"/>
          </a:solidFill>
          <a:ln cap="flat" cmpd="sng" w="38100">
            <a:solidFill>
              <a:schemeClr val="dk1"/>
            </a:solidFill>
            <a:prstDash val="solid"/>
            <a:round/>
            <a:headEnd len="sm" w="sm" type="none"/>
            <a:tailEnd len="sm" w="sm" type="none"/>
          </a:ln>
          <a:effectLst>
            <a:outerShdw blurRad="19050" rotWithShape="0" algn="ctr" dir="5400000" dist="6350">
              <a:srgbClr val="000000">
                <a:alpha val="44710"/>
              </a:srgbClr>
            </a:outerShdw>
          </a:effectLst>
        </p:spPr>
        <p:txBody>
          <a:bodyPr anchorCtr="0" anchor="ctr" bIns="73150" lIns="704075" spcFirstLastPara="1" rIns="45700" wrap="square" tIns="73150">
            <a:noAutofit/>
          </a:bodyPr>
          <a:lstStyle/>
          <a:p>
            <a:pPr indent="0" lvl="0" marL="0" marR="0" rtl="0" algn="l">
              <a:lnSpc>
                <a:spcPct val="121428"/>
              </a:lnSpc>
              <a:spcBef>
                <a:spcPts val="200"/>
              </a:spcBef>
              <a:spcAft>
                <a:spcPts val="0"/>
              </a:spcAft>
              <a:buClr>
                <a:srgbClr val="757575"/>
              </a:buClr>
              <a:buSzPts val="700"/>
              <a:buFont typeface="Roboto"/>
              <a:buNone/>
            </a:pPr>
            <a:r>
              <a:rPr lang="en" sz="1800">
                <a:solidFill>
                  <a:schemeClr val="lt1"/>
                </a:solidFill>
                <a:latin typeface="Roboto"/>
                <a:ea typeface="Roboto"/>
                <a:cs typeface="Roboto"/>
                <a:sym typeface="Roboto"/>
              </a:rPr>
              <a:t>Pub/Sub</a:t>
            </a:r>
            <a:endParaRPr i="0" sz="1800" u="none" cap="none" strike="noStrike">
              <a:solidFill>
                <a:schemeClr val="lt1"/>
              </a:solidFill>
              <a:latin typeface="Roboto"/>
              <a:ea typeface="Roboto"/>
              <a:cs typeface="Roboto"/>
              <a:sym typeface="Roboto"/>
            </a:endParaRPr>
          </a:p>
        </p:txBody>
      </p:sp>
      <p:pic>
        <p:nvPicPr>
          <p:cNvPr id="915" name="Google Shape;915;p71"/>
          <p:cNvPicPr preferRelativeResize="0"/>
          <p:nvPr/>
        </p:nvPicPr>
        <p:blipFill rotWithShape="1">
          <a:blip r:embed="rId4">
            <a:alphaModFix/>
          </a:blip>
          <a:srcRect b="0" l="0" r="0" t="0"/>
          <a:stretch/>
        </p:blipFill>
        <p:spPr>
          <a:xfrm>
            <a:off x="4242620" y="6043983"/>
            <a:ext cx="510089" cy="510089"/>
          </a:xfrm>
          <a:prstGeom prst="rect">
            <a:avLst/>
          </a:prstGeom>
          <a:noFill/>
          <a:ln>
            <a:noFill/>
          </a:ln>
        </p:spPr>
      </p:pic>
      <p:sp>
        <p:nvSpPr>
          <p:cNvPr id="916" name="Google Shape;916;p71"/>
          <p:cNvSpPr/>
          <p:nvPr/>
        </p:nvSpPr>
        <p:spPr>
          <a:xfrm>
            <a:off x="4120721" y="4738419"/>
            <a:ext cx="1690800" cy="783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73150" lIns="704075" spcFirstLastPara="1" rIns="45700" wrap="square" tIns="73150">
            <a:noAutofit/>
          </a:bodyPr>
          <a:lstStyle/>
          <a:p>
            <a:pPr indent="0" lvl="0" marL="0" marR="0" rtl="0" algn="l">
              <a:lnSpc>
                <a:spcPct val="121428"/>
              </a:lnSpc>
              <a:spcBef>
                <a:spcPts val="200"/>
              </a:spcBef>
              <a:spcAft>
                <a:spcPts val="0"/>
              </a:spcAft>
              <a:buClr>
                <a:srgbClr val="757575"/>
              </a:buClr>
              <a:buSzPts val="700"/>
              <a:buFont typeface="Roboto"/>
              <a:buNone/>
            </a:pPr>
            <a:r>
              <a:rPr lang="en" sz="1800">
                <a:solidFill>
                  <a:schemeClr val="lt1"/>
                </a:solidFill>
                <a:latin typeface="Roboto"/>
                <a:ea typeface="Roboto"/>
                <a:cs typeface="Roboto"/>
                <a:sym typeface="Roboto"/>
              </a:rPr>
              <a:t>IoT</a:t>
            </a:r>
            <a:endParaRPr i="0" sz="1800" u="none" cap="none" strike="noStrike">
              <a:solidFill>
                <a:schemeClr val="lt1"/>
              </a:solidFill>
              <a:latin typeface="Roboto"/>
              <a:ea typeface="Roboto"/>
              <a:cs typeface="Roboto"/>
              <a:sym typeface="Roboto"/>
            </a:endParaRPr>
          </a:p>
        </p:txBody>
      </p:sp>
      <p:pic>
        <p:nvPicPr>
          <p:cNvPr id="917" name="Google Shape;917;p71"/>
          <p:cNvPicPr preferRelativeResize="0"/>
          <p:nvPr/>
        </p:nvPicPr>
        <p:blipFill rotWithShape="1">
          <a:blip r:embed="rId5">
            <a:alphaModFix/>
          </a:blip>
          <a:srcRect b="0" l="0" r="0" t="0"/>
          <a:stretch/>
        </p:blipFill>
        <p:spPr>
          <a:xfrm>
            <a:off x="4242595" y="4892896"/>
            <a:ext cx="510089" cy="510089"/>
          </a:xfrm>
          <a:prstGeom prst="rect">
            <a:avLst/>
          </a:prstGeom>
          <a:noFill/>
          <a:ln>
            <a:noFill/>
          </a:ln>
        </p:spPr>
      </p:pic>
      <p:sp>
        <p:nvSpPr>
          <p:cNvPr id="918" name="Google Shape;918;p71"/>
          <p:cNvSpPr/>
          <p:nvPr/>
        </p:nvSpPr>
        <p:spPr>
          <a:xfrm>
            <a:off x="6233075" y="5091813"/>
            <a:ext cx="2440500" cy="7881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73150" lIns="704075" spcFirstLastPara="1" rIns="45700" wrap="square" tIns="73150">
            <a:noAutofit/>
          </a:bodyPr>
          <a:lstStyle/>
          <a:p>
            <a:pPr indent="0" lvl="0" marL="0" marR="0" rtl="0" algn="l">
              <a:lnSpc>
                <a:spcPct val="121428"/>
              </a:lnSpc>
              <a:spcBef>
                <a:spcPts val="200"/>
              </a:spcBef>
              <a:spcAft>
                <a:spcPts val="0"/>
              </a:spcAft>
              <a:buClr>
                <a:srgbClr val="757575"/>
              </a:buClr>
              <a:buSzPts val="700"/>
              <a:buFont typeface="Roboto"/>
              <a:buNone/>
            </a:pPr>
            <a:r>
              <a:rPr lang="en" sz="1800">
                <a:solidFill>
                  <a:schemeClr val="lt1"/>
                </a:solidFill>
                <a:latin typeface="Roboto"/>
                <a:ea typeface="Roboto"/>
                <a:cs typeface="Roboto"/>
                <a:sym typeface="Roboto"/>
              </a:rPr>
              <a:t>Dataproc</a:t>
            </a:r>
            <a:endParaRPr sz="1800">
              <a:solidFill>
                <a:schemeClr val="lt1"/>
              </a:solidFill>
              <a:latin typeface="Roboto"/>
              <a:ea typeface="Roboto"/>
              <a:cs typeface="Roboto"/>
              <a:sym typeface="Roboto"/>
            </a:endParaRPr>
          </a:p>
          <a:p>
            <a:pPr indent="0" lvl="0" marL="0" marR="0" rtl="0" algn="l">
              <a:lnSpc>
                <a:spcPct val="121428"/>
              </a:lnSpc>
              <a:spcBef>
                <a:spcPts val="200"/>
              </a:spcBef>
              <a:spcAft>
                <a:spcPts val="0"/>
              </a:spcAft>
              <a:buClr>
                <a:srgbClr val="757575"/>
              </a:buClr>
              <a:buSzPts val="700"/>
              <a:buFont typeface="Roboto"/>
              <a:buNone/>
            </a:pPr>
            <a:r>
              <a:rPr lang="en" sz="1800">
                <a:solidFill>
                  <a:schemeClr val="lt1"/>
                </a:solidFill>
                <a:latin typeface="Roboto"/>
                <a:ea typeface="Roboto"/>
                <a:cs typeface="Roboto"/>
                <a:sym typeface="Roboto"/>
              </a:rPr>
              <a:t>Hadoop &amp; Spark</a:t>
            </a:r>
            <a:endParaRPr sz="1800">
              <a:solidFill>
                <a:schemeClr val="lt1"/>
              </a:solidFill>
              <a:latin typeface="Roboto"/>
              <a:ea typeface="Roboto"/>
              <a:cs typeface="Roboto"/>
              <a:sym typeface="Roboto"/>
            </a:endParaRPr>
          </a:p>
        </p:txBody>
      </p:sp>
      <p:pic>
        <p:nvPicPr>
          <p:cNvPr id="919" name="Google Shape;919;p71"/>
          <p:cNvPicPr preferRelativeResize="0"/>
          <p:nvPr/>
        </p:nvPicPr>
        <p:blipFill rotWithShape="1">
          <a:blip r:embed="rId6">
            <a:alphaModFix/>
          </a:blip>
          <a:srcRect b="0" l="0" r="0" t="0"/>
          <a:stretch/>
        </p:blipFill>
        <p:spPr>
          <a:xfrm>
            <a:off x="6354945" y="5230818"/>
            <a:ext cx="510089" cy="510089"/>
          </a:xfrm>
          <a:prstGeom prst="rect">
            <a:avLst/>
          </a:prstGeom>
          <a:noFill/>
          <a:ln>
            <a:noFill/>
          </a:ln>
        </p:spPr>
      </p:pic>
      <p:sp>
        <p:nvSpPr>
          <p:cNvPr id="920" name="Google Shape;920;p71"/>
          <p:cNvSpPr/>
          <p:nvPr/>
        </p:nvSpPr>
        <p:spPr>
          <a:xfrm>
            <a:off x="6233075" y="6036311"/>
            <a:ext cx="2440500" cy="7881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73150" lIns="704075" spcFirstLastPara="1" rIns="45700" wrap="square" tIns="73150">
            <a:noAutofit/>
          </a:bodyPr>
          <a:lstStyle/>
          <a:p>
            <a:pPr indent="0" lvl="0" marL="0" marR="0" rtl="0" algn="l">
              <a:lnSpc>
                <a:spcPct val="121428"/>
              </a:lnSpc>
              <a:spcBef>
                <a:spcPts val="200"/>
              </a:spcBef>
              <a:spcAft>
                <a:spcPts val="0"/>
              </a:spcAft>
              <a:buClr>
                <a:srgbClr val="757575"/>
              </a:buClr>
              <a:buSzPts val="700"/>
              <a:buFont typeface="Roboto"/>
              <a:buNone/>
            </a:pPr>
            <a:r>
              <a:rPr lang="en" sz="1800">
                <a:solidFill>
                  <a:schemeClr val="lt1"/>
                </a:solidFill>
                <a:latin typeface="Roboto"/>
                <a:ea typeface="Roboto"/>
                <a:cs typeface="Roboto"/>
                <a:sym typeface="Roboto"/>
              </a:rPr>
              <a:t>Dataflow</a:t>
            </a:r>
            <a:endParaRPr sz="1800">
              <a:solidFill>
                <a:schemeClr val="lt1"/>
              </a:solidFill>
              <a:latin typeface="Roboto"/>
              <a:ea typeface="Roboto"/>
              <a:cs typeface="Roboto"/>
              <a:sym typeface="Roboto"/>
            </a:endParaRPr>
          </a:p>
        </p:txBody>
      </p:sp>
      <p:pic>
        <p:nvPicPr>
          <p:cNvPr id="921" name="Google Shape;921;p71"/>
          <p:cNvPicPr preferRelativeResize="0"/>
          <p:nvPr/>
        </p:nvPicPr>
        <p:blipFill rotWithShape="1">
          <a:blip r:embed="rId7">
            <a:alphaModFix/>
          </a:blip>
          <a:srcRect b="0" l="0" r="0" t="0"/>
          <a:stretch/>
        </p:blipFill>
        <p:spPr>
          <a:xfrm>
            <a:off x="6354945" y="6175316"/>
            <a:ext cx="510089" cy="510089"/>
          </a:xfrm>
          <a:prstGeom prst="rect">
            <a:avLst/>
          </a:prstGeom>
          <a:noFill/>
          <a:ln>
            <a:noFill/>
          </a:ln>
        </p:spPr>
      </p:pic>
      <p:sp>
        <p:nvSpPr>
          <p:cNvPr id="922" name="Google Shape;922;p71"/>
          <p:cNvSpPr/>
          <p:nvPr/>
        </p:nvSpPr>
        <p:spPr>
          <a:xfrm>
            <a:off x="9079175" y="4307913"/>
            <a:ext cx="2068200" cy="783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73150" lIns="704075" spcFirstLastPara="1" rIns="45700" wrap="square" tIns="73150">
            <a:noAutofit/>
          </a:bodyPr>
          <a:lstStyle/>
          <a:p>
            <a:pPr indent="0" lvl="0" marL="0" marR="0" rtl="0" algn="l">
              <a:lnSpc>
                <a:spcPct val="121428"/>
              </a:lnSpc>
              <a:spcBef>
                <a:spcPts val="200"/>
              </a:spcBef>
              <a:spcAft>
                <a:spcPts val="0"/>
              </a:spcAft>
              <a:buClr>
                <a:srgbClr val="757575"/>
              </a:buClr>
              <a:buSzPts val="700"/>
              <a:buFont typeface="Roboto"/>
              <a:buNone/>
            </a:pPr>
            <a:r>
              <a:rPr i="0" lang="en" sz="1800" u="none" cap="none" strike="noStrike">
                <a:solidFill>
                  <a:schemeClr val="lt1"/>
                </a:solidFill>
                <a:latin typeface="Google Sans"/>
                <a:ea typeface="Google Sans"/>
                <a:cs typeface="Google Sans"/>
                <a:sym typeface="Google Sans"/>
              </a:rPr>
              <a:t>Cloud</a:t>
            </a:r>
            <a:r>
              <a:rPr lang="en" sz="1800">
                <a:solidFill>
                  <a:schemeClr val="lt1"/>
                </a:solidFill>
                <a:latin typeface="Google Sans"/>
                <a:ea typeface="Google Sans"/>
                <a:cs typeface="Google Sans"/>
                <a:sym typeface="Google Sans"/>
              </a:rPr>
              <a:t> </a:t>
            </a:r>
            <a:r>
              <a:rPr lang="en" sz="1800">
                <a:solidFill>
                  <a:schemeClr val="lt1"/>
                </a:solidFill>
                <a:latin typeface="Google Sans"/>
                <a:ea typeface="Google Sans"/>
                <a:cs typeface="Google Sans"/>
                <a:sym typeface="Google Sans"/>
              </a:rPr>
              <a:t>Storage</a:t>
            </a:r>
            <a:endParaRPr sz="1800">
              <a:solidFill>
                <a:schemeClr val="lt1"/>
              </a:solidFill>
              <a:latin typeface="Google Sans"/>
              <a:ea typeface="Google Sans"/>
              <a:cs typeface="Google Sans"/>
              <a:sym typeface="Google Sans"/>
            </a:endParaRPr>
          </a:p>
        </p:txBody>
      </p:sp>
      <p:pic>
        <p:nvPicPr>
          <p:cNvPr id="923" name="Google Shape;923;p71"/>
          <p:cNvPicPr preferRelativeResize="0"/>
          <p:nvPr/>
        </p:nvPicPr>
        <p:blipFill rotWithShape="1">
          <a:blip r:embed="rId8">
            <a:alphaModFix/>
          </a:blip>
          <a:srcRect b="0" l="0" r="0" t="0"/>
          <a:stretch/>
        </p:blipFill>
        <p:spPr>
          <a:xfrm>
            <a:off x="9184545" y="4444818"/>
            <a:ext cx="510089" cy="510089"/>
          </a:xfrm>
          <a:prstGeom prst="rect">
            <a:avLst/>
          </a:prstGeom>
          <a:noFill/>
          <a:ln>
            <a:noFill/>
          </a:ln>
        </p:spPr>
      </p:pic>
      <p:sp>
        <p:nvSpPr>
          <p:cNvPr id="924" name="Google Shape;924;p71"/>
          <p:cNvSpPr/>
          <p:nvPr/>
        </p:nvSpPr>
        <p:spPr>
          <a:xfrm>
            <a:off x="9079175" y="5193738"/>
            <a:ext cx="2068200" cy="783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73150" lIns="704075" spcFirstLastPara="1" rIns="45700" wrap="square" tIns="73150">
            <a:noAutofit/>
          </a:bodyPr>
          <a:lstStyle/>
          <a:p>
            <a:pPr indent="0" lvl="0" marL="0" marR="0" rtl="0" algn="l">
              <a:lnSpc>
                <a:spcPct val="121428"/>
              </a:lnSpc>
              <a:spcBef>
                <a:spcPts val="200"/>
              </a:spcBef>
              <a:spcAft>
                <a:spcPts val="0"/>
              </a:spcAft>
              <a:buClr>
                <a:srgbClr val="757575"/>
              </a:buClr>
              <a:buSzPts val="700"/>
              <a:buFont typeface="Roboto"/>
              <a:buNone/>
            </a:pPr>
            <a:r>
              <a:rPr i="0" lang="en" sz="1800" u="none" cap="none" strike="noStrike">
                <a:solidFill>
                  <a:schemeClr val="lt1"/>
                </a:solidFill>
                <a:latin typeface="Google Sans"/>
                <a:ea typeface="Google Sans"/>
                <a:cs typeface="Google Sans"/>
                <a:sym typeface="Google Sans"/>
              </a:rPr>
              <a:t>Cloud</a:t>
            </a:r>
            <a:r>
              <a:rPr lang="en" sz="1800">
                <a:solidFill>
                  <a:schemeClr val="lt1"/>
                </a:solidFill>
                <a:latin typeface="Google Sans"/>
                <a:ea typeface="Google Sans"/>
                <a:cs typeface="Google Sans"/>
                <a:sym typeface="Google Sans"/>
              </a:rPr>
              <a:t> SQL</a:t>
            </a:r>
            <a:endParaRPr sz="1800">
              <a:solidFill>
                <a:schemeClr val="lt1"/>
              </a:solidFill>
              <a:latin typeface="Google Sans"/>
              <a:ea typeface="Google Sans"/>
              <a:cs typeface="Google Sans"/>
              <a:sym typeface="Google Sans"/>
            </a:endParaRPr>
          </a:p>
        </p:txBody>
      </p:sp>
      <p:pic>
        <p:nvPicPr>
          <p:cNvPr id="925" name="Google Shape;925;p71"/>
          <p:cNvPicPr preferRelativeResize="0"/>
          <p:nvPr/>
        </p:nvPicPr>
        <p:blipFill rotWithShape="1">
          <a:blip r:embed="rId9">
            <a:alphaModFix/>
          </a:blip>
          <a:srcRect b="0" l="0" r="0" t="0"/>
          <a:stretch/>
        </p:blipFill>
        <p:spPr>
          <a:xfrm>
            <a:off x="9184545" y="5330643"/>
            <a:ext cx="510089" cy="510089"/>
          </a:xfrm>
          <a:prstGeom prst="rect">
            <a:avLst/>
          </a:prstGeom>
          <a:noFill/>
          <a:ln>
            <a:noFill/>
          </a:ln>
        </p:spPr>
      </p:pic>
      <p:sp>
        <p:nvSpPr>
          <p:cNvPr id="926" name="Google Shape;926;p71"/>
          <p:cNvSpPr/>
          <p:nvPr/>
        </p:nvSpPr>
        <p:spPr>
          <a:xfrm>
            <a:off x="9079175" y="6079563"/>
            <a:ext cx="2068200" cy="783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73150" lIns="704075" spcFirstLastPara="1" rIns="45700" wrap="square" tIns="73150">
            <a:noAutofit/>
          </a:bodyPr>
          <a:lstStyle/>
          <a:p>
            <a:pPr indent="0" lvl="0" marL="0" marR="0" rtl="0" algn="l">
              <a:lnSpc>
                <a:spcPct val="121428"/>
              </a:lnSpc>
              <a:spcBef>
                <a:spcPts val="200"/>
              </a:spcBef>
              <a:spcAft>
                <a:spcPts val="0"/>
              </a:spcAft>
              <a:buClr>
                <a:srgbClr val="757575"/>
              </a:buClr>
              <a:buSzPts val="700"/>
              <a:buFont typeface="Roboto"/>
              <a:buNone/>
            </a:pPr>
            <a:r>
              <a:rPr i="0" lang="en" sz="1800" u="none" cap="none" strike="noStrike">
                <a:solidFill>
                  <a:schemeClr val="lt1"/>
                </a:solidFill>
                <a:latin typeface="Google Sans"/>
                <a:ea typeface="Google Sans"/>
                <a:cs typeface="Google Sans"/>
                <a:sym typeface="Google Sans"/>
              </a:rPr>
              <a:t>C</a:t>
            </a:r>
            <a:r>
              <a:rPr lang="en" sz="1800">
                <a:solidFill>
                  <a:schemeClr val="lt1"/>
                </a:solidFill>
                <a:latin typeface="Google Sans"/>
                <a:ea typeface="Google Sans"/>
                <a:cs typeface="Google Sans"/>
                <a:sym typeface="Google Sans"/>
              </a:rPr>
              <a:t>loud Spanner</a:t>
            </a:r>
            <a:endParaRPr sz="1800">
              <a:solidFill>
                <a:schemeClr val="lt1"/>
              </a:solidFill>
              <a:latin typeface="Google Sans"/>
              <a:ea typeface="Google Sans"/>
              <a:cs typeface="Google Sans"/>
              <a:sym typeface="Google Sans"/>
            </a:endParaRPr>
          </a:p>
        </p:txBody>
      </p:sp>
      <p:pic>
        <p:nvPicPr>
          <p:cNvPr id="927" name="Google Shape;927;p71"/>
          <p:cNvPicPr preferRelativeResize="0"/>
          <p:nvPr/>
        </p:nvPicPr>
        <p:blipFill rotWithShape="1">
          <a:blip r:embed="rId10">
            <a:alphaModFix/>
          </a:blip>
          <a:srcRect b="0" l="0" r="0" t="0"/>
          <a:stretch/>
        </p:blipFill>
        <p:spPr>
          <a:xfrm>
            <a:off x="9184545" y="6216468"/>
            <a:ext cx="510089" cy="510089"/>
          </a:xfrm>
          <a:prstGeom prst="rect">
            <a:avLst/>
          </a:prstGeom>
          <a:noFill/>
          <a:ln>
            <a:noFill/>
          </a:ln>
        </p:spPr>
      </p:pic>
      <p:sp>
        <p:nvSpPr>
          <p:cNvPr id="928" name="Google Shape;928;p71"/>
          <p:cNvSpPr/>
          <p:nvPr/>
        </p:nvSpPr>
        <p:spPr>
          <a:xfrm>
            <a:off x="9079175" y="6965388"/>
            <a:ext cx="2068200" cy="783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73150" lIns="704075" spcFirstLastPara="1" rIns="45700" wrap="square" tIns="73150">
            <a:noAutofit/>
          </a:bodyPr>
          <a:lstStyle/>
          <a:p>
            <a:pPr indent="0" lvl="0" marL="0" marR="0" rtl="0" algn="l">
              <a:lnSpc>
                <a:spcPct val="121428"/>
              </a:lnSpc>
              <a:spcBef>
                <a:spcPts val="200"/>
              </a:spcBef>
              <a:spcAft>
                <a:spcPts val="0"/>
              </a:spcAft>
              <a:buClr>
                <a:srgbClr val="757575"/>
              </a:buClr>
              <a:buSzPts val="700"/>
              <a:buFont typeface="Roboto"/>
              <a:buNone/>
            </a:pPr>
            <a:r>
              <a:rPr i="0" lang="en" sz="1800" u="none" cap="none" strike="noStrike">
                <a:solidFill>
                  <a:schemeClr val="lt1"/>
                </a:solidFill>
                <a:latin typeface="Google Sans"/>
                <a:ea typeface="Google Sans"/>
                <a:cs typeface="Google Sans"/>
                <a:sym typeface="Google Sans"/>
              </a:rPr>
              <a:t>Cloud</a:t>
            </a:r>
            <a:r>
              <a:rPr lang="en" sz="1800">
                <a:solidFill>
                  <a:schemeClr val="lt1"/>
                </a:solidFill>
                <a:latin typeface="Google Sans"/>
                <a:ea typeface="Google Sans"/>
                <a:cs typeface="Google Sans"/>
                <a:sym typeface="Google Sans"/>
              </a:rPr>
              <a:t> Bigtable</a:t>
            </a:r>
            <a:endParaRPr sz="1800">
              <a:solidFill>
                <a:schemeClr val="lt1"/>
              </a:solidFill>
              <a:latin typeface="Google Sans"/>
              <a:ea typeface="Google Sans"/>
              <a:cs typeface="Google Sans"/>
              <a:sym typeface="Google Sans"/>
            </a:endParaRPr>
          </a:p>
        </p:txBody>
      </p:sp>
      <p:pic>
        <p:nvPicPr>
          <p:cNvPr id="929" name="Google Shape;929;p71"/>
          <p:cNvPicPr preferRelativeResize="0"/>
          <p:nvPr/>
        </p:nvPicPr>
        <p:blipFill rotWithShape="1">
          <a:blip r:embed="rId11">
            <a:alphaModFix/>
          </a:blip>
          <a:srcRect b="0" l="0" r="0" t="0"/>
          <a:stretch/>
        </p:blipFill>
        <p:spPr>
          <a:xfrm>
            <a:off x="9184545" y="7102293"/>
            <a:ext cx="510089" cy="510089"/>
          </a:xfrm>
          <a:prstGeom prst="rect">
            <a:avLst/>
          </a:prstGeom>
          <a:noFill/>
          <a:ln>
            <a:noFill/>
          </a:ln>
        </p:spPr>
      </p:pic>
      <p:sp>
        <p:nvSpPr>
          <p:cNvPr id="930" name="Google Shape;930;p71"/>
          <p:cNvSpPr/>
          <p:nvPr/>
        </p:nvSpPr>
        <p:spPr>
          <a:xfrm>
            <a:off x="9079175" y="7851213"/>
            <a:ext cx="2068200" cy="783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73150" lIns="704075" spcFirstLastPara="1" rIns="45700" wrap="square" tIns="73150">
            <a:noAutofit/>
          </a:bodyPr>
          <a:lstStyle/>
          <a:p>
            <a:pPr indent="0" lvl="0" marL="0" marR="0" rtl="0" algn="l">
              <a:lnSpc>
                <a:spcPct val="121428"/>
              </a:lnSpc>
              <a:spcBef>
                <a:spcPts val="200"/>
              </a:spcBef>
              <a:spcAft>
                <a:spcPts val="0"/>
              </a:spcAft>
              <a:buClr>
                <a:srgbClr val="757575"/>
              </a:buClr>
              <a:buSzPts val="700"/>
              <a:buFont typeface="Roboto"/>
              <a:buNone/>
            </a:pPr>
            <a:r>
              <a:rPr lang="en" sz="1800">
                <a:solidFill>
                  <a:schemeClr val="lt1"/>
                </a:solidFill>
                <a:latin typeface="Google Sans"/>
                <a:ea typeface="Google Sans"/>
                <a:cs typeface="Google Sans"/>
                <a:sym typeface="Google Sans"/>
              </a:rPr>
              <a:t>BigQuery</a:t>
            </a:r>
            <a:endParaRPr sz="1800">
              <a:solidFill>
                <a:schemeClr val="lt1"/>
              </a:solidFill>
              <a:latin typeface="Google Sans"/>
              <a:ea typeface="Google Sans"/>
              <a:cs typeface="Google Sans"/>
              <a:sym typeface="Google Sans"/>
            </a:endParaRPr>
          </a:p>
        </p:txBody>
      </p:sp>
      <p:pic>
        <p:nvPicPr>
          <p:cNvPr id="931" name="Google Shape;931;p71"/>
          <p:cNvPicPr preferRelativeResize="0"/>
          <p:nvPr/>
        </p:nvPicPr>
        <p:blipFill rotWithShape="1">
          <a:blip r:embed="rId12">
            <a:alphaModFix/>
          </a:blip>
          <a:srcRect b="0" l="0" r="0" t="0"/>
          <a:stretch/>
        </p:blipFill>
        <p:spPr>
          <a:xfrm>
            <a:off x="9184545" y="7988118"/>
            <a:ext cx="510089" cy="510089"/>
          </a:xfrm>
          <a:prstGeom prst="rect">
            <a:avLst/>
          </a:prstGeom>
          <a:noFill/>
          <a:ln>
            <a:noFill/>
          </a:ln>
        </p:spPr>
      </p:pic>
      <p:sp>
        <p:nvSpPr>
          <p:cNvPr id="932" name="Google Shape;932;p71"/>
          <p:cNvSpPr/>
          <p:nvPr/>
        </p:nvSpPr>
        <p:spPr>
          <a:xfrm>
            <a:off x="11489175" y="4703175"/>
            <a:ext cx="2441400" cy="783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73150" lIns="704075" spcFirstLastPara="1" rIns="45700" wrap="square" tIns="73150">
            <a:noAutofit/>
          </a:bodyPr>
          <a:lstStyle/>
          <a:p>
            <a:pPr indent="0" lvl="0" marL="0" marR="0" rtl="0" algn="l">
              <a:lnSpc>
                <a:spcPct val="121428"/>
              </a:lnSpc>
              <a:spcBef>
                <a:spcPts val="200"/>
              </a:spcBef>
              <a:spcAft>
                <a:spcPts val="0"/>
              </a:spcAft>
              <a:buClr>
                <a:srgbClr val="757575"/>
              </a:buClr>
              <a:buSzPts val="700"/>
              <a:buFont typeface="Roboto"/>
              <a:buNone/>
            </a:pPr>
            <a:r>
              <a:rPr lang="en" sz="1800">
                <a:solidFill>
                  <a:schemeClr val="lt1"/>
                </a:solidFill>
                <a:latin typeface="Google Sans"/>
                <a:ea typeface="Google Sans"/>
                <a:cs typeface="Google Sans"/>
                <a:sym typeface="Google Sans"/>
              </a:rPr>
              <a:t>BigQuery</a:t>
            </a:r>
            <a:endParaRPr sz="1800">
              <a:solidFill>
                <a:schemeClr val="lt1"/>
              </a:solidFill>
              <a:latin typeface="Google Sans"/>
              <a:ea typeface="Google Sans"/>
              <a:cs typeface="Google Sans"/>
              <a:sym typeface="Google Sans"/>
            </a:endParaRPr>
          </a:p>
        </p:txBody>
      </p:sp>
      <p:pic>
        <p:nvPicPr>
          <p:cNvPr id="933" name="Google Shape;933;p71"/>
          <p:cNvPicPr preferRelativeResize="0"/>
          <p:nvPr/>
        </p:nvPicPr>
        <p:blipFill rotWithShape="1">
          <a:blip r:embed="rId13">
            <a:alphaModFix/>
          </a:blip>
          <a:srcRect b="0" l="0" r="0" t="0"/>
          <a:stretch/>
        </p:blipFill>
        <p:spPr>
          <a:xfrm>
            <a:off x="11594545" y="4840081"/>
            <a:ext cx="510089" cy="510089"/>
          </a:xfrm>
          <a:prstGeom prst="rect">
            <a:avLst/>
          </a:prstGeom>
          <a:noFill/>
          <a:ln>
            <a:noFill/>
          </a:ln>
        </p:spPr>
      </p:pic>
      <p:sp>
        <p:nvSpPr>
          <p:cNvPr id="934" name="Google Shape;934;p71"/>
          <p:cNvSpPr/>
          <p:nvPr/>
        </p:nvSpPr>
        <p:spPr>
          <a:xfrm>
            <a:off x="11489175" y="5589000"/>
            <a:ext cx="2441400" cy="783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73150" lIns="704075" spcFirstLastPara="1" rIns="45700" wrap="square" tIns="73150">
            <a:noAutofit/>
          </a:bodyPr>
          <a:lstStyle/>
          <a:p>
            <a:pPr indent="0" lvl="0" marL="0" marR="0" rtl="0" algn="l">
              <a:lnSpc>
                <a:spcPct val="121428"/>
              </a:lnSpc>
              <a:spcBef>
                <a:spcPts val="200"/>
              </a:spcBef>
              <a:spcAft>
                <a:spcPts val="0"/>
              </a:spcAft>
              <a:buClr>
                <a:srgbClr val="757575"/>
              </a:buClr>
              <a:buSzPts val="700"/>
              <a:buFont typeface="Roboto"/>
              <a:buNone/>
            </a:pPr>
            <a:r>
              <a:rPr lang="en" sz="1800">
                <a:solidFill>
                  <a:schemeClr val="lt1"/>
                </a:solidFill>
                <a:latin typeface="Google Sans"/>
                <a:ea typeface="Google Sans"/>
                <a:cs typeface="Google Sans"/>
                <a:sym typeface="Google Sans"/>
              </a:rPr>
              <a:t>AI Platform</a:t>
            </a:r>
            <a:endParaRPr sz="1800">
              <a:solidFill>
                <a:schemeClr val="lt1"/>
              </a:solidFill>
              <a:latin typeface="Google Sans"/>
              <a:ea typeface="Google Sans"/>
              <a:cs typeface="Google Sans"/>
              <a:sym typeface="Google Sans"/>
            </a:endParaRPr>
          </a:p>
        </p:txBody>
      </p:sp>
      <p:pic>
        <p:nvPicPr>
          <p:cNvPr id="935" name="Google Shape;935;p71"/>
          <p:cNvPicPr preferRelativeResize="0"/>
          <p:nvPr/>
        </p:nvPicPr>
        <p:blipFill rotWithShape="1">
          <a:blip r:embed="rId14">
            <a:alphaModFix/>
          </a:blip>
          <a:srcRect b="0" l="0" r="0" t="0"/>
          <a:stretch/>
        </p:blipFill>
        <p:spPr>
          <a:xfrm>
            <a:off x="11594545" y="5725906"/>
            <a:ext cx="510089" cy="510089"/>
          </a:xfrm>
          <a:prstGeom prst="rect">
            <a:avLst/>
          </a:prstGeom>
          <a:noFill/>
          <a:ln>
            <a:noFill/>
          </a:ln>
        </p:spPr>
      </p:pic>
      <p:sp>
        <p:nvSpPr>
          <p:cNvPr id="936" name="Google Shape;936;p71"/>
          <p:cNvSpPr/>
          <p:nvPr/>
        </p:nvSpPr>
        <p:spPr>
          <a:xfrm>
            <a:off x="11489175" y="6474825"/>
            <a:ext cx="2441400" cy="783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73150" lIns="704075" spcFirstLastPara="1" rIns="45700" wrap="square" tIns="73150">
            <a:noAutofit/>
          </a:bodyPr>
          <a:lstStyle/>
          <a:p>
            <a:pPr indent="0" lvl="0" marL="0" marR="0" rtl="0" algn="l">
              <a:lnSpc>
                <a:spcPct val="121428"/>
              </a:lnSpc>
              <a:spcBef>
                <a:spcPts val="200"/>
              </a:spcBef>
              <a:spcAft>
                <a:spcPts val="0"/>
              </a:spcAft>
              <a:buClr>
                <a:srgbClr val="757575"/>
              </a:buClr>
              <a:buSzPts val="700"/>
              <a:buFont typeface="Roboto"/>
              <a:buNone/>
            </a:pPr>
            <a:r>
              <a:rPr i="0" lang="en" sz="1800" u="none" cap="none" strike="noStrike">
                <a:solidFill>
                  <a:schemeClr val="lt1"/>
                </a:solidFill>
                <a:latin typeface="Google Sans"/>
                <a:ea typeface="Google Sans"/>
                <a:cs typeface="Google Sans"/>
                <a:sym typeface="Google Sans"/>
              </a:rPr>
              <a:t>Cloud</a:t>
            </a:r>
            <a:r>
              <a:rPr lang="en" sz="1800">
                <a:solidFill>
                  <a:schemeClr val="lt1"/>
                </a:solidFill>
                <a:latin typeface="Google Sans"/>
                <a:ea typeface="Google Sans"/>
                <a:cs typeface="Google Sans"/>
                <a:sym typeface="Google Sans"/>
              </a:rPr>
              <a:t> Bigtable</a:t>
            </a:r>
            <a:endParaRPr sz="1800">
              <a:solidFill>
                <a:schemeClr val="lt1"/>
              </a:solidFill>
              <a:latin typeface="Google Sans"/>
              <a:ea typeface="Google Sans"/>
              <a:cs typeface="Google Sans"/>
              <a:sym typeface="Google Sans"/>
            </a:endParaRPr>
          </a:p>
        </p:txBody>
      </p:sp>
      <p:pic>
        <p:nvPicPr>
          <p:cNvPr id="937" name="Google Shape;937;p71"/>
          <p:cNvPicPr preferRelativeResize="0"/>
          <p:nvPr/>
        </p:nvPicPr>
        <p:blipFill rotWithShape="1">
          <a:blip r:embed="rId15">
            <a:alphaModFix/>
          </a:blip>
          <a:srcRect b="0" l="0" r="0" t="0"/>
          <a:stretch/>
        </p:blipFill>
        <p:spPr>
          <a:xfrm>
            <a:off x="11594545" y="6611731"/>
            <a:ext cx="510089" cy="510089"/>
          </a:xfrm>
          <a:prstGeom prst="rect">
            <a:avLst/>
          </a:prstGeom>
          <a:noFill/>
          <a:ln>
            <a:noFill/>
          </a:ln>
        </p:spPr>
      </p:pic>
      <p:sp>
        <p:nvSpPr>
          <p:cNvPr id="938" name="Google Shape;938;p71"/>
          <p:cNvSpPr/>
          <p:nvPr/>
        </p:nvSpPr>
        <p:spPr>
          <a:xfrm>
            <a:off x="11489175" y="7360650"/>
            <a:ext cx="2441400" cy="783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73150" lIns="704075" spcFirstLastPara="1" rIns="45700" wrap="square" tIns="73150">
            <a:noAutofit/>
          </a:bodyPr>
          <a:lstStyle/>
          <a:p>
            <a:pPr indent="0" lvl="0" marL="0" marR="0" rtl="0" algn="l">
              <a:lnSpc>
                <a:spcPct val="121428"/>
              </a:lnSpc>
              <a:spcBef>
                <a:spcPts val="200"/>
              </a:spcBef>
              <a:spcAft>
                <a:spcPts val="0"/>
              </a:spcAft>
              <a:buClr>
                <a:srgbClr val="757575"/>
              </a:buClr>
              <a:buSzPts val="700"/>
              <a:buFont typeface="Roboto"/>
              <a:buNone/>
            </a:pPr>
            <a:r>
              <a:rPr lang="en" sz="1800">
                <a:solidFill>
                  <a:schemeClr val="lt1"/>
                </a:solidFill>
                <a:latin typeface="Google Sans"/>
                <a:ea typeface="Google Sans"/>
                <a:cs typeface="Google Sans"/>
                <a:sym typeface="Google Sans"/>
              </a:rPr>
              <a:t>Dataproc</a:t>
            </a:r>
            <a:endParaRPr sz="1800">
              <a:solidFill>
                <a:schemeClr val="lt1"/>
              </a:solidFill>
              <a:latin typeface="Google Sans"/>
              <a:ea typeface="Google Sans"/>
              <a:cs typeface="Google Sans"/>
              <a:sym typeface="Google Sans"/>
            </a:endParaRPr>
          </a:p>
          <a:p>
            <a:pPr indent="0" lvl="0" marL="0" marR="0" rtl="0" algn="l">
              <a:lnSpc>
                <a:spcPct val="121428"/>
              </a:lnSpc>
              <a:spcBef>
                <a:spcPts val="200"/>
              </a:spcBef>
              <a:spcAft>
                <a:spcPts val="0"/>
              </a:spcAft>
              <a:buClr>
                <a:srgbClr val="757575"/>
              </a:buClr>
              <a:buSzPts val="700"/>
              <a:buFont typeface="Roboto"/>
              <a:buNone/>
            </a:pPr>
            <a:r>
              <a:rPr lang="en" sz="1800">
                <a:solidFill>
                  <a:schemeClr val="lt1"/>
                </a:solidFill>
                <a:latin typeface="Google Sans"/>
                <a:ea typeface="Google Sans"/>
                <a:cs typeface="Google Sans"/>
                <a:sym typeface="Google Sans"/>
              </a:rPr>
              <a:t>Hadoop &amp; Spark</a:t>
            </a:r>
            <a:endParaRPr sz="1800">
              <a:solidFill>
                <a:schemeClr val="lt1"/>
              </a:solidFill>
              <a:latin typeface="Google Sans"/>
              <a:ea typeface="Google Sans"/>
              <a:cs typeface="Google Sans"/>
              <a:sym typeface="Google Sans"/>
            </a:endParaRPr>
          </a:p>
        </p:txBody>
      </p:sp>
      <p:pic>
        <p:nvPicPr>
          <p:cNvPr id="939" name="Google Shape;939;p71"/>
          <p:cNvPicPr preferRelativeResize="0"/>
          <p:nvPr/>
        </p:nvPicPr>
        <p:blipFill rotWithShape="1">
          <a:blip r:embed="rId6">
            <a:alphaModFix/>
          </a:blip>
          <a:srcRect b="0" l="0" r="0" t="0"/>
          <a:stretch/>
        </p:blipFill>
        <p:spPr>
          <a:xfrm>
            <a:off x="11594545" y="7497556"/>
            <a:ext cx="510089" cy="510089"/>
          </a:xfrm>
          <a:prstGeom prst="rect">
            <a:avLst/>
          </a:prstGeom>
          <a:noFill/>
          <a:ln>
            <a:noFill/>
          </a:ln>
        </p:spPr>
      </p:pic>
      <p:sp>
        <p:nvSpPr>
          <p:cNvPr id="940" name="Google Shape;940;p71"/>
          <p:cNvSpPr/>
          <p:nvPr/>
        </p:nvSpPr>
        <p:spPr>
          <a:xfrm>
            <a:off x="1828800" y="4517475"/>
            <a:ext cx="1910100" cy="783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73150" lIns="704075" spcFirstLastPara="1" rIns="45700" wrap="square" tIns="73150">
            <a:noAutofit/>
          </a:bodyPr>
          <a:lstStyle/>
          <a:p>
            <a:pPr indent="0" lvl="0" marL="0" marR="0" rtl="0" algn="l">
              <a:lnSpc>
                <a:spcPct val="121428"/>
              </a:lnSpc>
              <a:spcBef>
                <a:spcPts val="200"/>
              </a:spcBef>
              <a:spcAft>
                <a:spcPts val="0"/>
              </a:spcAft>
              <a:buClr>
                <a:srgbClr val="757575"/>
              </a:buClr>
              <a:buSzPts val="700"/>
              <a:buFont typeface="Roboto"/>
              <a:buNone/>
            </a:pPr>
            <a:r>
              <a:rPr lang="en" sz="1800">
                <a:solidFill>
                  <a:schemeClr val="lt1"/>
                </a:solidFill>
                <a:latin typeface="Roboto"/>
                <a:ea typeface="Roboto"/>
                <a:cs typeface="Roboto"/>
                <a:sym typeface="Roboto"/>
              </a:rPr>
              <a:t>Apps</a:t>
            </a:r>
            <a:endParaRPr sz="1800">
              <a:solidFill>
                <a:schemeClr val="lt1"/>
              </a:solidFill>
              <a:latin typeface="Roboto"/>
              <a:ea typeface="Roboto"/>
              <a:cs typeface="Roboto"/>
              <a:sym typeface="Roboto"/>
            </a:endParaRPr>
          </a:p>
        </p:txBody>
      </p:sp>
      <p:sp>
        <p:nvSpPr>
          <p:cNvPr id="941" name="Google Shape;941;p71"/>
          <p:cNvSpPr/>
          <p:nvPr/>
        </p:nvSpPr>
        <p:spPr>
          <a:xfrm>
            <a:off x="1828800" y="5965275"/>
            <a:ext cx="1910100" cy="783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73150" lIns="704075" spcFirstLastPara="1" rIns="45700" wrap="square" tIns="73150">
            <a:noAutofit/>
          </a:bodyPr>
          <a:lstStyle/>
          <a:p>
            <a:pPr indent="0" lvl="0" marL="0" marR="0" rtl="0" algn="l">
              <a:lnSpc>
                <a:spcPct val="121428"/>
              </a:lnSpc>
              <a:spcBef>
                <a:spcPts val="200"/>
              </a:spcBef>
              <a:spcAft>
                <a:spcPts val="0"/>
              </a:spcAft>
              <a:buClr>
                <a:srgbClr val="757575"/>
              </a:buClr>
              <a:buSzPts val="700"/>
              <a:buFont typeface="Roboto"/>
              <a:buNone/>
            </a:pPr>
            <a:r>
              <a:rPr lang="en" sz="1800">
                <a:solidFill>
                  <a:schemeClr val="lt1"/>
                </a:solidFill>
                <a:latin typeface="Roboto"/>
                <a:ea typeface="Roboto"/>
                <a:cs typeface="Roboto"/>
                <a:sym typeface="Roboto"/>
              </a:rPr>
              <a:t>Devices</a:t>
            </a:r>
            <a:endParaRPr sz="1800">
              <a:solidFill>
                <a:schemeClr val="lt1"/>
              </a:solidFill>
              <a:latin typeface="Roboto"/>
              <a:ea typeface="Roboto"/>
              <a:cs typeface="Roboto"/>
              <a:sym typeface="Roboto"/>
            </a:endParaRPr>
          </a:p>
        </p:txBody>
      </p:sp>
      <p:sp>
        <p:nvSpPr>
          <p:cNvPr id="942" name="Google Shape;942;p71"/>
          <p:cNvSpPr/>
          <p:nvPr/>
        </p:nvSpPr>
        <p:spPr>
          <a:xfrm>
            <a:off x="1828800" y="7413075"/>
            <a:ext cx="1910100" cy="783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73150" lIns="704075" spcFirstLastPara="1" rIns="45700" wrap="square" tIns="73150">
            <a:noAutofit/>
          </a:bodyPr>
          <a:lstStyle/>
          <a:p>
            <a:pPr indent="0" lvl="0" marL="0" marR="0" rtl="0" algn="l">
              <a:lnSpc>
                <a:spcPct val="121428"/>
              </a:lnSpc>
              <a:spcBef>
                <a:spcPts val="200"/>
              </a:spcBef>
              <a:spcAft>
                <a:spcPts val="0"/>
              </a:spcAft>
              <a:buClr>
                <a:srgbClr val="757575"/>
              </a:buClr>
              <a:buSzPts val="700"/>
              <a:buFont typeface="Roboto"/>
              <a:buNone/>
            </a:pPr>
            <a:r>
              <a:rPr lang="en" sz="1800">
                <a:solidFill>
                  <a:srgbClr val="434343"/>
                </a:solidFill>
                <a:latin typeface="Roboto"/>
                <a:ea typeface="Roboto"/>
                <a:cs typeface="Roboto"/>
                <a:sym typeface="Roboto"/>
              </a:rPr>
              <a:t>Databases</a:t>
            </a:r>
            <a:endParaRPr sz="1800">
              <a:solidFill>
                <a:srgbClr val="434343"/>
              </a:solidFill>
              <a:latin typeface="Roboto"/>
              <a:ea typeface="Roboto"/>
              <a:cs typeface="Roboto"/>
              <a:sym typeface="Roboto"/>
            </a:endParaRPr>
          </a:p>
        </p:txBody>
      </p:sp>
      <p:sp>
        <p:nvSpPr>
          <p:cNvPr id="943" name="Google Shape;943;p71"/>
          <p:cNvSpPr/>
          <p:nvPr/>
        </p:nvSpPr>
        <p:spPr>
          <a:xfrm>
            <a:off x="14327450" y="4517463"/>
            <a:ext cx="2068200" cy="783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73150" lIns="704075" spcFirstLastPara="1" rIns="45700" wrap="square" tIns="73150">
            <a:noAutofit/>
          </a:bodyPr>
          <a:lstStyle/>
          <a:p>
            <a:pPr indent="0" lvl="0" marL="0" marR="0" rtl="0" algn="l">
              <a:lnSpc>
                <a:spcPct val="121428"/>
              </a:lnSpc>
              <a:spcBef>
                <a:spcPts val="200"/>
              </a:spcBef>
              <a:spcAft>
                <a:spcPts val="0"/>
              </a:spcAft>
              <a:buClr>
                <a:srgbClr val="757575"/>
              </a:buClr>
              <a:buSzPts val="700"/>
              <a:buFont typeface="Roboto"/>
              <a:buNone/>
            </a:pPr>
            <a:r>
              <a:rPr lang="en" sz="1800">
                <a:solidFill>
                  <a:schemeClr val="lt1"/>
                </a:solidFill>
                <a:latin typeface="Roboto"/>
                <a:ea typeface="Roboto"/>
                <a:cs typeface="Roboto"/>
                <a:sym typeface="Roboto"/>
              </a:rPr>
              <a:t>Data </a:t>
            </a:r>
            <a:endParaRPr sz="1800">
              <a:solidFill>
                <a:schemeClr val="lt1"/>
              </a:solidFill>
              <a:latin typeface="Roboto"/>
              <a:ea typeface="Roboto"/>
              <a:cs typeface="Roboto"/>
              <a:sym typeface="Roboto"/>
            </a:endParaRPr>
          </a:p>
          <a:p>
            <a:pPr indent="0" lvl="0" marL="0" marR="0" rtl="0" algn="l">
              <a:lnSpc>
                <a:spcPct val="121428"/>
              </a:lnSpc>
              <a:spcBef>
                <a:spcPts val="200"/>
              </a:spcBef>
              <a:spcAft>
                <a:spcPts val="0"/>
              </a:spcAft>
              <a:buClr>
                <a:srgbClr val="757575"/>
              </a:buClr>
              <a:buSzPts val="700"/>
              <a:buFont typeface="Roboto"/>
              <a:buNone/>
            </a:pPr>
            <a:r>
              <a:rPr lang="en" sz="1800">
                <a:solidFill>
                  <a:schemeClr val="lt1"/>
                </a:solidFill>
                <a:latin typeface="Roboto"/>
                <a:ea typeface="Roboto"/>
                <a:cs typeface="Roboto"/>
                <a:sym typeface="Roboto"/>
              </a:rPr>
              <a:t>Warehouse</a:t>
            </a:r>
            <a:endParaRPr sz="1800">
              <a:solidFill>
                <a:schemeClr val="lt1"/>
              </a:solidFill>
              <a:latin typeface="Roboto Light"/>
              <a:ea typeface="Roboto Light"/>
              <a:cs typeface="Roboto Light"/>
              <a:sym typeface="Roboto Light"/>
            </a:endParaRPr>
          </a:p>
        </p:txBody>
      </p:sp>
      <p:sp>
        <p:nvSpPr>
          <p:cNvPr id="944" name="Google Shape;944;p71"/>
          <p:cNvSpPr/>
          <p:nvPr/>
        </p:nvSpPr>
        <p:spPr>
          <a:xfrm>
            <a:off x="14327450" y="5965263"/>
            <a:ext cx="2068200" cy="783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73150" lIns="704075" spcFirstLastPara="1" rIns="45700" wrap="square" tIns="73150">
            <a:noAutofit/>
          </a:bodyPr>
          <a:lstStyle/>
          <a:p>
            <a:pPr indent="0" lvl="0" marL="0" marR="0" rtl="0" algn="l">
              <a:lnSpc>
                <a:spcPct val="121428"/>
              </a:lnSpc>
              <a:spcBef>
                <a:spcPts val="200"/>
              </a:spcBef>
              <a:spcAft>
                <a:spcPts val="0"/>
              </a:spcAft>
              <a:buClr>
                <a:srgbClr val="757575"/>
              </a:buClr>
              <a:buSzPts val="700"/>
              <a:buFont typeface="Roboto"/>
              <a:buNone/>
            </a:pPr>
            <a:r>
              <a:rPr lang="en" sz="1800">
                <a:solidFill>
                  <a:schemeClr val="lt1"/>
                </a:solidFill>
                <a:latin typeface="Roboto"/>
                <a:ea typeface="Roboto"/>
                <a:cs typeface="Roboto"/>
                <a:sym typeface="Roboto"/>
              </a:rPr>
              <a:t>Predictive Analytics</a:t>
            </a:r>
            <a:endParaRPr sz="1800">
              <a:solidFill>
                <a:schemeClr val="lt1"/>
              </a:solidFill>
              <a:latin typeface="Roboto Light"/>
              <a:ea typeface="Roboto Light"/>
              <a:cs typeface="Roboto Light"/>
              <a:sym typeface="Roboto Light"/>
            </a:endParaRPr>
          </a:p>
        </p:txBody>
      </p:sp>
      <p:sp>
        <p:nvSpPr>
          <p:cNvPr id="945" name="Google Shape;945;p71"/>
          <p:cNvSpPr/>
          <p:nvPr/>
        </p:nvSpPr>
        <p:spPr>
          <a:xfrm>
            <a:off x="14327450" y="7413063"/>
            <a:ext cx="2068200" cy="7839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73150" lIns="704075" spcFirstLastPara="1" rIns="45700" wrap="square" tIns="73150">
            <a:noAutofit/>
          </a:bodyPr>
          <a:lstStyle/>
          <a:p>
            <a:pPr indent="0" lvl="0" marL="0" marR="0" rtl="0" algn="l">
              <a:lnSpc>
                <a:spcPct val="121428"/>
              </a:lnSpc>
              <a:spcBef>
                <a:spcPts val="200"/>
              </a:spcBef>
              <a:spcAft>
                <a:spcPts val="0"/>
              </a:spcAft>
              <a:buClr>
                <a:srgbClr val="757575"/>
              </a:buClr>
              <a:buSzPts val="700"/>
              <a:buFont typeface="Roboto"/>
              <a:buNone/>
            </a:pPr>
            <a:r>
              <a:rPr lang="en" sz="1800">
                <a:solidFill>
                  <a:schemeClr val="lt1"/>
                </a:solidFill>
                <a:latin typeface="Roboto"/>
                <a:ea typeface="Roboto"/>
                <a:cs typeface="Roboto"/>
                <a:sym typeface="Roboto"/>
              </a:rPr>
              <a:t>Caching &amp; Serving</a:t>
            </a:r>
            <a:endParaRPr sz="1800">
              <a:solidFill>
                <a:schemeClr val="lt1"/>
              </a:solidFill>
              <a:latin typeface="Roboto Light"/>
              <a:ea typeface="Roboto Light"/>
              <a:cs typeface="Roboto Light"/>
              <a:sym typeface="Roboto Light"/>
            </a:endParaRPr>
          </a:p>
        </p:txBody>
      </p:sp>
      <p:pic>
        <p:nvPicPr>
          <p:cNvPr id="946" name="Google Shape;946;p71"/>
          <p:cNvPicPr preferRelativeResize="0"/>
          <p:nvPr/>
        </p:nvPicPr>
        <p:blipFill rotWithShape="1">
          <a:blip r:embed="rId16">
            <a:alphaModFix/>
          </a:blip>
          <a:srcRect b="0" l="0" r="0" t="0"/>
          <a:stretch/>
        </p:blipFill>
        <p:spPr>
          <a:xfrm>
            <a:off x="1983701" y="6140912"/>
            <a:ext cx="432900" cy="432600"/>
          </a:xfrm>
          <a:prstGeom prst="rect">
            <a:avLst/>
          </a:prstGeom>
          <a:noFill/>
          <a:ln>
            <a:noFill/>
          </a:ln>
        </p:spPr>
      </p:pic>
      <p:pic>
        <p:nvPicPr>
          <p:cNvPr id="947" name="Google Shape;947;p71"/>
          <p:cNvPicPr preferRelativeResize="0"/>
          <p:nvPr/>
        </p:nvPicPr>
        <p:blipFill rotWithShape="1">
          <a:blip r:embed="rId17">
            <a:alphaModFix/>
          </a:blip>
          <a:srcRect b="0" l="0" r="0" t="0"/>
          <a:stretch/>
        </p:blipFill>
        <p:spPr>
          <a:xfrm>
            <a:off x="1945155" y="4671988"/>
            <a:ext cx="510000" cy="510000"/>
          </a:xfrm>
          <a:prstGeom prst="rect">
            <a:avLst/>
          </a:prstGeom>
          <a:noFill/>
          <a:ln>
            <a:noFill/>
          </a:ln>
        </p:spPr>
      </p:pic>
      <p:pic>
        <p:nvPicPr>
          <p:cNvPr id="948" name="Google Shape;948;p71"/>
          <p:cNvPicPr preferRelativeResize="0"/>
          <p:nvPr/>
        </p:nvPicPr>
        <p:blipFill rotWithShape="1">
          <a:blip r:embed="rId18">
            <a:alphaModFix/>
          </a:blip>
          <a:srcRect b="0" l="0" r="0" t="0"/>
          <a:stretch/>
        </p:blipFill>
        <p:spPr>
          <a:xfrm>
            <a:off x="14436173" y="4636885"/>
            <a:ext cx="510000" cy="510000"/>
          </a:xfrm>
          <a:prstGeom prst="rect">
            <a:avLst/>
          </a:prstGeom>
          <a:noFill/>
          <a:ln>
            <a:noFill/>
          </a:ln>
        </p:spPr>
      </p:pic>
      <p:sp>
        <p:nvSpPr>
          <p:cNvPr id="949" name="Google Shape;949;p71"/>
          <p:cNvSpPr txBox="1"/>
          <p:nvPr/>
        </p:nvSpPr>
        <p:spPr>
          <a:xfrm>
            <a:off x="4148025" y="3383938"/>
            <a:ext cx="1555800" cy="43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500">
                <a:solidFill>
                  <a:schemeClr val="accent5"/>
                </a:solidFill>
                <a:latin typeface="Roboto Medium"/>
                <a:ea typeface="Roboto Medium"/>
                <a:cs typeface="Roboto Medium"/>
                <a:sym typeface="Roboto Medium"/>
              </a:rPr>
              <a:t>Ingest</a:t>
            </a:r>
            <a:endParaRPr sz="2500">
              <a:solidFill>
                <a:schemeClr val="accent5"/>
              </a:solidFill>
              <a:latin typeface="Roboto Medium"/>
              <a:ea typeface="Roboto Medium"/>
              <a:cs typeface="Roboto Medium"/>
              <a:sym typeface="Roboto Medium"/>
            </a:endParaRPr>
          </a:p>
        </p:txBody>
      </p:sp>
      <p:sp>
        <p:nvSpPr>
          <p:cNvPr id="950" name="Google Shape;950;p71"/>
          <p:cNvSpPr txBox="1"/>
          <p:nvPr/>
        </p:nvSpPr>
        <p:spPr>
          <a:xfrm>
            <a:off x="6145175" y="3383950"/>
            <a:ext cx="2651700" cy="43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accent2"/>
                </a:solidFill>
                <a:latin typeface="Roboto Medium"/>
                <a:ea typeface="Roboto Medium"/>
                <a:cs typeface="Roboto Medium"/>
                <a:sym typeface="Roboto Medium"/>
              </a:rPr>
              <a:t>Process</a:t>
            </a:r>
            <a:endParaRPr sz="2400">
              <a:solidFill>
                <a:schemeClr val="accent2"/>
              </a:solidFill>
              <a:latin typeface="Roboto Medium"/>
              <a:ea typeface="Roboto Medium"/>
              <a:cs typeface="Roboto Medium"/>
              <a:sym typeface="Roboto Medium"/>
            </a:endParaRPr>
          </a:p>
        </p:txBody>
      </p:sp>
      <p:sp>
        <p:nvSpPr>
          <p:cNvPr id="951" name="Google Shape;951;p71"/>
          <p:cNvSpPr txBox="1"/>
          <p:nvPr/>
        </p:nvSpPr>
        <p:spPr>
          <a:xfrm>
            <a:off x="9018925" y="3383950"/>
            <a:ext cx="2240400" cy="43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accent1"/>
                </a:solidFill>
                <a:latin typeface="Roboto Medium"/>
                <a:ea typeface="Roboto Medium"/>
                <a:cs typeface="Roboto Medium"/>
                <a:sym typeface="Roboto Medium"/>
              </a:rPr>
              <a:t>Store</a:t>
            </a:r>
            <a:endParaRPr sz="2400">
              <a:solidFill>
                <a:schemeClr val="accent1"/>
              </a:solidFill>
              <a:latin typeface="Roboto Medium"/>
              <a:ea typeface="Roboto Medium"/>
              <a:cs typeface="Roboto Medium"/>
              <a:sym typeface="Roboto Medium"/>
            </a:endParaRPr>
          </a:p>
        </p:txBody>
      </p:sp>
      <p:sp>
        <p:nvSpPr>
          <p:cNvPr id="952" name="Google Shape;952;p71"/>
          <p:cNvSpPr txBox="1"/>
          <p:nvPr/>
        </p:nvSpPr>
        <p:spPr>
          <a:xfrm>
            <a:off x="11489175" y="3383950"/>
            <a:ext cx="2441400" cy="43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accent6"/>
                </a:solidFill>
                <a:latin typeface="Roboto Medium"/>
                <a:ea typeface="Roboto Medium"/>
                <a:cs typeface="Roboto Medium"/>
                <a:sym typeface="Roboto Medium"/>
              </a:rPr>
              <a:t>Analyze</a:t>
            </a:r>
            <a:endParaRPr sz="2400">
              <a:solidFill>
                <a:schemeClr val="accent6"/>
              </a:solidFill>
              <a:latin typeface="Roboto Medium"/>
              <a:ea typeface="Roboto Medium"/>
              <a:cs typeface="Roboto Medium"/>
              <a:sym typeface="Roboto Medium"/>
            </a:endParaRPr>
          </a:p>
        </p:txBody>
      </p:sp>
      <p:pic>
        <p:nvPicPr>
          <p:cNvPr id="953" name="Google Shape;953;p71"/>
          <p:cNvPicPr preferRelativeResize="0"/>
          <p:nvPr/>
        </p:nvPicPr>
        <p:blipFill rotWithShape="1">
          <a:blip r:embed="rId19">
            <a:alphaModFix amt="54000"/>
          </a:blip>
          <a:srcRect b="24268" l="2777" r="94926" t="68508"/>
          <a:stretch/>
        </p:blipFill>
        <p:spPr>
          <a:xfrm>
            <a:off x="1992325" y="7447864"/>
            <a:ext cx="476202" cy="714298"/>
          </a:xfrm>
          <a:prstGeom prst="rect">
            <a:avLst/>
          </a:prstGeom>
          <a:noFill/>
          <a:ln>
            <a:noFill/>
          </a:ln>
        </p:spPr>
      </p:pic>
      <p:pic>
        <p:nvPicPr>
          <p:cNvPr id="954" name="Google Shape;954;p71"/>
          <p:cNvPicPr preferRelativeResize="0"/>
          <p:nvPr/>
        </p:nvPicPr>
        <p:blipFill rotWithShape="1">
          <a:blip r:embed="rId19">
            <a:alphaModFix amt="54000"/>
          </a:blip>
          <a:srcRect b="44116" l="86222" r="10113" t="50116"/>
          <a:stretch/>
        </p:blipFill>
        <p:spPr>
          <a:xfrm>
            <a:off x="14379445" y="6098588"/>
            <a:ext cx="578877" cy="449401"/>
          </a:xfrm>
          <a:prstGeom prst="rect">
            <a:avLst/>
          </a:prstGeom>
          <a:noFill/>
          <a:ln>
            <a:noFill/>
          </a:ln>
        </p:spPr>
      </p:pic>
      <p:pic>
        <p:nvPicPr>
          <p:cNvPr id="955" name="Google Shape;955;p71"/>
          <p:cNvPicPr preferRelativeResize="0"/>
          <p:nvPr/>
        </p:nvPicPr>
        <p:blipFill rotWithShape="1">
          <a:blip r:embed="rId19">
            <a:alphaModFix amt="54000"/>
          </a:blip>
          <a:srcRect b="24187" l="86222" r="10113" t="68835"/>
          <a:stretch/>
        </p:blipFill>
        <p:spPr>
          <a:xfrm>
            <a:off x="14379450" y="7526625"/>
            <a:ext cx="578877" cy="543700"/>
          </a:xfrm>
          <a:prstGeom prst="rect">
            <a:avLst/>
          </a:prstGeom>
          <a:noFill/>
          <a:ln>
            <a:noFill/>
          </a:ln>
        </p:spPr>
      </p:pic>
      <p:sp>
        <p:nvSpPr>
          <p:cNvPr id="956" name="Google Shape;956;p71"/>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position of Pub/Sub within the big data processing model</a:t>
            </a:r>
            <a:endParaRPr/>
          </a:p>
        </p:txBody>
      </p:sp>
      <p:sp>
        <p:nvSpPr>
          <p:cNvPr id="957" name="Google Shape;957;p7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20">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pic>
        <p:nvPicPr>
          <p:cNvPr id="962" name="Google Shape;962;p72"/>
          <p:cNvPicPr preferRelativeResize="0"/>
          <p:nvPr/>
        </p:nvPicPr>
        <p:blipFill rotWithShape="1">
          <a:blip r:embed="rId3">
            <a:alphaModFix/>
          </a:blip>
          <a:srcRect b="0" l="6625" r="7441" t="0"/>
          <a:stretch/>
        </p:blipFill>
        <p:spPr>
          <a:xfrm>
            <a:off x="12315300" y="3923950"/>
            <a:ext cx="3871174" cy="2114626"/>
          </a:xfrm>
          <a:prstGeom prst="rect">
            <a:avLst/>
          </a:prstGeom>
          <a:noFill/>
          <a:ln>
            <a:noFill/>
          </a:ln>
        </p:spPr>
      </p:pic>
      <p:pic>
        <p:nvPicPr>
          <p:cNvPr id="963" name="Google Shape;963;p72"/>
          <p:cNvPicPr preferRelativeResize="0"/>
          <p:nvPr/>
        </p:nvPicPr>
        <p:blipFill>
          <a:blip r:embed="rId4">
            <a:alphaModFix/>
          </a:blip>
          <a:stretch>
            <a:fillRect/>
          </a:stretch>
        </p:blipFill>
        <p:spPr>
          <a:xfrm>
            <a:off x="2057320" y="4027507"/>
            <a:ext cx="4204961" cy="2011069"/>
          </a:xfrm>
          <a:prstGeom prst="rect">
            <a:avLst/>
          </a:prstGeom>
          <a:noFill/>
          <a:ln>
            <a:noFill/>
          </a:ln>
        </p:spPr>
      </p:pic>
      <p:pic>
        <p:nvPicPr>
          <p:cNvPr id="964" name="Google Shape;964;p72"/>
          <p:cNvPicPr preferRelativeResize="0"/>
          <p:nvPr/>
        </p:nvPicPr>
        <p:blipFill rotWithShape="1">
          <a:blip r:embed="rId5">
            <a:alphaModFix/>
          </a:blip>
          <a:srcRect b="0" l="8256" r="9997" t="0"/>
          <a:stretch/>
        </p:blipFill>
        <p:spPr>
          <a:xfrm>
            <a:off x="6993205" y="3493750"/>
            <a:ext cx="4356086" cy="2544826"/>
          </a:xfrm>
          <a:prstGeom prst="rect">
            <a:avLst/>
          </a:prstGeom>
          <a:noFill/>
          <a:ln>
            <a:noFill/>
          </a:ln>
        </p:spPr>
      </p:pic>
      <p:sp>
        <p:nvSpPr>
          <p:cNvPr id="965" name="Google Shape;965;p72"/>
          <p:cNvSpPr txBox="1"/>
          <p:nvPr/>
        </p:nvSpPr>
        <p:spPr>
          <a:xfrm>
            <a:off x="2057400" y="6223700"/>
            <a:ext cx="4204800" cy="619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800">
                <a:solidFill>
                  <a:schemeClr val="lt1"/>
                </a:solidFill>
                <a:latin typeface="Roboto"/>
                <a:ea typeface="Roboto"/>
                <a:cs typeface="Roboto"/>
                <a:sym typeface="Roboto"/>
              </a:rPr>
              <a:t>Chat and mobile</a:t>
            </a:r>
            <a:endParaRPr sz="2800">
              <a:solidFill>
                <a:schemeClr val="lt1"/>
              </a:solidFill>
              <a:latin typeface="Roboto"/>
              <a:ea typeface="Roboto"/>
              <a:cs typeface="Roboto"/>
              <a:sym typeface="Roboto"/>
            </a:endParaRPr>
          </a:p>
        </p:txBody>
      </p:sp>
      <p:sp>
        <p:nvSpPr>
          <p:cNvPr id="966" name="Google Shape;966;p72"/>
          <p:cNvSpPr txBox="1"/>
          <p:nvPr/>
        </p:nvSpPr>
        <p:spPr>
          <a:xfrm>
            <a:off x="7144600" y="6200249"/>
            <a:ext cx="4206300" cy="619500"/>
          </a:xfrm>
          <a:prstGeom prst="rect">
            <a:avLst/>
          </a:prstGeom>
          <a:solidFill>
            <a:srgbClr val="EFEFEF"/>
          </a:solid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2800">
                <a:solidFill>
                  <a:schemeClr val="lt1"/>
                </a:solidFill>
                <a:latin typeface="Roboto"/>
                <a:ea typeface="Roboto"/>
                <a:cs typeface="Roboto"/>
                <a:sym typeface="Roboto"/>
              </a:rPr>
              <a:t>Instant search</a:t>
            </a:r>
            <a:endParaRPr sz="2800">
              <a:solidFill>
                <a:schemeClr val="lt1"/>
              </a:solidFill>
              <a:latin typeface="Roboto"/>
              <a:ea typeface="Roboto"/>
              <a:cs typeface="Roboto"/>
              <a:sym typeface="Roboto"/>
            </a:endParaRPr>
          </a:p>
        </p:txBody>
      </p:sp>
      <p:sp>
        <p:nvSpPr>
          <p:cNvPr id="967" name="Google Shape;967;p72"/>
          <p:cNvSpPr txBox="1"/>
          <p:nvPr/>
        </p:nvSpPr>
        <p:spPr>
          <a:xfrm>
            <a:off x="12236700" y="6200249"/>
            <a:ext cx="4206300" cy="619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800">
                <a:solidFill>
                  <a:schemeClr val="lt1"/>
                </a:solidFill>
                <a:latin typeface="Roboto"/>
                <a:ea typeface="Roboto"/>
                <a:cs typeface="Roboto"/>
                <a:sym typeface="Roboto"/>
              </a:rPr>
              <a:t>Ads and budgets</a:t>
            </a:r>
            <a:endParaRPr sz="2800">
              <a:solidFill>
                <a:schemeClr val="lt1"/>
              </a:solidFill>
              <a:latin typeface="Roboto"/>
              <a:ea typeface="Roboto"/>
              <a:cs typeface="Roboto"/>
              <a:sym typeface="Roboto"/>
            </a:endParaRPr>
          </a:p>
        </p:txBody>
      </p:sp>
      <p:cxnSp>
        <p:nvCxnSpPr>
          <p:cNvPr id="968" name="Google Shape;968;p72"/>
          <p:cNvCxnSpPr/>
          <p:nvPr/>
        </p:nvCxnSpPr>
        <p:spPr>
          <a:xfrm rot="10800000">
            <a:off x="6725675" y="2891875"/>
            <a:ext cx="0" cy="4250400"/>
          </a:xfrm>
          <a:prstGeom prst="straightConnector1">
            <a:avLst/>
          </a:prstGeom>
          <a:noFill/>
          <a:ln cap="flat" cmpd="sng" w="9525">
            <a:solidFill>
              <a:schemeClr val="accent2"/>
            </a:solidFill>
            <a:prstDash val="dot"/>
            <a:round/>
            <a:headEnd len="med" w="med" type="none"/>
            <a:tailEnd len="med" w="med" type="none"/>
          </a:ln>
        </p:spPr>
      </p:cxnSp>
      <p:cxnSp>
        <p:nvCxnSpPr>
          <p:cNvPr id="969" name="Google Shape;969;p72"/>
          <p:cNvCxnSpPr/>
          <p:nvPr/>
        </p:nvCxnSpPr>
        <p:spPr>
          <a:xfrm rot="10800000">
            <a:off x="11831075" y="2891875"/>
            <a:ext cx="0" cy="4250400"/>
          </a:xfrm>
          <a:prstGeom prst="straightConnector1">
            <a:avLst/>
          </a:prstGeom>
          <a:noFill/>
          <a:ln cap="flat" cmpd="sng" w="9525">
            <a:solidFill>
              <a:schemeClr val="accent2"/>
            </a:solidFill>
            <a:prstDash val="dot"/>
            <a:round/>
            <a:headEnd len="med" w="med" type="none"/>
            <a:tailEnd len="med" w="med" type="none"/>
          </a:ln>
        </p:spPr>
      </p:cxnSp>
      <p:sp>
        <p:nvSpPr>
          <p:cNvPr id="970" name="Google Shape;970;p72"/>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Examples of Pub/Sub working</a:t>
            </a:r>
            <a:endParaRPr/>
          </a:p>
        </p:txBody>
      </p:sp>
      <p:sp>
        <p:nvSpPr>
          <p:cNvPr id="971" name="Google Shape;971;p7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6">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cxnSp>
        <p:nvCxnSpPr>
          <p:cNvPr id="972" name="Google Shape;972;p72"/>
          <p:cNvCxnSpPr/>
          <p:nvPr/>
        </p:nvCxnSpPr>
        <p:spPr>
          <a:xfrm>
            <a:off x="2057325" y="6843150"/>
            <a:ext cx="4187100" cy="18900"/>
          </a:xfrm>
          <a:prstGeom prst="straightConnector1">
            <a:avLst/>
          </a:prstGeom>
          <a:noFill/>
          <a:ln cap="flat" cmpd="sng" w="38100">
            <a:solidFill>
              <a:schemeClr val="accent2"/>
            </a:solidFill>
            <a:prstDash val="solid"/>
            <a:round/>
            <a:headEnd len="med" w="med" type="none"/>
            <a:tailEnd len="med" w="med" type="none"/>
          </a:ln>
        </p:spPr>
      </p:cxnSp>
      <p:cxnSp>
        <p:nvCxnSpPr>
          <p:cNvPr id="973" name="Google Shape;973;p72"/>
          <p:cNvCxnSpPr/>
          <p:nvPr/>
        </p:nvCxnSpPr>
        <p:spPr>
          <a:xfrm>
            <a:off x="7151219" y="6843150"/>
            <a:ext cx="4187100" cy="18900"/>
          </a:xfrm>
          <a:prstGeom prst="straightConnector1">
            <a:avLst/>
          </a:prstGeom>
          <a:noFill/>
          <a:ln cap="flat" cmpd="sng" w="38100">
            <a:solidFill>
              <a:schemeClr val="accent6"/>
            </a:solidFill>
            <a:prstDash val="solid"/>
            <a:round/>
            <a:headEnd len="med" w="med" type="none"/>
            <a:tailEnd len="med" w="med" type="none"/>
          </a:ln>
        </p:spPr>
      </p:cxnSp>
      <p:cxnSp>
        <p:nvCxnSpPr>
          <p:cNvPr id="974" name="Google Shape;974;p72"/>
          <p:cNvCxnSpPr/>
          <p:nvPr/>
        </p:nvCxnSpPr>
        <p:spPr>
          <a:xfrm>
            <a:off x="12245113" y="6843150"/>
            <a:ext cx="4187100" cy="18900"/>
          </a:xfrm>
          <a:prstGeom prst="straightConnector1">
            <a:avLst/>
          </a:prstGeom>
          <a:noFill/>
          <a:ln cap="flat" cmpd="sng" w="38100">
            <a:solidFill>
              <a:schemeClr val="accent5"/>
            </a:solidFill>
            <a:prstDash val="solid"/>
            <a:round/>
            <a:headEnd len="med" w="med" type="none"/>
            <a:tailEnd len="med" w="med" type="non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73"/>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accent2"/>
                </a:solidFill>
              </a:rPr>
              <a:t>Lab: Cloud Pub/Sub: Qwik Start - Python</a:t>
            </a:r>
            <a:endParaRPr sz="3500">
              <a:solidFill>
                <a:schemeClr val="accent2"/>
              </a:solidFill>
            </a:endParaRPr>
          </a:p>
          <a:p>
            <a:pPr indent="0" lvl="0" marL="0" rtl="0" algn="l">
              <a:spcBef>
                <a:spcPts val="2900"/>
              </a:spcBef>
              <a:spcAft>
                <a:spcPts val="0"/>
              </a:spcAft>
              <a:buNone/>
            </a:pPr>
            <a:r>
              <a:rPr lang="en" sz="3500"/>
              <a:t>Quiz</a:t>
            </a:r>
            <a:endParaRPr sz="3500"/>
          </a:p>
          <a:p>
            <a:pPr indent="0" lvl="0" marL="0" rtl="0" algn="l">
              <a:spcBef>
                <a:spcPts val="2900"/>
              </a:spcBef>
              <a:spcAft>
                <a:spcPts val="2900"/>
              </a:spcAft>
              <a:buNone/>
            </a:pPr>
            <a:r>
              <a:rPr lang="en" sz="3500"/>
              <a:t>Summary</a:t>
            </a:r>
            <a:endParaRPr sz="3500"/>
          </a:p>
        </p:txBody>
      </p:sp>
      <p:sp>
        <p:nvSpPr>
          <p:cNvPr id="980" name="Google Shape;980;p73"/>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981" name="Google Shape;981;p7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74"/>
          <p:cNvSpPr txBox="1"/>
          <p:nvPr>
            <p:ph idx="1" type="subTitle"/>
          </p:nvPr>
        </p:nvSpPr>
        <p:spPr>
          <a:xfrm>
            <a:off x="1724150" y="5169125"/>
            <a:ext cx="7428900" cy="9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Google Cloud Pub/Sub:</a:t>
            </a:r>
            <a:br>
              <a:rPr lang="en">
                <a:solidFill>
                  <a:schemeClr val="dk1"/>
                </a:solidFill>
              </a:rPr>
            </a:br>
            <a:r>
              <a:rPr lang="en">
                <a:solidFill>
                  <a:schemeClr val="dk1"/>
                </a:solidFill>
              </a:rPr>
              <a:t>Qwik Start - Python</a:t>
            </a:r>
            <a:endParaRPr>
              <a:solidFill>
                <a:schemeClr val="dk1"/>
              </a:solidFill>
            </a:endParaRPr>
          </a:p>
        </p:txBody>
      </p:sp>
      <p:sp>
        <p:nvSpPr>
          <p:cNvPr id="987" name="Google Shape;987;p74"/>
          <p:cNvSpPr txBox="1"/>
          <p:nvPr>
            <p:ph type="title"/>
          </p:nvPr>
        </p:nvSpPr>
        <p:spPr>
          <a:xfrm>
            <a:off x="1672475" y="41484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Intro</a:t>
            </a:r>
            <a:endParaRPr/>
          </a:p>
        </p:txBody>
      </p:sp>
      <p:sp>
        <p:nvSpPr>
          <p:cNvPr id="988" name="Google Shape;988;p7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a:t>
            </a:r>
            <a:r>
              <a:rPr lang="en" sz="1600">
                <a:solidFill>
                  <a:srgbClr val="FFFFFF"/>
                </a:solidFill>
                <a:latin typeface="Google Sans"/>
                <a:ea typeface="Google Sans"/>
                <a:cs typeface="Google Sans"/>
                <a:sym typeface="Google Sans"/>
              </a:rPr>
              <a:t> in accordance with the terms of use set forth on the program </a:t>
            </a:r>
            <a:r>
              <a:rPr lang="en" sz="1600" u="sng">
                <a:solidFill>
                  <a:srgbClr val="FFFFFF"/>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
        <p:nvSpPr>
          <p:cNvPr id="989" name="Google Shape;989;p74"/>
          <p:cNvSpPr txBox="1"/>
          <p:nvPr/>
        </p:nvSpPr>
        <p:spPr>
          <a:xfrm>
            <a:off x="1724150" y="6447725"/>
            <a:ext cx="6724200" cy="189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P</a:t>
            </a:r>
            <a:r>
              <a:rPr lang="en" sz="2500">
                <a:solidFill>
                  <a:schemeClr val="lt1"/>
                </a:solidFill>
                <a:latin typeface="Roboto"/>
                <a:ea typeface="Roboto"/>
                <a:cs typeface="Roboto"/>
                <a:sym typeface="Roboto"/>
              </a:rPr>
              <a:t>ublish messages with Pub/Sub using the Python client library.</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You can find the lab </a:t>
            </a:r>
            <a:r>
              <a:rPr lang="en" sz="2500">
                <a:solidFill>
                  <a:schemeClr val="accent2"/>
                </a:solidFill>
                <a:uFill>
                  <a:noFill/>
                </a:uFill>
                <a:latin typeface="Roboto"/>
                <a:ea typeface="Roboto"/>
                <a:cs typeface="Roboto"/>
                <a:sym typeface="Roboto"/>
                <a:hlinkClick r:id="rId4">
                  <a:extLst>
                    <a:ext uri="{A12FA001-AC4F-418D-AE19-62706E023703}">
                      <ahyp:hlinkClr val="tx"/>
                    </a:ext>
                  </a:extLst>
                </a:hlinkClick>
              </a:rPr>
              <a:t>here</a:t>
            </a:r>
            <a:r>
              <a:rPr lang="en" sz="2500">
                <a:solidFill>
                  <a:schemeClr val="dk1"/>
                </a:solidFill>
                <a:latin typeface="Roboto"/>
                <a:ea typeface="Roboto"/>
                <a:cs typeface="Roboto"/>
                <a:sym typeface="Roboto"/>
              </a:rPr>
              <a:t>.</a:t>
            </a:r>
            <a:endParaRPr sz="2000">
              <a:solidFill>
                <a:srgbClr val="3C4043"/>
              </a:solidFill>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75"/>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objectives</a:t>
            </a:r>
            <a:endParaRPr/>
          </a:p>
        </p:txBody>
      </p:sp>
      <p:sp>
        <p:nvSpPr>
          <p:cNvPr id="995" name="Google Shape;995;p75"/>
          <p:cNvSpPr txBox="1"/>
          <p:nvPr>
            <p:ph idx="1" type="body"/>
          </p:nvPr>
        </p:nvSpPr>
        <p:spPr>
          <a:xfrm>
            <a:off x="1742475" y="2432125"/>
            <a:ext cx="72519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Learn the basics of Pub/Sub.</a:t>
            </a:r>
            <a:endParaRPr sz="3000"/>
          </a:p>
          <a:p>
            <a:pPr indent="0" lvl="0" marL="0" rtl="0" algn="l">
              <a:spcBef>
                <a:spcPts val="2900"/>
              </a:spcBef>
              <a:spcAft>
                <a:spcPts val="0"/>
              </a:spcAft>
              <a:buNone/>
            </a:pPr>
            <a:r>
              <a:rPr lang="en" sz="3000"/>
              <a:t>Create and list a Pub/Sub topic.</a:t>
            </a:r>
            <a:endParaRPr sz="3000"/>
          </a:p>
          <a:p>
            <a:pPr indent="0" lvl="0" marL="0" rtl="0" algn="l">
              <a:spcBef>
                <a:spcPts val="2900"/>
              </a:spcBef>
              <a:spcAft>
                <a:spcPts val="0"/>
              </a:spcAft>
              <a:buNone/>
            </a:pPr>
            <a:r>
              <a:rPr lang="en" sz="3000"/>
              <a:t>Create and list a Pub/Sub subscription.</a:t>
            </a:r>
            <a:endParaRPr sz="3000"/>
          </a:p>
          <a:p>
            <a:pPr indent="0" lvl="0" marL="0" rtl="0" algn="l">
              <a:spcBef>
                <a:spcPts val="2900"/>
              </a:spcBef>
              <a:spcAft>
                <a:spcPts val="0"/>
              </a:spcAft>
              <a:buNone/>
            </a:pPr>
            <a:r>
              <a:rPr lang="en" sz="3000"/>
              <a:t>Publish messages to a topic.</a:t>
            </a:r>
            <a:endParaRPr sz="3000"/>
          </a:p>
          <a:p>
            <a:pPr indent="0" lvl="0" marL="0" rtl="0" algn="l">
              <a:spcBef>
                <a:spcPts val="2900"/>
              </a:spcBef>
              <a:spcAft>
                <a:spcPts val="2900"/>
              </a:spcAft>
              <a:buNone/>
            </a:pPr>
            <a:r>
              <a:rPr lang="en" sz="3000"/>
              <a:t>Use a pull subscriber to output individual topic messages.</a:t>
            </a:r>
            <a:endParaRPr sz="3000"/>
          </a:p>
        </p:txBody>
      </p:sp>
      <p:sp>
        <p:nvSpPr>
          <p:cNvPr id="996" name="Google Shape;996;p7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pic>
        <p:nvPicPr>
          <p:cNvPr id="997" name="Google Shape;997;p75"/>
          <p:cNvPicPr preferRelativeResize="0"/>
          <p:nvPr/>
        </p:nvPicPr>
        <p:blipFill rotWithShape="1">
          <a:blip r:embed="rId4">
            <a:alphaModFix/>
          </a:blip>
          <a:srcRect b="0" l="0" r="0" t="0"/>
          <a:stretch/>
        </p:blipFill>
        <p:spPr>
          <a:xfrm>
            <a:off x="9451750" y="1854313"/>
            <a:ext cx="6996024" cy="699602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01" name="Shape 1001"/>
        <p:cNvGrpSpPr/>
        <p:nvPr/>
      </p:nvGrpSpPr>
      <p:grpSpPr>
        <a:xfrm>
          <a:off x="0" y="0"/>
          <a:ext cx="0" cy="0"/>
          <a:chOff x="0" y="0"/>
          <a:chExt cx="0" cy="0"/>
        </a:xfrm>
      </p:grpSpPr>
      <p:sp>
        <p:nvSpPr>
          <p:cNvPr id="1002" name="Google Shape;1002;p76"/>
          <p:cNvSpPr txBox="1"/>
          <p:nvPr>
            <p:ph idx="1" type="subTitle"/>
          </p:nvPr>
        </p:nvSpPr>
        <p:spPr>
          <a:xfrm>
            <a:off x="1724150" y="5169125"/>
            <a:ext cx="7428900" cy="9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Google Cloud Pub/Sub:</a:t>
            </a:r>
            <a:br>
              <a:rPr lang="en">
                <a:solidFill>
                  <a:schemeClr val="dk1"/>
                </a:solidFill>
              </a:rPr>
            </a:br>
            <a:r>
              <a:rPr lang="en">
                <a:solidFill>
                  <a:schemeClr val="dk1"/>
                </a:solidFill>
              </a:rPr>
              <a:t>Qwik Start - Console (Alternative)</a:t>
            </a:r>
            <a:endParaRPr>
              <a:solidFill>
                <a:schemeClr val="dk1"/>
              </a:solidFill>
            </a:endParaRPr>
          </a:p>
        </p:txBody>
      </p:sp>
      <p:sp>
        <p:nvSpPr>
          <p:cNvPr id="1003" name="Google Shape;1003;p76"/>
          <p:cNvSpPr txBox="1"/>
          <p:nvPr>
            <p:ph type="title"/>
          </p:nvPr>
        </p:nvSpPr>
        <p:spPr>
          <a:xfrm>
            <a:off x="1672475" y="41484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Intro</a:t>
            </a:r>
            <a:endParaRPr/>
          </a:p>
        </p:txBody>
      </p:sp>
      <p:sp>
        <p:nvSpPr>
          <p:cNvPr id="1004" name="Google Shape;1004;p7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a:t>
            </a:r>
            <a:r>
              <a:rPr lang="en" sz="1600">
                <a:solidFill>
                  <a:srgbClr val="FFFFFF"/>
                </a:solidFill>
                <a:latin typeface="Google Sans"/>
                <a:ea typeface="Google Sans"/>
                <a:cs typeface="Google Sans"/>
                <a:sym typeface="Google Sans"/>
              </a:rPr>
              <a:t> in accordance with the terms of use set forth on the program </a:t>
            </a:r>
            <a:r>
              <a:rPr lang="en" sz="1600" u="sng">
                <a:solidFill>
                  <a:srgbClr val="FFFFFF"/>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
        <p:nvSpPr>
          <p:cNvPr id="1005" name="Google Shape;1005;p76"/>
          <p:cNvSpPr txBox="1"/>
          <p:nvPr/>
        </p:nvSpPr>
        <p:spPr>
          <a:xfrm>
            <a:off x="1724150" y="6447725"/>
            <a:ext cx="6724200" cy="189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P</a:t>
            </a:r>
            <a:r>
              <a:rPr lang="en" sz="2500">
                <a:solidFill>
                  <a:schemeClr val="lt1"/>
                </a:solidFill>
                <a:latin typeface="Roboto"/>
                <a:ea typeface="Roboto"/>
                <a:cs typeface="Roboto"/>
                <a:sym typeface="Roboto"/>
              </a:rPr>
              <a:t>ublish messages with Pub/Sub using the Cloud Console.</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You can find the lab </a:t>
            </a:r>
            <a:r>
              <a:rPr lang="en" sz="2500">
                <a:solidFill>
                  <a:schemeClr val="accent2"/>
                </a:solidFill>
                <a:uFill>
                  <a:noFill/>
                </a:uFill>
                <a:latin typeface="Roboto"/>
                <a:ea typeface="Roboto"/>
                <a:cs typeface="Roboto"/>
                <a:sym typeface="Roboto"/>
                <a:hlinkClick r:id="rId4">
                  <a:extLst>
                    <a:ext uri="{A12FA001-AC4F-418D-AE19-62706E023703}">
                      <ahyp:hlinkClr val="tx"/>
                    </a:ext>
                  </a:extLst>
                </a:hlinkClick>
              </a:rPr>
              <a:t>here</a:t>
            </a:r>
            <a:r>
              <a:rPr lang="en" sz="2500">
                <a:solidFill>
                  <a:schemeClr val="dk1"/>
                </a:solidFill>
                <a:latin typeface="Roboto"/>
                <a:ea typeface="Roboto"/>
                <a:cs typeface="Roboto"/>
                <a:sym typeface="Roboto"/>
              </a:rPr>
              <a:t>.</a:t>
            </a:r>
            <a:endParaRPr sz="2500">
              <a:solidFill>
                <a:schemeClr val="lt1"/>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09" name="Shape 1009"/>
        <p:cNvGrpSpPr/>
        <p:nvPr/>
      </p:nvGrpSpPr>
      <p:grpSpPr>
        <a:xfrm>
          <a:off x="0" y="0"/>
          <a:ext cx="0" cy="0"/>
          <a:chOff x="0" y="0"/>
          <a:chExt cx="0" cy="0"/>
        </a:xfrm>
      </p:grpSpPr>
      <p:sp>
        <p:nvSpPr>
          <p:cNvPr id="1010" name="Google Shape;1010;p77"/>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objectives</a:t>
            </a:r>
            <a:endParaRPr/>
          </a:p>
        </p:txBody>
      </p:sp>
      <p:sp>
        <p:nvSpPr>
          <p:cNvPr id="1011" name="Google Shape;1011;p77"/>
          <p:cNvSpPr txBox="1"/>
          <p:nvPr>
            <p:ph idx="1" type="body"/>
          </p:nvPr>
        </p:nvSpPr>
        <p:spPr>
          <a:xfrm>
            <a:off x="1742475" y="2432125"/>
            <a:ext cx="72519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Set up a topic to hold data.</a:t>
            </a:r>
            <a:endParaRPr sz="3000"/>
          </a:p>
          <a:p>
            <a:pPr indent="0" lvl="0" marL="0" rtl="0" algn="l">
              <a:spcBef>
                <a:spcPts val="2900"/>
              </a:spcBef>
              <a:spcAft>
                <a:spcPts val="0"/>
              </a:spcAft>
              <a:buNone/>
            </a:pPr>
            <a:r>
              <a:rPr lang="en" sz="3000"/>
              <a:t>Subscribe to a topic to access the data.</a:t>
            </a:r>
            <a:endParaRPr sz="3000"/>
          </a:p>
          <a:p>
            <a:pPr indent="0" lvl="0" marL="0" rtl="0" algn="l">
              <a:spcBef>
                <a:spcPts val="2900"/>
              </a:spcBef>
              <a:spcAft>
                <a:spcPts val="2900"/>
              </a:spcAft>
              <a:buNone/>
            </a:pPr>
            <a:r>
              <a:rPr lang="en" sz="3000"/>
              <a:t>Publish and then consume messages with a pull subscriber.</a:t>
            </a:r>
            <a:endParaRPr/>
          </a:p>
        </p:txBody>
      </p:sp>
      <p:sp>
        <p:nvSpPr>
          <p:cNvPr id="1012" name="Google Shape;1012;p7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pic>
        <p:nvPicPr>
          <p:cNvPr id="1013" name="Google Shape;1013;p77"/>
          <p:cNvPicPr preferRelativeResize="0"/>
          <p:nvPr/>
        </p:nvPicPr>
        <p:blipFill rotWithShape="1">
          <a:blip r:embed="rId4">
            <a:alphaModFix/>
          </a:blip>
          <a:srcRect b="0" l="0" r="0" t="0"/>
          <a:stretch/>
        </p:blipFill>
        <p:spPr>
          <a:xfrm>
            <a:off x="9451750" y="1854313"/>
            <a:ext cx="6996024" cy="699602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78"/>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Lab: Cloud Pub/Sub: Qwik Start - Python</a:t>
            </a:r>
            <a:endParaRPr sz="3500"/>
          </a:p>
          <a:p>
            <a:pPr indent="0" lvl="0" marL="0" rtl="0" algn="l">
              <a:spcBef>
                <a:spcPts val="2900"/>
              </a:spcBef>
              <a:spcAft>
                <a:spcPts val="0"/>
              </a:spcAft>
              <a:buNone/>
            </a:pPr>
            <a:r>
              <a:rPr lang="en" sz="3500">
                <a:solidFill>
                  <a:schemeClr val="accent2"/>
                </a:solidFill>
              </a:rPr>
              <a:t>Quiz</a:t>
            </a:r>
            <a:endParaRPr sz="3500">
              <a:solidFill>
                <a:schemeClr val="accent2"/>
              </a:solidFill>
            </a:endParaRPr>
          </a:p>
          <a:p>
            <a:pPr indent="0" lvl="0" marL="0" rtl="0" algn="l">
              <a:spcBef>
                <a:spcPts val="2900"/>
              </a:spcBef>
              <a:spcAft>
                <a:spcPts val="2900"/>
              </a:spcAft>
              <a:buNone/>
            </a:pPr>
            <a:r>
              <a:rPr lang="en" sz="3500"/>
              <a:t>Summary</a:t>
            </a:r>
            <a:endParaRPr sz="3500"/>
          </a:p>
        </p:txBody>
      </p:sp>
      <p:sp>
        <p:nvSpPr>
          <p:cNvPr id="1019" name="Google Shape;1019;p78"/>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1020" name="Google Shape;1020;p7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7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
        <p:nvSpPr>
          <p:cNvPr id="1026" name="Google Shape;1026;p79"/>
          <p:cNvSpPr txBox="1"/>
          <p:nvPr/>
        </p:nvSpPr>
        <p:spPr>
          <a:xfrm>
            <a:off x="1672450"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#1</a:t>
            </a:r>
            <a:endParaRPr sz="4800">
              <a:solidFill>
                <a:srgbClr val="202124"/>
              </a:solidFill>
              <a:latin typeface="Google Sans"/>
              <a:ea typeface="Google Sans"/>
              <a:cs typeface="Google Sans"/>
              <a:sym typeface="Google Sans"/>
            </a:endParaRPr>
          </a:p>
        </p:txBody>
      </p:sp>
      <p:sp>
        <p:nvSpPr>
          <p:cNvPr id="1027" name="Google Shape;1027;p79"/>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A73E8"/>
                </a:solidFill>
                <a:latin typeface="Google Sans Medium"/>
                <a:ea typeface="Google Sans Medium"/>
                <a:cs typeface="Google Sans Medium"/>
                <a:sym typeface="Google Sans Medium"/>
              </a:rPr>
              <a:t>Question</a:t>
            </a:r>
            <a:endParaRPr sz="3200">
              <a:solidFill>
                <a:srgbClr val="1A73E8"/>
              </a:solidFill>
              <a:latin typeface="Google Sans Medium"/>
              <a:ea typeface="Google Sans Medium"/>
              <a:cs typeface="Google Sans Medium"/>
              <a:sym typeface="Google Sans Medium"/>
            </a:endParaRPr>
          </a:p>
        </p:txBody>
      </p:sp>
      <p:graphicFrame>
        <p:nvGraphicFramePr>
          <p:cNvPr id="1028" name="Google Shape;1028;p79"/>
          <p:cNvGraphicFramePr/>
          <p:nvPr/>
        </p:nvGraphicFramePr>
        <p:xfrm>
          <a:off x="1794527" y="3017520"/>
          <a:ext cx="3000000" cy="3000000"/>
        </p:xfrm>
        <a:graphic>
          <a:graphicData uri="http://schemas.openxmlformats.org/drawingml/2006/table">
            <a:tbl>
              <a:tblPr>
                <a:noFill/>
                <a:tableStyleId>{26463F4D-9468-4E86-A3C1-54ADBB1F6260}</a:tableStyleId>
              </a:tblPr>
              <a:tblGrid>
                <a:gridCol w="14653225"/>
              </a:tblGrid>
              <a:tr h="223600">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Select the option that is not a feature of Pub/Sub.</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A global service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Does both push and pull messaging</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3"/>
                      </a:pPr>
                      <a:r>
                        <a:rPr lang="en" sz="2800">
                          <a:solidFill>
                            <a:schemeClr val="lt1"/>
                          </a:solidFill>
                          <a:latin typeface="Roboto"/>
                          <a:ea typeface="Roboto"/>
                          <a:cs typeface="Roboto"/>
                          <a:sym typeface="Roboto"/>
                        </a:rPr>
                        <a:t>Can process messages as they enter the queue.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Can hold millions of messages</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8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
        <p:nvSpPr>
          <p:cNvPr id="1034" name="Google Shape;1034;p80"/>
          <p:cNvSpPr txBox="1"/>
          <p:nvPr/>
        </p:nvSpPr>
        <p:spPr>
          <a:xfrm>
            <a:off x="1672450"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#1</a:t>
            </a:r>
            <a:endParaRPr sz="4800">
              <a:solidFill>
                <a:srgbClr val="202124"/>
              </a:solidFill>
              <a:latin typeface="Google Sans"/>
              <a:ea typeface="Google Sans"/>
              <a:cs typeface="Google Sans"/>
              <a:sym typeface="Google Sans"/>
            </a:endParaRPr>
          </a:p>
        </p:txBody>
      </p:sp>
      <p:sp>
        <p:nvSpPr>
          <p:cNvPr id="1035" name="Google Shape;1035;p80"/>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E8E3E"/>
                </a:solidFill>
                <a:latin typeface="Google Sans Medium"/>
                <a:ea typeface="Google Sans Medium"/>
                <a:cs typeface="Google Sans Medium"/>
                <a:sym typeface="Google Sans Medium"/>
              </a:rPr>
              <a:t>Answer</a:t>
            </a:r>
            <a:endParaRPr sz="3200">
              <a:solidFill>
                <a:srgbClr val="1E8E3E"/>
              </a:solidFill>
              <a:latin typeface="Google Sans Medium"/>
              <a:ea typeface="Google Sans Medium"/>
              <a:cs typeface="Google Sans Medium"/>
              <a:sym typeface="Google Sans Medium"/>
            </a:endParaRPr>
          </a:p>
        </p:txBody>
      </p:sp>
      <p:graphicFrame>
        <p:nvGraphicFramePr>
          <p:cNvPr id="1036" name="Google Shape;1036;p80"/>
          <p:cNvGraphicFramePr/>
          <p:nvPr/>
        </p:nvGraphicFramePr>
        <p:xfrm>
          <a:off x="1794527" y="3017520"/>
          <a:ext cx="3000000" cy="3000000"/>
        </p:xfrm>
        <a:graphic>
          <a:graphicData uri="http://schemas.openxmlformats.org/drawingml/2006/table">
            <a:tbl>
              <a:tblPr>
                <a:noFill/>
                <a:tableStyleId>{26463F4D-9468-4E86-A3C1-54ADBB1F6260}</a:tableStyleId>
              </a:tblPr>
              <a:tblGrid>
                <a:gridCol w="14653225"/>
              </a:tblGrid>
              <a:tr h="223600">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Select the option that is not a feature of Pub/Sub.</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A global service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Does both push and pull messaging</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rgbClr val="1E8E3E"/>
                        </a:buClr>
                        <a:buSzPts val="2800"/>
                        <a:buFont typeface="Google Sans Medium"/>
                        <a:buAutoNum type="alphaUcPeriod" startAt="3"/>
                      </a:pPr>
                      <a:r>
                        <a:rPr lang="en" sz="2800">
                          <a:solidFill>
                            <a:srgbClr val="1E8E3E"/>
                          </a:solidFill>
                          <a:latin typeface="Roboto"/>
                          <a:ea typeface="Roboto"/>
                          <a:cs typeface="Roboto"/>
                          <a:sym typeface="Roboto"/>
                        </a:rPr>
                        <a:t>Can process messages as they enter the queue</a:t>
                      </a:r>
                      <a:r>
                        <a:rPr lang="en" sz="2800">
                          <a:solidFill>
                            <a:srgbClr val="1E8E3E"/>
                          </a:solidFill>
                          <a:latin typeface="Roboto"/>
                          <a:ea typeface="Roboto"/>
                          <a:cs typeface="Roboto"/>
                          <a:sym typeface="Roboto"/>
                        </a:rPr>
                        <a:t>.</a:t>
                      </a:r>
                      <a:endParaRPr sz="2800">
                        <a:solidFill>
                          <a:srgbClr val="1E8E3E"/>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solidFill>
                      <a:srgbClr val="E6F4EA"/>
                    </a:solidFill>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Can hold millions of messages</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8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
        <p:nvSpPr>
          <p:cNvPr id="1042" name="Google Shape;1042;p81"/>
          <p:cNvSpPr txBox="1"/>
          <p:nvPr/>
        </p:nvSpPr>
        <p:spPr>
          <a:xfrm>
            <a:off x="1672450"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#2</a:t>
            </a:r>
            <a:endParaRPr sz="4800">
              <a:solidFill>
                <a:srgbClr val="202124"/>
              </a:solidFill>
              <a:latin typeface="Google Sans"/>
              <a:ea typeface="Google Sans"/>
              <a:cs typeface="Google Sans"/>
              <a:sym typeface="Google Sans"/>
            </a:endParaRPr>
          </a:p>
        </p:txBody>
      </p:sp>
      <p:sp>
        <p:nvSpPr>
          <p:cNvPr id="1043" name="Google Shape;1043;p81"/>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A73E8"/>
                </a:solidFill>
                <a:latin typeface="Google Sans Medium"/>
                <a:ea typeface="Google Sans Medium"/>
                <a:cs typeface="Google Sans Medium"/>
                <a:sym typeface="Google Sans Medium"/>
              </a:rPr>
              <a:t>Question</a:t>
            </a:r>
            <a:endParaRPr sz="3200">
              <a:solidFill>
                <a:srgbClr val="1A73E8"/>
              </a:solidFill>
              <a:latin typeface="Google Sans Medium"/>
              <a:ea typeface="Google Sans Medium"/>
              <a:cs typeface="Google Sans Medium"/>
              <a:sym typeface="Google Sans Medium"/>
            </a:endParaRPr>
          </a:p>
        </p:txBody>
      </p:sp>
      <p:graphicFrame>
        <p:nvGraphicFramePr>
          <p:cNvPr id="1044" name="Google Shape;1044;p81"/>
          <p:cNvGraphicFramePr/>
          <p:nvPr/>
        </p:nvGraphicFramePr>
        <p:xfrm>
          <a:off x="1794527" y="3017520"/>
          <a:ext cx="3000000" cy="3000000"/>
        </p:xfrm>
        <a:graphic>
          <a:graphicData uri="http://schemas.openxmlformats.org/drawingml/2006/table">
            <a:tbl>
              <a:tblPr>
                <a:noFill/>
                <a:tableStyleId>{26463F4D-9468-4E86-A3C1-54ADBB1F6260}</a:tableStyleId>
              </a:tblPr>
              <a:tblGrid>
                <a:gridCol w="14607175"/>
              </a:tblGrid>
              <a:tr h="223600">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Which of the following API Management Systems can be used on legacy systems?</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Apigee Edge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Cloud Endpoints</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3"/>
                      </a:pPr>
                      <a:r>
                        <a:rPr lang="en" sz="2800">
                          <a:solidFill>
                            <a:schemeClr val="lt1"/>
                          </a:solidFill>
                          <a:latin typeface="Roboto"/>
                          <a:ea typeface="Roboto"/>
                          <a:cs typeface="Roboto"/>
                          <a:sym typeface="Roboto"/>
                        </a:rPr>
                        <a:t>Cloud Gateway</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REST</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8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
        <p:nvSpPr>
          <p:cNvPr id="1050" name="Google Shape;1050;p82"/>
          <p:cNvSpPr txBox="1"/>
          <p:nvPr/>
        </p:nvSpPr>
        <p:spPr>
          <a:xfrm>
            <a:off x="1672450"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#2</a:t>
            </a:r>
            <a:endParaRPr sz="4800">
              <a:solidFill>
                <a:srgbClr val="202124"/>
              </a:solidFill>
              <a:latin typeface="Google Sans"/>
              <a:ea typeface="Google Sans"/>
              <a:cs typeface="Google Sans"/>
              <a:sym typeface="Google Sans"/>
            </a:endParaRPr>
          </a:p>
        </p:txBody>
      </p:sp>
      <p:sp>
        <p:nvSpPr>
          <p:cNvPr id="1051" name="Google Shape;1051;p82"/>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E8E3E"/>
                </a:solidFill>
                <a:latin typeface="Google Sans Medium"/>
                <a:ea typeface="Google Sans Medium"/>
                <a:cs typeface="Google Sans Medium"/>
                <a:sym typeface="Google Sans Medium"/>
              </a:rPr>
              <a:t>Answer</a:t>
            </a:r>
            <a:endParaRPr sz="3200">
              <a:solidFill>
                <a:srgbClr val="1A73E8"/>
              </a:solidFill>
              <a:latin typeface="Google Sans Medium"/>
              <a:ea typeface="Google Sans Medium"/>
              <a:cs typeface="Google Sans Medium"/>
              <a:sym typeface="Google Sans Medium"/>
            </a:endParaRPr>
          </a:p>
        </p:txBody>
      </p:sp>
      <p:graphicFrame>
        <p:nvGraphicFramePr>
          <p:cNvPr id="1052" name="Google Shape;1052;p82"/>
          <p:cNvGraphicFramePr/>
          <p:nvPr/>
        </p:nvGraphicFramePr>
        <p:xfrm>
          <a:off x="1794527" y="3017520"/>
          <a:ext cx="3000000" cy="3000000"/>
        </p:xfrm>
        <a:graphic>
          <a:graphicData uri="http://schemas.openxmlformats.org/drawingml/2006/table">
            <a:tbl>
              <a:tblPr>
                <a:noFill/>
                <a:tableStyleId>{26463F4D-9468-4E86-A3C1-54ADBB1F6260}</a:tableStyleId>
              </a:tblPr>
              <a:tblGrid>
                <a:gridCol w="14607175"/>
              </a:tblGrid>
              <a:tr h="223600">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Which of the following API Management Systems can be used on legacy systems?</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rgbClr val="1E8E3E"/>
                        </a:buClr>
                        <a:buSzPts val="2800"/>
                        <a:buFont typeface="Google Sans Medium"/>
                        <a:buAutoNum type="alphaUcPeriod"/>
                      </a:pPr>
                      <a:r>
                        <a:rPr lang="en" sz="2800">
                          <a:solidFill>
                            <a:srgbClr val="1E8E3E"/>
                          </a:solidFill>
                          <a:latin typeface="Roboto"/>
                          <a:ea typeface="Roboto"/>
                          <a:cs typeface="Roboto"/>
                          <a:sym typeface="Roboto"/>
                        </a:rPr>
                        <a:t>Apigee Edge</a:t>
                      </a:r>
                      <a:endParaRPr sz="2800">
                        <a:solidFill>
                          <a:srgbClr val="1E8E3E"/>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solidFill>
                      <a:srgbClr val="E6F4EA"/>
                    </a:solidFill>
                  </a:tcPr>
                </a:tc>
              </a:tr>
              <a:tr h="500825">
                <a:tc>
                  <a:txBody>
                    <a:bodyPr/>
                    <a:lstStyle/>
                    <a:p>
                      <a:pPr indent="-406400" lvl="0" marL="685800" rtl="0" algn="l">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Cloud Endpoints</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3"/>
                      </a:pPr>
                      <a:r>
                        <a:rPr lang="en" sz="2800">
                          <a:solidFill>
                            <a:schemeClr val="lt1"/>
                          </a:solidFill>
                          <a:latin typeface="Roboto"/>
                          <a:ea typeface="Roboto"/>
                          <a:cs typeface="Roboto"/>
                          <a:sym typeface="Roboto"/>
                        </a:rPr>
                        <a:t>Cloud Gateway</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REST</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8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
        <p:nvSpPr>
          <p:cNvPr id="1058" name="Google Shape;1058;p83"/>
          <p:cNvSpPr txBox="1"/>
          <p:nvPr/>
        </p:nvSpPr>
        <p:spPr>
          <a:xfrm>
            <a:off x="1672450"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#3</a:t>
            </a:r>
            <a:endParaRPr sz="4800">
              <a:solidFill>
                <a:srgbClr val="202124"/>
              </a:solidFill>
              <a:latin typeface="Google Sans"/>
              <a:ea typeface="Google Sans"/>
              <a:cs typeface="Google Sans"/>
              <a:sym typeface="Google Sans"/>
            </a:endParaRPr>
          </a:p>
        </p:txBody>
      </p:sp>
      <p:sp>
        <p:nvSpPr>
          <p:cNvPr id="1059" name="Google Shape;1059;p83"/>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A73E8"/>
                </a:solidFill>
                <a:latin typeface="Google Sans Medium"/>
                <a:ea typeface="Google Sans Medium"/>
                <a:cs typeface="Google Sans Medium"/>
                <a:sym typeface="Google Sans Medium"/>
              </a:rPr>
              <a:t>Question</a:t>
            </a:r>
            <a:endParaRPr sz="3200">
              <a:solidFill>
                <a:srgbClr val="1A73E8"/>
              </a:solidFill>
              <a:latin typeface="Google Sans Medium"/>
              <a:ea typeface="Google Sans Medium"/>
              <a:cs typeface="Google Sans Medium"/>
              <a:sym typeface="Google Sans Medium"/>
            </a:endParaRPr>
          </a:p>
        </p:txBody>
      </p:sp>
      <p:graphicFrame>
        <p:nvGraphicFramePr>
          <p:cNvPr id="1060" name="Google Shape;1060;p83"/>
          <p:cNvGraphicFramePr/>
          <p:nvPr/>
        </p:nvGraphicFramePr>
        <p:xfrm>
          <a:off x="1794527" y="3017520"/>
          <a:ext cx="3000000" cy="3000000"/>
        </p:xfrm>
        <a:graphic>
          <a:graphicData uri="http://schemas.openxmlformats.org/drawingml/2006/table">
            <a:tbl>
              <a:tblPr>
                <a:noFill/>
                <a:tableStyleId>{26463F4D-9468-4E86-A3C1-54ADBB1F6260}</a:tableStyleId>
              </a:tblPr>
              <a:tblGrid>
                <a:gridCol w="10392025"/>
              </a:tblGrid>
              <a:tr h="223600">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What protocol is used by REST APIs?</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SSH</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Telnet</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3"/>
                      </a:pPr>
                      <a:r>
                        <a:rPr lang="en" sz="2800">
                          <a:solidFill>
                            <a:schemeClr val="lt1"/>
                          </a:solidFill>
                          <a:latin typeface="Roboto"/>
                          <a:ea typeface="Roboto"/>
                          <a:cs typeface="Roboto"/>
                          <a:sym typeface="Roboto"/>
                        </a:rPr>
                        <a:t>ICMP</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HTTP</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8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graphicFrame>
        <p:nvGraphicFramePr>
          <p:cNvPr id="1066" name="Google Shape;1066;p84"/>
          <p:cNvGraphicFramePr/>
          <p:nvPr/>
        </p:nvGraphicFramePr>
        <p:xfrm>
          <a:off x="1794527" y="3017520"/>
          <a:ext cx="3000000" cy="3000000"/>
        </p:xfrm>
        <a:graphic>
          <a:graphicData uri="http://schemas.openxmlformats.org/drawingml/2006/table">
            <a:tbl>
              <a:tblPr>
                <a:noFill/>
                <a:tableStyleId>{26463F4D-9468-4E86-A3C1-54ADBB1F6260}</a:tableStyleId>
              </a:tblPr>
              <a:tblGrid>
                <a:gridCol w="14607175"/>
              </a:tblGrid>
              <a:tr h="223600">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What protocol is used by REST APIs?</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SSH</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Telnet</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chemeClr val="lt1"/>
                        </a:buClr>
                        <a:buSzPts val="2800"/>
                        <a:buFont typeface="Google Sans Medium"/>
                        <a:buAutoNum type="alphaUcPeriod" startAt="3"/>
                      </a:pPr>
                      <a:r>
                        <a:rPr lang="en" sz="2800">
                          <a:solidFill>
                            <a:schemeClr val="lt1"/>
                          </a:solidFill>
                          <a:latin typeface="Roboto"/>
                          <a:ea typeface="Roboto"/>
                          <a:cs typeface="Roboto"/>
                          <a:sym typeface="Roboto"/>
                        </a:rPr>
                        <a:t>ICMP</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00000"/>
                        </a:lnSpc>
                        <a:spcBef>
                          <a:spcPts val="0"/>
                        </a:spcBef>
                        <a:spcAft>
                          <a:spcPts val="0"/>
                        </a:spcAft>
                        <a:buClr>
                          <a:srgbClr val="1E8E3E"/>
                        </a:buClr>
                        <a:buSzPts val="2800"/>
                        <a:buFont typeface="Google Sans Medium"/>
                        <a:buAutoNum type="alphaUcPeriod" startAt="4"/>
                      </a:pPr>
                      <a:r>
                        <a:rPr lang="en" sz="2800">
                          <a:solidFill>
                            <a:srgbClr val="1E8E3E"/>
                          </a:solidFill>
                          <a:latin typeface="Roboto"/>
                          <a:ea typeface="Roboto"/>
                          <a:cs typeface="Roboto"/>
                          <a:sym typeface="Roboto"/>
                        </a:rPr>
                        <a:t>HTTP</a:t>
                      </a:r>
                      <a:endParaRPr sz="2800">
                        <a:solidFill>
                          <a:srgbClr val="1E8E3E"/>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solidFill>
                      <a:srgbClr val="E6F4EA"/>
                    </a:solidFill>
                  </a:tcPr>
                </a:tc>
              </a:tr>
            </a:tbl>
          </a:graphicData>
        </a:graphic>
      </p:graphicFrame>
      <p:sp>
        <p:nvSpPr>
          <p:cNvPr id="1067" name="Google Shape;1067;p84"/>
          <p:cNvSpPr txBox="1"/>
          <p:nvPr/>
        </p:nvSpPr>
        <p:spPr>
          <a:xfrm>
            <a:off x="1672450"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#3</a:t>
            </a:r>
            <a:endParaRPr sz="4800">
              <a:solidFill>
                <a:srgbClr val="202124"/>
              </a:solidFill>
              <a:latin typeface="Google Sans"/>
              <a:ea typeface="Google Sans"/>
              <a:cs typeface="Google Sans"/>
              <a:sym typeface="Google Sans"/>
            </a:endParaRPr>
          </a:p>
        </p:txBody>
      </p:sp>
      <p:sp>
        <p:nvSpPr>
          <p:cNvPr id="1068" name="Google Shape;1068;p84"/>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E8E3E"/>
                </a:solidFill>
                <a:latin typeface="Google Sans Medium"/>
                <a:ea typeface="Google Sans Medium"/>
                <a:cs typeface="Google Sans Medium"/>
                <a:sym typeface="Google Sans Medium"/>
              </a:rPr>
              <a:t>Answer</a:t>
            </a:r>
            <a:endParaRPr sz="3200">
              <a:solidFill>
                <a:srgbClr val="1A73E8"/>
              </a:solidFill>
              <a:latin typeface="Google Sans Medium"/>
              <a:ea typeface="Google Sans Medium"/>
              <a:cs typeface="Google Sans Medium"/>
              <a:sym typeface="Google Sans Medium"/>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p85"/>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1074" name="Google Shape;1074;p85"/>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Lab: Cloud Pub/Sub: Qwik Start - Python</a:t>
            </a:r>
            <a:endParaRPr sz="3200"/>
          </a:p>
          <a:p>
            <a:pPr indent="0" lvl="0" marL="0" rtl="0" algn="l">
              <a:spcBef>
                <a:spcPts val="2900"/>
              </a:spcBef>
              <a:spcAft>
                <a:spcPts val="0"/>
              </a:spcAft>
              <a:buNone/>
            </a:pPr>
            <a:r>
              <a:rPr lang="en" sz="3200"/>
              <a:t>Quiz</a:t>
            </a:r>
            <a:endParaRPr sz="3200"/>
          </a:p>
          <a:p>
            <a:pPr indent="0" lvl="0" marL="0" rtl="0" algn="l">
              <a:spcBef>
                <a:spcPts val="2900"/>
              </a:spcBef>
              <a:spcAft>
                <a:spcPts val="0"/>
              </a:spcAft>
              <a:buNone/>
            </a:pPr>
            <a:r>
              <a:rPr lang="en" sz="3200">
                <a:solidFill>
                  <a:schemeClr val="accent2"/>
                </a:solidFill>
              </a:rPr>
              <a:t>Summary</a:t>
            </a:r>
            <a:endParaRPr sz="3200">
              <a:solidFill>
                <a:schemeClr val="accent2"/>
              </a:solidFill>
            </a:endParaRPr>
          </a:p>
          <a:p>
            <a:pPr indent="0" lvl="0" marL="0" rtl="0" algn="l">
              <a:spcBef>
                <a:spcPts val="2900"/>
              </a:spcBef>
              <a:spcAft>
                <a:spcPts val="0"/>
              </a:spcAft>
              <a:buNone/>
            </a:pPr>
            <a:r>
              <a:t/>
            </a:r>
            <a:endParaRPr/>
          </a:p>
          <a:p>
            <a:pPr indent="0" lvl="0" marL="0" rtl="0" algn="l">
              <a:spcBef>
                <a:spcPts val="2900"/>
              </a:spcBef>
              <a:spcAft>
                <a:spcPts val="2900"/>
              </a:spcAft>
              <a:buNone/>
            </a:pPr>
            <a:r>
              <a:t/>
            </a:r>
            <a:endParaRPr/>
          </a:p>
        </p:txBody>
      </p:sp>
      <p:sp>
        <p:nvSpPr>
          <p:cNvPr id="1075" name="Google Shape;1075;p8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86"/>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(1/2)</a:t>
            </a:r>
            <a:endParaRPr/>
          </a:p>
        </p:txBody>
      </p:sp>
      <p:sp>
        <p:nvSpPr>
          <p:cNvPr id="1081" name="Google Shape;1081;p86"/>
          <p:cNvSpPr txBox="1"/>
          <p:nvPr>
            <p:ph idx="1" type="body"/>
          </p:nvPr>
        </p:nvSpPr>
        <p:spPr>
          <a:xfrm>
            <a:off x="1742475" y="2432125"/>
            <a:ext cx="14630400" cy="67686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SzPts val="3000"/>
              <a:buChar char="●"/>
            </a:pPr>
            <a:r>
              <a:rPr lang="en" sz="3000"/>
              <a:t>APIs are software structures that present easy to understand interfaces and remove needless detail.</a:t>
            </a:r>
            <a:endParaRPr sz="3000"/>
          </a:p>
          <a:p>
            <a:pPr indent="-419100" lvl="0" marL="457200" rtl="0" algn="l">
              <a:spcBef>
                <a:spcPts val="2900"/>
              </a:spcBef>
              <a:spcAft>
                <a:spcPts val="0"/>
              </a:spcAft>
              <a:buSzPts val="3000"/>
              <a:buChar char="●"/>
            </a:pPr>
            <a:r>
              <a:rPr lang="en" sz="3000"/>
              <a:t>REST APIs ensure apps can communicate.</a:t>
            </a:r>
            <a:endParaRPr sz="3000"/>
          </a:p>
          <a:p>
            <a:pPr indent="-419100" lvl="0" marL="457200" rtl="0" algn="l">
              <a:spcBef>
                <a:spcPts val="2900"/>
              </a:spcBef>
              <a:spcAft>
                <a:spcPts val="0"/>
              </a:spcAft>
              <a:buSzPts val="3000"/>
              <a:buChar char="●"/>
            </a:pPr>
            <a:r>
              <a:rPr lang="en" sz="3000"/>
              <a:t>There are a number of issues to consider as part of the API design and development process.</a:t>
            </a:r>
            <a:endParaRPr sz="3000"/>
          </a:p>
          <a:p>
            <a:pPr indent="-419100" lvl="0" marL="457200" rtl="0" algn="l">
              <a:spcBef>
                <a:spcPts val="2900"/>
              </a:spcBef>
              <a:spcAft>
                <a:spcPts val="0"/>
              </a:spcAft>
              <a:buSzPts val="3000"/>
              <a:buChar char="●"/>
            </a:pPr>
            <a:r>
              <a:rPr lang="en" sz="3000"/>
              <a:t>Cloud Endpoints is a distributed API management system that helps you create and maintain APIs.</a:t>
            </a:r>
            <a:endParaRPr sz="3000"/>
          </a:p>
          <a:p>
            <a:pPr indent="-419100" lvl="0" marL="457200" rtl="0" algn="l">
              <a:spcBef>
                <a:spcPts val="2900"/>
              </a:spcBef>
              <a:spcAft>
                <a:spcPts val="2900"/>
              </a:spcAft>
              <a:buSzPts val="3000"/>
              <a:buChar char="●"/>
            </a:pPr>
            <a:r>
              <a:rPr lang="en" sz="3000"/>
              <a:t>Apigee Edge is a platform for developing and managing API proxies.</a:t>
            </a:r>
            <a:endParaRPr/>
          </a:p>
        </p:txBody>
      </p:sp>
      <p:sp>
        <p:nvSpPr>
          <p:cNvPr id="1082" name="Google Shape;1082;p8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87"/>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(2/2) </a:t>
            </a:r>
            <a:endParaRPr/>
          </a:p>
        </p:txBody>
      </p:sp>
      <p:sp>
        <p:nvSpPr>
          <p:cNvPr id="1088" name="Google Shape;1088;p87"/>
          <p:cNvSpPr txBox="1"/>
          <p:nvPr>
            <p:ph idx="1" type="body"/>
          </p:nvPr>
        </p:nvSpPr>
        <p:spPr>
          <a:xfrm>
            <a:off x="1742475" y="2432125"/>
            <a:ext cx="14630400" cy="67686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SzPts val="3000"/>
              <a:buChar char="●"/>
            </a:pPr>
            <a:r>
              <a:rPr lang="en" sz="3000"/>
              <a:t>A managed messaging system ingests, transforms, and analyzes massive amounts of data. It also orchestrates complex business processes.</a:t>
            </a:r>
            <a:endParaRPr sz="3000"/>
          </a:p>
          <a:p>
            <a:pPr indent="-419100" lvl="0" marL="457200" rtl="0" algn="l">
              <a:spcBef>
                <a:spcPts val="2900"/>
              </a:spcBef>
              <a:spcAft>
                <a:spcPts val="2900"/>
              </a:spcAft>
              <a:buSzPts val="3000"/>
              <a:buChar char="●"/>
            </a:pPr>
            <a:r>
              <a:rPr lang="en" sz="3000"/>
              <a:t>Pub/Sub passes messages between data gathering and processing systems.</a:t>
            </a:r>
            <a:endParaRPr sz="3000"/>
          </a:p>
        </p:txBody>
      </p:sp>
      <p:sp>
        <p:nvSpPr>
          <p:cNvPr id="1089" name="Google Shape;1089;p8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v3.0">
  <a:themeElements>
    <a:clrScheme name="Simple Light">
      <a:dk1>
        <a:srgbClr val="202124"/>
      </a:dk1>
      <a:lt1>
        <a:srgbClr val="3C4043"/>
      </a:lt1>
      <a:dk2>
        <a:srgbClr val="5F6368"/>
      </a:dk2>
      <a:lt2>
        <a:srgbClr val="80868B"/>
      </a:lt2>
      <a:accent1>
        <a:srgbClr val="9AA0A6"/>
      </a:accent1>
      <a:accent2>
        <a:srgbClr val="1A73E8"/>
      </a:accent2>
      <a:accent3>
        <a:srgbClr val="4285F4"/>
      </a:accent3>
      <a:accent4>
        <a:srgbClr val="EA4335"/>
      </a:accent4>
      <a:accent5>
        <a:srgbClr val="FBBC04"/>
      </a:accent5>
      <a:accent6>
        <a:srgbClr val="34A853"/>
      </a:accent6>
      <a:hlink>
        <a:srgbClr val="185AB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